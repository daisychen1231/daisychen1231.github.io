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4"/>
    <p:sldMasterId id="2147483682" r:id="rId5"/>
    <p:sldMasterId id="2147483683" r:id="rId6"/>
    <p:sldMasterId id="2147483684" r:id="rId7"/>
  </p:sldMasterIdLst>
  <p:notesMasterIdLst>
    <p:notesMasterId r:id="rId18"/>
  </p:notesMasterIdLst>
  <p:sldIdLst>
    <p:sldId id="25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16x9"/>
  <p:notesSz cx="6858000" cy="9144000"/>
  <p:embeddedFontLst>
    <p:embeddedFont>
      <p:font typeface="Figtree" panose="02010600030101010101" charset="0"/>
      <p:regular r:id="rId19"/>
      <p:bold r:id="rId20"/>
      <p:italic r:id="rId21"/>
      <p:boldItalic r:id="rId22"/>
    </p:embeddedFont>
    <p:embeddedFont>
      <p:font typeface="Schibsted Grotesk" panose="02010600030101010101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207D5F-6A32-412C-8DE4-425ECFF3F4B5}">
  <a:tblStyle styleId="{AE207D5F-6A32-412C-8DE4-425ECFF3F4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6D5B238-849A-48DF-9DB8-9DE1E790279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2C5DC1B-7AA5-4C8A-A51B-97396220F16D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9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6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2cc1df11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512cc1df11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12cc1df11_2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3512cc1df11_2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512cc1df11_2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3512cc1df11_2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512cc1df1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g3512cc1df1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512cc1df11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g3512cc1df11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512cc1df11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g3512cc1df11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512cc1df11_2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g3512cc1df11_2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5145586ce3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5145586ce3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512cc1df11_2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g3512cc1df11_2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512cc1df11_2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g3512cc1df11_2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6226342" y="-649705"/>
            <a:ext cx="3050005" cy="3050005"/>
          </a:xfrm>
          <a:prstGeom prst="arc">
            <a:avLst>
              <a:gd name="adj1" fmla="val 1409913"/>
              <a:gd name="adj2" fmla="val 12880072"/>
            </a:avLst>
          </a:prstGeom>
          <a:noFill/>
          <a:ln w="19050" cap="flat" cmpd="sng">
            <a:solidFill>
              <a:schemeClr val="lt1">
                <a:alpha val="11764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/>
          <p:nvPr/>
        </p:nvSpPr>
        <p:spPr>
          <a:xfrm flipH="1">
            <a:off x="2995741" y="606865"/>
            <a:ext cx="3320837" cy="3992910"/>
          </a:xfrm>
          <a:custGeom>
            <a:avLst/>
            <a:gdLst/>
            <a:ahLst/>
            <a:cxnLst/>
            <a:rect l="l" t="t" r="r" b="b"/>
            <a:pathLst>
              <a:path w="800100" h="962025" extrusionOk="0">
                <a:moveTo>
                  <a:pt x="198332" y="961703"/>
                </a:moveTo>
                <a:lnTo>
                  <a:pt x="646959" y="961703"/>
                </a:lnTo>
                <a:cubicBezTo>
                  <a:pt x="633624" y="935986"/>
                  <a:pt x="619337" y="903601"/>
                  <a:pt x="610764" y="885503"/>
                </a:cubicBezTo>
                <a:cubicBezTo>
                  <a:pt x="586952" y="829306"/>
                  <a:pt x="604097" y="706433"/>
                  <a:pt x="686964" y="625471"/>
                </a:cubicBezTo>
                <a:cubicBezTo>
                  <a:pt x="766022" y="548318"/>
                  <a:pt x="817457" y="398776"/>
                  <a:pt x="786024" y="283523"/>
                </a:cubicBezTo>
                <a:cubicBezTo>
                  <a:pt x="734589" y="93023"/>
                  <a:pt x="563139" y="-25087"/>
                  <a:pt x="359304" y="14918"/>
                </a:cubicBezTo>
                <a:cubicBezTo>
                  <a:pt x="359304" y="14918"/>
                  <a:pt x="183092" y="36826"/>
                  <a:pt x="124037" y="211133"/>
                </a:cubicBezTo>
                <a:cubicBezTo>
                  <a:pt x="124037" y="211133"/>
                  <a:pt x="114512" y="236851"/>
                  <a:pt x="116417" y="270188"/>
                </a:cubicBezTo>
                <a:cubicBezTo>
                  <a:pt x="121179" y="323528"/>
                  <a:pt x="83079" y="354961"/>
                  <a:pt x="59267" y="367343"/>
                </a:cubicBezTo>
                <a:cubicBezTo>
                  <a:pt x="34502" y="380678"/>
                  <a:pt x="-9313" y="402586"/>
                  <a:pt x="13547" y="427351"/>
                </a:cubicBezTo>
                <a:cubicBezTo>
                  <a:pt x="41169" y="457831"/>
                  <a:pt x="39264" y="496883"/>
                  <a:pt x="24024" y="515933"/>
                </a:cubicBezTo>
                <a:cubicBezTo>
                  <a:pt x="4974" y="538793"/>
                  <a:pt x="60219" y="539746"/>
                  <a:pt x="63077" y="552128"/>
                </a:cubicBezTo>
                <a:cubicBezTo>
                  <a:pt x="65934" y="565463"/>
                  <a:pt x="22119" y="554986"/>
                  <a:pt x="18309" y="570226"/>
                </a:cubicBezTo>
                <a:cubicBezTo>
                  <a:pt x="14499" y="586418"/>
                  <a:pt x="26882" y="590228"/>
                  <a:pt x="30692" y="609278"/>
                </a:cubicBezTo>
                <a:cubicBezTo>
                  <a:pt x="34502" y="628328"/>
                  <a:pt x="31644" y="663571"/>
                  <a:pt x="29739" y="673096"/>
                </a:cubicBezTo>
                <a:cubicBezTo>
                  <a:pt x="27834" y="682621"/>
                  <a:pt x="33549" y="739771"/>
                  <a:pt x="85937" y="744533"/>
                </a:cubicBezTo>
                <a:cubicBezTo>
                  <a:pt x="138324" y="749296"/>
                  <a:pt x="204047" y="738818"/>
                  <a:pt x="225002" y="764536"/>
                </a:cubicBezTo>
                <a:cubicBezTo>
                  <a:pt x="244052" y="790253"/>
                  <a:pt x="222144" y="890266"/>
                  <a:pt x="198332" y="96170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1" y="254632"/>
            <a:ext cx="9144000" cy="59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242647" y="4767943"/>
            <a:ext cx="8901353" cy="254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/>
          <p:nvPr/>
        </p:nvSpPr>
        <p:spPr>
          <a:xfrm>
            <a:off x="242648" y="4761965"/>
            <a:ext cx="423837" cy="260702"/>
          </a:xfrm>
          <a:custGeom>
            <a:avLst/>
            <a:gdLst/>
            <a:ahLst/>
            <a:cxnLst/>
            <a:rect l="l" t="t" r="r" b="b"/>
            <a:pathLst>
              <a:path w="5086770" h="3128874" extrusionOk="0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tyle slide layout">
  <p:cSld name="4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Images &amp; Contents Layout">
  <p:cSld name="28_Images &amp; Contents Layou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/>
          <p:nvPr/>
        </p:nvSpPr>
        <p:spPr>
          <a:xfrm>
            <a:off x="4377545" y="1466662"/>
            <a:ext cx="4766456" cy="1105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>
            <a:spLocks noGrp="1"/>
          </p:cNvSpPr>
          <p:nvPr>
            <p:ph type="pic" idx="2"/>
          </p:nvPr>
        </p:nvSpPr>
        <p:spPr>
          <a:xfrm>
            <a:off x="489545" y="2695847"/>
            <a:ext cx="3888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9" name="Google Shape;69;p21"/>
          <p:cNvSpPr>
            <a:spLocks noGrp="1"/>
          </p:cNvSpPr>
          <p:nvPr>
            <p:ph type="pic" idx="3"/>
          </p:nvPr>
        </p:nvSpPr>
        <p:spPr>
          <a:xfrm>
            <a:off x="6710118" y="487598"/>
            <a:ext cx="1944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0" name="Google Shape;70;p21"/>
          <p:cNvSpPr>
            <a:spLocks noGrp="1"/>
          </p:cNvSpPr>
          <p:nvPr>
            <p:ph type="pic" idx="4"/>
          </p:nvPr>
        </p:nvSpPr>
        <p:spPr>
          <a:xfrm>
            <a:off x="4571831" y="487598"/>
            <a:ext cx="1944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/>
          <p:nvPr/>
        </p:nvSpPr>
        <p:spPr>
          <a:xfrm>
            <a:off x="0" y="120988"/>
            <a:ext cx="8393373" cy="769528"/>
          </a:xfrm>
          <a:custGeom>
            <a:avLst/>
            <a:gdLst/>
            <a:ahLst/>
            <a:cxnLst/>
            <a:rect l="l" t="t" r="r" b="b"/>
            <a:pathLst>
              <a:path w="11191164" h="1026038" extrusionOk="0">
                <a:moveTo>
                  <a:pt x="0" y="0"/>
                </a:moveTo>
                <a:lnTo>
                  <a:pt x="10678145" y="0"/>
                </a:lnTo>
                <a:cubicBezTo>
                  <a:pt x="10961478" y="0"/>
                  <a:pt x="11191164" y="229686"/>
                  <a:pt x="11191164" y="513019"/>
                </a:cubicBezTo>
                <a:cubicBezTo>
                  <a:pt x="11191164" y="796352"/>
                  <a:pt x="10961478" y="1026038"/>
                  <a:pt x="10678145" y="1026038"/>
                </a:cubicBezTo>
                <a:lnTo>
                  <a:pt x="0" y="10260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2"/>
          <p:cNvSpPr txBox="1">
            <a:spLocks noGrp="1"/>
          </p:cNvSpPr>
          <p:nvPr>
            <p:ph type="body" idx="1"/>
          </p:nvPr>
        </p:nvSpPr>
        <p:spPr>
          <a:xfrm>
            <a:off x="1590551" y="254632"/>
            <a:ext cx="7331993" cy="54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sz="4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2"/>
          <p:cNvSpPr/>
          <p:nvPr/>
        </p:nvSpPr>
        <p:spPr>
          <a:xfrm>
            <a:off x="0" y="120988"/>
            <a:ext cx="1251062" cy="769529"/>
          </a:xfrm>
          <a:custGeom>
            <a:avLst/>
            <a:gdLst/>
            <a:ahLst/>
            <a:cxnLst/>
            <a:rect l="l" t="t" r="r" b="b"/>
            <a:pathLst>
              <a:path w="5086770" h="3128874" extrusionOk="0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2"/>
          <p:cNvSpPr/>
          <p:nvPr/>
        </p:nvSpPr>
        <p:spPr>
          <a:xfrm>
            <a:off x="8466728" y="120988"/>
            <a:ext cx="677272" cy="769528"/>
          </a:xfrm>
          <a:custGeom>
            <a:avLst/>
            <a:gdLst/>
            <a:ahLst/>
            <a:cxnLst/>
            <a:rect l="l" t="t" r="r" b="b"/>
            <a:pathLst>
              <a:path w="903029" h="1026038" extrusionOk="0">
                <a:moveTo>
                  <a:pt x="513019" y="0"/>
                </a:moveTo>
                <a:lnTo>
                  <a:pt x="903029" y="0"/>
                </a:lnTo>
                <a:lnTo>
                  <a:pt x="903029" y="1026038"/>
                </a:lnTo>
                <a:lnTo>
                  <a:pt x="513019" y="1026038"/>
                </a:lnTo>
                <a:cubicBezTo>
                  <a:pt x="229686" y="1026038"/>
                  <a:pt x="0" y="796352"/>
                  <a:pt x="0" y="513019"/>
                </a:cubicBezTo>
                <a:cubicBezTo>
                  <a:pt x="0" y="229686"/>
                  <a:pt x="229686" y="0"/>
                  <a:pt x="5130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tyle slide layout">
  <p:cSld name="3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55686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/>
          <p:nvPr/>
        </p:nvSpPr>
        <p:spPr>
          <a:xfrm>
            <a:off x="6226342" y="-649705"/>
            <a:ext cx="3050005" cy="3050005"/>
          </a:xfrm>
          <a:prstGeom prst="arc">
            <a:avLst>
              <a:gd name="adj1" fmla="val 1409913"/>
              <a:gd name="adj2" fmla="val 12880072"/>
            </a:avLst>
          </a:prstGeom>
          <a:noFill/>
          <a:ln w="19050" cap="flat" cmpd="sng">
            <a:solidFill>
              <a:schemeClr val="lt1">
                <a:alpha val="11764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8_Images &amp; Contents">
  <p:cSld name="38_Images &amp; Conten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/>
          <p:nvPr/>
        </p:nvSpPr>
        <p:spPr>
          <a:xfrm>
            <a:off x="1" y="0"/>
            <a:ext cx="5235167" cy="5143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4"/>
          <p:cNvSpPr>
            <a:spLocks noGrp="1"/>
          </p:cNvSpPr>
          <p:nvPr>
            <p:ph type="pic" idx="2"/>
          </p:nvPr>
        </p:nvSpPr>
        <p:spPr>
          <a:xfrm>
            <a:off x="329185" y="334756"/>
            <a:ext cx="5089314" cy="44739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Images &amp; Contents">
  <p:cSld name="22_Images &amp;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>
            <a:spLocks noGrp="1"/>
          </p:cNvSpPr>
          <p:nvPr>
            <p:ph type="pic" idx="2"/>
          </p:nvPr>
        </p:nvSpPr>
        <p:spPr>
          <a:xfrm>
            <a:off x="3828349" y="633397"/>
            <a:ext cx="4699425" cy="387670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s slide layout">
  <p:cSld name="7_Contents slide layout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>
            <a:spLocks noGrp="1"/>
          </p:cNvSpPr>
          <p:nvPr>
            <p:ph type="pic" idx="2"/>
          </p:nvPr>
        </p:nvSpPr>
        <p:spPr>
          <a:xfrm>
            <a:off x="5450032" y="397474"/>
            <a:ext cx="3693967" cy="434855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" name="Google Shape;92;p28"/>
          <p:cNvSpPr>
            <a:spLocks noGrp="1"/>
          </p:cNvSpPr>
          <p:nvPr>
            <p:ph type="pic" idx="3"/>
          </p:nvPr>
        </p:nvSpPr>
        <p:spPr>
          <a:xfrm>
            <a:off x="3393831" y="1578814"/>
            <a:ext cx="3693968" cy="198587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s slide layout">
  <p:cSld name="6_Contents slide layout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>
            <a:spLocks noGrp="1"/>
          </p:cNvSpPr>
          <p:nvPr>
            <p:ph type="pic" idx="2"/>
          </p:nvPr>
        </p:nvSpPr>
        <p:spPr>
          <a:xfrm>
            <a:off x="870440" y="0"/>
            <a:ext cx="3640014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s slide layout">
  <p:cSld name="4_Contents slide layout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>
            <a:spLocks noGrp="1"/>
          </p:cNvSpPr>
          <p:nvPr>
            <p:ph type="pic" idx="2"/>
          </p:nvPr>
        </p:nvSpPr>
        <p:spPr>
          <a:xfrm>
            <a:off x="4385615" y="257175"/>
            <a:ext cx="4444874" cy="46291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tyle slide layout">
  <p:cSld name="5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8FAFD">
                  <a:alpha val="0"/>
                </a:srgbClr>
              </a:gs>
              <a:gs pos="29000">
                <a:srgbClr val="F8FAFD">
                  <a:alpha val="0"/>
                </a:srgbClr>
              </a:gs>
              <a:gs pos="66000">
                <a:srgbClr val="87ADDB">
                  <a:alpha val="57647"/>
                </a:srgbClr>
              </a:gs>
              <a:gs pos="80000">
                <a:srgbClr val="87ADDB">
                  <a:alpha val="60784"/>
                </a:srgbClr>
              </a:gs>
              <a:gs pos="100000">
                <a:srgbClr val="87ADDB">
                  <a:alpha val="60784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s slide layout">
  <p:cSld name="5_Contents slide layout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yle slide layout">
  <p:cSld name="2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yle slide layout">
  <p:cSld name="1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recording.mp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8"/>
          <p:cNvSpPr txBox="1"/>
          <p:nvPr/>
        </p:nvSpPr>
        <p:spPr>
          <a:xfrm>
            <a:off x="4537706" y="2026318"/>
            <a:ext cx="4207800" cy="5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zh-CN" sz="3400" b="1" i="1" dirty="0">
                <a:solidFill>
                  <a:schemeClr val="lt1"/>
                </a:solidFill>
                <a:latin typeface="Schibsted Grotesk"/>
                <a:ea typeface="Schibsted Grotesk"/>
                <a:cs typeface="Schibsted Grotesk"/>
                <a:sym typeface="Schibsted Grotesk"/>
              </a:rPr>
              <a:t>CommuniqElevate</a:t>
            </a:r>
            <a:endParaRPr sz="4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8"/>
          <p:cNvSpPr txBox="1"/>
          <p:nvPr/>
        </p:nvSpPr>
        <p:spPr>
          <a:xfrm>
            <a:off x="4901658" y="2704071"/>
            <a:ext cx="42078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zh-CN" sz="1600" i="1" dirty="0">
                <a:solidFill>
                  <a:schemeClr val="lt1"/>
                </a:solidFill>
              </a:rPr>
              <a:t>AI-powered Language Assessment Platform</a:t>
            </a:r>
            <a:endParaRPr sz="1600" i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38"/>
          <p:cNvGrpSpPr/>
          <p:nvPr/>
        </p:nvGrpSpPr>
        <p:grpSpPr>
          <a:xfrm>
            <a:off x="271422" y="1112992"/>
            <a:ext cx="4055385" cy="2907576"/>
            <a:chOff x="2491486" y="2154095"/>
            <a:chExt cx="4802422" cy="3443177"/>
          </a:xfrm>
        </p:grpSpPr>
        <p:grpSp>
          <p:nvGrpSpPr>
            <p:cNvPr id="114" name="Google Shape;114;p38"/>
            <p:cNvGrpSpPr/>
            <p:nvPr/>
          </p:nvGrpSpPr>
          <p:grpSpPr>
            <a:xfrm rot="10800000">
              <a:off x="2736207" y="2565662"/>
              <a:ext cx="3591640" cy="768191"/>
              <a:chOff x="4298394" y="3045618"/>
              <a:chExt cx="3591640" cy="768191"/>
            </a:xfrm>
          </p:grpSpPr>
          <p:sp>
            <p:nvSpPr>
              <p:cNvPr id="115" name="Google Shape;115;p38"/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476625" h="200025" extrusionOk="0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8"/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38"/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38"/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42875" extrusionOk="0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38"/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8"/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8"/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104775" extrusionOk="0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8"/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8"/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85775" extrusionOk="0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38"/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8"/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428625" extrusionOk="0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8"/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8"/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142875" extrusionOk="0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8"/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38"/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90500" extrusionOk="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8"/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8"/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0" extrusionOk="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8"/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8"/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809625" h="200025" extrusionOk="0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38"/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5" name="Google Shape;135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91486" y="3466203"/>
              <a:ext cx="3600450" cy="77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593436" y="3868249"/>
              <a:ext cx="3600450" cy="77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76578" y="4508639"/>
              <a:ext cx="3600450" cy="771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" name="Google Shape;138;p38"/>
            <p:cNvGrpSpPr/>
            <p:nvPr/>
          </p:nvGrpSpPr>
          <p:grpSpPr>
            <a:xfrm rot="10800000">
              <a:off x="2851116" y="3792900"/>
              <a:ext cx="3591640" cy="768191"/>
              <a:chOff x="4298394" y="3045618"/>
              <a:chExt cx="3591640" cy="768191"/>
            </a:xfrm>
          </p:grpSpPr>
          <p:sp>
            <p:nvSpPr>
              <p:cNvPr id="139" name="Google Shape;139;p38"/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476625" h="200025" extrusionOk="0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8"/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8"/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8"/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42875" extrusionOk="0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8"/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38"/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8"/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104775" extrusionOk="0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8"/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8"/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85775" extrusionOk="0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8"/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8"/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428625" extrusionOk="0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8"/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8"/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142875" extrusionOk="0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8"/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8"/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90500" extrusionOk="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38"/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38"/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0" extrusionOk="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8"/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8"/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809625" h="200025" extrusionOk="0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8"/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38"/>
            <p:cNvGrpSpPr/>
            <p:nvPr/>
          </p:nvGrpSpPr>
          <p:grpSpPr>
            <a:xfrm>
              <a:off x="3818399" y="2183373"/>
              <a:ext cx="2675401" cy="572223"/>
              <a:chOff x="4298394" y="3045618"/>
              <a:chExt cx="3591640" cy="768191"/>
            </a:xfrm>
          </p:grpSpPr>
          <p:sp>
            <p:nvSpPr>
              <p:cNvPr id="160" name="Google Shape;160;p38"/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476625" h="200025" extrusionOk="0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8"/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8"/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8"/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42875" extrusionOk="0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38"/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8"/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8"/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104775" extrusionOk="0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8"/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8"/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85775" extrusionOk="0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38"/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8"/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428625" extrusionOk="0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8"/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8"/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142875" extrusionOk="0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8"/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8"/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90500" extrusionOk="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8"/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8"/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0" extrusionOk="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8"/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38"/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809625" h="200025" extrusionOk="0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38"/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38"/>
            <p:cNvGrpSpPr/>
            <p:nvPr/>
          </p:nvGrpSpPr>
          <p:grpSpPr>
            <a:xfrm>
              <a:off x="3267976" y="2332275"/>
              <a:ext cx="3501920" cy="1194157"/>
              <a:chOff x="7533182" y="1351307"/>
              <a:chExt cx="4265295" cy="1454468"/>
            </a:xfrm>
          </p:grpSpPr>
          <p:sp>
            <p:nvSpPr>
              <p:cNvPr id="181" name="Google Shape;181;p38"/>
              <p:cNvSpPr/>
              <p:nvPr/>
            </p:nvSpPr>
            <p:spPr>
              <a:xfrm>
                <a:off x="8179930" y="1579907"/>
                <a:ext cx="35814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581400" h="762000" extrusionOk="0">
                    <a:moveTo>
                      <a:pt x="37624" y="761524"/>
                    </a:moveTo>
                    <a:cubicBezTo>
                      <a:pt x="20479" y="761524"/>
                      <a:pt x="7144" y="748189"/>
                      <a:pt x="7144" y="731044"/>
                    </a:cubicBezTo>
                    <a:cubicBezTo>
                      <a:pt x="7144" y="713899"/>
                      <a:pt x="20479" y="700564"/>
                      <a:pt x="37624" y="700564"/>
                    </a:cubicBezTo>
                    <a:cubicBezTo>
                      <a:pt x="49054" y="700564"/>
                      <a:pt x="58579" y="706279"/>
                      <a:pt x="64294" y="715804"/>
                    </a:cubicBezTo>
                    <a:lnTo>
                      <a:pt x="1177766" y="715804"/>
                    </a:lnTo>
                    <a:lnTo>
                      <a:pt x="1060609" y="597694"/>
                    </a:lnTo>
                    <a:lnTo>
                      <a:pt x="376714" y="597694"/>
                    </a:lnTo>
                    <a:cubicBezTo>
                      <a:pt x="370999" y="607219"/>
                      <a:pt x="361474" y="612934"/>
                      <a:pt x="350044" y="612934"/>
                    </a:cubicBezTo>
                    <a:cubicBezTo>
                      <a:pt x="332899" y="612934"/>
                      <a:pt x="319564" y="599599"/>
                      <a:pt x="319564" y="582454"/>
                    </a:cubicBezTo>
                    <a:cubicBezTo>
                      <a:pt x="319564" y="565309"/>
                      <a:pt x="332899" y="551974"/>
                      <a:pt x="350044" y="551974"/>
                    </a:cubicBezTo>
                    <a:cubicBezTo>
                      <a:pt x="361474" y="551974"/>
                      <a:pt x="370999" y="557689"/>
                      <a:pt x="376714" y="567214"/>
                    </a:cubicBezTo>
                    <a:lnTo>
                      <a:pt x="804386" y="567214"/>
                    </a:lnTo>
                    <a:lnTo>
                      <a:pt x="755809" y="518636"/>
                    </a:lnTo>
                    <a:lnTo>
                      <a:pt x="469106" y="518636"/>
                    </a:lnTo>
                    <a:cubicBezTo>
                      <a:pt x="463391" y="528161"/>
                      <a:pt x="453866" y="533876"/>
                      <a:pt x="442436" y="533876"/>
                    </a:cubicBezTo>
                    <a:cubicBezTo>
                      <a:pt x="425291" y="533876"/>
                      <a:pt x="411956" y="520541"/>
                      <a:pt x="411956" y="503396"/>
                    </a:cubicBezTo>
                    <a:cubicBezTo>
                      <a:pt x="411956" y="486251"/>
                      <a:pt x="425291" y="472916"/>
                      <a:pt x="442436" y="472916"/>
                    </a:cubicBezTo>
                    <a:cubicBezTo>
                      <a:pt x="453866" y="472916"/>
                      <a:pt x="463391" y="478631"/>
                      <a:pt x="469106" y="488156"/>
                    </a:cubicBezTo>
                    <a:lnTo>
                      <a:pt x="768191" y="488156"/>
                    </a:lnTo>
                    <a:lnTo>
                      <a:pt x="846296" y="566261"/>
                    </a:lnTo>
                    <a:lnTo>
                      <a:pt x="1072039" y="566261"/>
                    </a:lnTo>
                    <a:lnTo>
                      <a:pt x="1219676" y="713899"/>
                    </a:lnTo>
                    <a:lnTo>
                      <a:pt x="1376839" y="713899"/>
                    </a:lnTo>
                    <a:lnTo>
                      <a:pt x="1540669" y="550069"/>
                    </a:lnTo>
                    <a:lnTo>
                      <a:pt x="2015014" y="550069"/>
                    </a:lnTo>
                    <a:lnTo>
                      <a:pt x="2253139" y="311944"/>
                    </a:lnTo>
                    <a:lnTo>
                      <a:pt x="2012156" y="311944"/>
                    </a:lnTo>
                    <a:lnTo>
                      <a:pt x="1900714" y="426244"/>
                    </a:lnTo>
                    <a:lnTo>
                      <a:pt x="1742599" y="426244"/>
                    </a:lnTo>
                    <a:cubicBezTo>
                      <a:pt x="1736884" y="435769"/>
                      <a:pt x="1727359" y="441484"/>
                      <a:pt x="1715929" y="441484"/>
                    </a:cubicBezTo>
                    <a:cubicBezTo>
                      <a:pt x="1698784" y="441484"/>
                      <a:pt x="1685449" y="428149"/>
                      <a:pt x="1685449" y="411004"/>
                    </a:cubicBezTo>
                    <a:cubicBezTo>
                      <a:pt x="1685449" y="393859"/>
                      <a:pt x="1698784" y="380524"/>
                      <a:pt x="1715929" y="380524"/>
                    </a:cubicBezTo>
                    <a:cubicBezTo>
                      <a:pt x="1727359" y="380524"/>
                      <a:pt x="1736884" y="386239"/>
                      <a:pt x="1742599" y="395764"/>
                    </a:cubicBezTo>
                    <a:lnTo>
                      <a:pt x="1888331" y="395764"/>
                    </a:lnTo>
                    <a:lnTo>
                      <a:pt x="1970246" y="313849"/>
                    </a:lnTo>
                    <a:lnTo>
                      <a:pt x="1623536" y="313849"/>
                    </a:lnTo>
                    <a:lnTo>
                      <a:pt x="1400651" y="536734"/>
                    </a:lnTo>
                    <a:cubicBezTo>
                      <a:pt x="1403509" y="547211"/>
                      <a:pt x="1400651" y="558641"/>
                      <a:pt x="1393031" y="566261"/>
                    </a:cubicBezTo>
                    <a:cubicBezTo>
                      <a:pt x="1387316" y="571976"/>
                      <a:pt x="1379696" y="574834"/>
                      <a:pt x="1371124" y="574834"/>
                    </a:cubicBezTo>
                    <a:cubicBezTo>
                      <a:pt x="1362551" y="574834"/>
                      <a:pt x="1354931" y="571976"/>
                      <a:pt x="1349216" y="566261"/>
                    </a:cubicBezTo>
                    <a:cubicBezTo>
                      <a:pt x="1343501" y="560546"/>
                      <a:pt x="1340644" y="552926"/>
                      <a:pt x="1340644" y="544354"/>
                    </a:cubicBezTo>
                    <a:cubicBezTo>
                      <a:pt x="1340644" y="535781"/>
                      <a:pt x="1343501" y="528161"/>
                      <a:pt x="1349216" y="522446"/>
                    </a:cubicBezTo>
                    <a:cubicBezTo>
                      <a:pt x="1354931" y="516731"/>
                      <a:pt x="1362551" y="513874"/>
                      <a:pt x="1371124" y="513874"/>
                    </a:cubicBezTo>
                    <a:cubicBezTo>
                      <a:pt x="1373981" y="513874"/>
                      <a:pt x="1376839" y="513874"/>
                      <a:pt x="1379696" y="514826"/>
                    </a:cubicBezTo>
                    <a:lnTo>
                      <a:pt x="1439704" y="454819"/>
                    </a:lnTo>
                    <a:lnTo>
                      <a:pt x="1025366" y="454819"/>
                    </a:lnTo>
                    <a:lnTo>
                      <a:pt x="988219" y="417671"/>
                    </a:lnTo>
                    <a:cubicBezTo>
                      <a:pt x="985361" y="418624"/>
                      <a:pt x="982504" y="418624"/>
                      <a:pt x="979646" y="418624"/>
                    </a:cubicBezTo>
                    <a:cubicBezTo>
                      <a:pt x="971074" y="418624"/>
                      <a:pt x="963454" y="415766"/>
                      <a:pt x="957739" y="410051"/>
                    </a:cubicBezTo>
                    <a:cubicBezTo>
                      <a:pt x="952024" y="404336"/>
                      <a:pt x="949166" y="396716"/>
                      <a:pt x="949166" y="388144"/>
                    </a:cubicBezTo>
                    <a:cubicBezTo>
                      <a:pt x="949166" y="379571"/>
                      <a:pt x="952024" y="371951"/>
                      <a:pt x="957739" y="366236"/>
                    </a:cubicBezTo>
                    <a:cubicBezTo>
                      <a:pt x="963454" y="360521"/>
                      <a:pt x="971074" y="357664"/>
                      <a:pt x="979646" y="357664"/>
                    </a:cubicBezTo>
                    <a:cubicBezTo>
                      <a:pt x="988219" y="357664"/>
                      <a:pt x="995839" y="360521"/>
                      <a:pt x="1001554" y="366236"/>
                    </a:cubicBezTo>
                    <a:cubicBezTo>
                      <a:pt x="1009174" y="373856"/>
                      <a:pt x="1012031" y="385286"/>
                      <a:pt x="1009174" y="395764"/>
                    </a:cubicBezTo>
                    <a:lnTo>
                      <a:pt x="1037749" y="424339"/>
                    </a:lnTo>
                    <a:lnTo>
                      <a:pt x="1470184" y="424339"/>
                    </a:lnTo>
                    <a:lnTo>
                      <a:pt x="1611154" y="283369"/>
                    </a:lnTo>
                    <a:lnTo>
                      <a:pt x="2285524" y="283369"/>
                    </a:lnTo>
                    <a:lnTo>
                      <a:pt x="2289334" y="279559"/>
                    </a:lnTo>
                    <a:lnTo>
                      <a:pt x="2294096" y="283369"/>
                    </a:lnTo>
                    <a:lnTo>
                      <a:pt x="2574131" y="283369"/>
                    </a:lnTo>
                    <a:lnTo>
                      <a:pt x="2774156" y="83344"/>
                    </a:lnTo>
                    <a:lnTo>
                      <a:pt x="2961799" y="83344"/>
                    </a:lnTo>
                    <a:lnTo>
                      <a:pt x="3022759" y="22384"/>
                    </a:lnTo>
                    <a:lnTo>
                      <a:pt x="3525679" y="22384"/>
                    </a:lnTo>
                    <a:cubicBezTo>
                      <a:pt x="3531394" y="12859"/>
                      <a:pt x="3540919" y="7144"/>
                      <a:pt x="3552349" y="7144"/>
                    </a:cubicBezTo>
                    <a:cubicBezTo>
                      <a:pt x="3569494" y="7144"/>
                      <a:pt x="3582829" y="20479"/>
                      <a:pt x="3582829" y="37624"/>
                    </a:cubicBezTo>
                    <a:cubicBezTo>
                      <a:pt x="3582829" y="54769"/>
                      <a:pt x="3569494" y="68104"/>
                      <a:pt x="3552349" y="68104"/>
                    </a:cubicBezTo>
                    <a:cubicBezTo>
                      <a:pt x="3540919" y="68104"/>
                      <a:pt x="3531394" y="62389"/>
                      <a:pt x="3525679" y="52864"/>
                    </a:cubicBezTo>
                    <a:lnTo>
                      <a:pt x="3036094" y="52864"/>
                    </a:lnTo>
                    <a:lnTo>
                      <a:pt x="2975134" y="113824"/>
                    </a:lnTo>
                    <a:lnTo>
                      <a:pt x="2787491" y="113824"/>
                    </a:lnTo>
                    <a:lnTo>
                      <a:pt x="2588419" y="312896"/>
                    </a:lnTo>
                    <a:lnTo>
                      <a:pt x="2299811" y="312896"/>
                    </a:lnTo>
                    <a:lnTo>
                      <a:pt x="2206466" y="406241"/>
                    </a:lnTo>
                    <a:lnTo>
                      <a:pt x="2329339" y="406241"/>
                    </a:lnTo>
                    <a:lnTo>
                      <a:pt x="2387441" y="464344"/>
                    </a:lnTo>
                    <a:cubicBezTo>
                      <a:pt x="2390299" y="463391"/>
                      <a:pt x="2393156" y="463391"/>
                      <a:pt x="2396014" y="463391"/>
                    </a:cubicBezTo>
                    <a:cubicBezTo>
                      <a:pt x="2404586" y="463391"/>
                      <a:pt x="2412206" y="466249"/>
                      <a:pt x="2417921" y="471964"/>
                    </a:cubicBezTo>
                    <a:cubicBezTo>
                      <a:pt x="2423636" y="477679"/>
                      <a:pt x="2426494" y="485299"/>
                      <a:pt x="2426494" y="493871"/>
                    </a:cubicBezTo>
                    <a:cubicBezTo>
                      <a:pt x="2426494" y="502444"/>
                      <a:pt x="2423636" y="510064"/>
                      <a:pt x="2417921" y="515779"/>
                    </a:cubicBezTo>
                    <a:cubicBezTo>
                      <a:pt x="2412206" y="521494"/>
                      <a:pt x="2404586" y="524351"/>
                      <a:pt x="2396014" y="524351"/>
                    </a:cubicBezTo>
                    <a:cubicBezTo>
                      <a:pt x="2387441" y="524351"/>
                      <a:pt x="2379821" y="521494"/>
                      <a:pt x="2374106" y="515779"/>
                    </a:cubicBezTo>
                    <a:cubicBezTo>
                      <a:pt x="2366486" y="508159"/>
                      <a:pt x="2363629" y="496729"/>
                      <a:pt x="2366486" y="486251"/>
                    </a:cubicBezTo>
                    <a:lnTo>
                      <a:pt x="2317909" y="437674"/>
                    </a:lnTo>
                    <a:lnTo>
                      <a:pt x="2176939" y="437674"/>
                    </a:lnTo>
                    <a:lnTo>
                      <a:pt x="2032159" y="582454"/>
                    </a:lnTo>
                    <a:lnTo>
                      <a:pt x="1557814" y="582454"/>
                    </a:lnTo>
                    <a:lnTo>
                      <a:pt x="1393984" y="746284"/>
                    </a:lnTo>
                    <a:lnTo>
                      <a:pt x="64294" y="746284"/>
                    </a:lnTo>
                    <a:cubicBezTo>
                      <a:pt x="59531" y="754856"/>
                      <a:pt x="49054" y="761524"/>
                      <a:pt x="37624" y="7615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8"/>
              <p:cNvSpPr/>
              <p:nvPr/>
            </p:nvSpPr>
            <p:spPr>
              <a:xfrm>
                <a:off x="8190407" y="1590385"/>
                <a:ext cx="35623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3562350" h="742950" extrusionOk="0">
                    <a:moveTo>
                      <a:pt x="2567464" y="282416"/>
                    </a:moveTo>
                    <a:lnTo>
                      <a:pt x="2279809" y="282416"/>
                    </a:lnTo>
                    <a:lnTo>
                      <a:pt x="2278856" y="281464"/>
                    </a:lnTo>
                    <a:lnTo>
                      <a:pt x="2277904" y="282416"/>
                    </a:lnTo>
                    <a:lnTo>
                      <a:pt x="1603534" y="282416"/>
                    </a:lnTo>
                    <a:lnTo>
                      <a:pt x="1461611" y="424339"/>
                    </a:lnTo>
                    <a:lnTo>
                      <a:pt x="1021556" y="424339"/>
                    </a:lnTo>
                    <a:lnTo>
                      <a:pt x="986314" y="389096"/>
                    </a:lnTo>
                    <a:cubicBezTo>
                      <a:pt x="991076" y="381476"/>
                      <a:pt x="990124" y="370999"/>
                      <a:pt x="982504" y="363379"/>
                    </a:cubicBezTo>
                    <a:cubicBezTo>
                      <a:pt x="973931" y="354806"/>
                      <a:pt x="960596" y="354806"/>
                      <a:pt x="952024" y="363379"/>
                    </a:cubicBezTo>
                    <a:cubicBezTo>
                      <a:pt x="943451" y="371951"/>
                      <a:pt x="943451" y="385286"/>
                      <a:pt x="952024" y="392906"/>
                    </a:cubicBezTo>
                    <a:cubicBezTo>
                      <a:pt x="958691" y="399574"/>
                      <a:pt x="969169" y="400526"/>
                      <a:pt x="977741" y="396716"/>
                    </a:cubicBezTo>
                    <a:lnTo>
                      <a:pt x="1016794" y="435769"/>
                    </a:lnTo>
                    <a:lnTo>
                      <a:pt x="1450181" y="435769"/>
                    </a:lnTo>
                    <a:lnTo>
                      <a:pt x="1370171" y="515779"/>
                    </a:lnTo>
                    <a:cubicBezTo>
                      <a:pt x="1362551" y="511016"/>
                      <a:pt x="1352074" y="511969"/>
                      <a:pt x="1344454" y="519589"/>
                    </a:cubicBezTo>
                    <a:cubicBezTo>
                      <a:pt x="1335881" y="528161"/>
                      <a:pt x="1335881" y="541496"/>
                      <a:pt x="1344454" y="549116"/>
                    </a:cubicBezTo>
                    <a:cubicBezTo>
                      <a:pt x="1353026" y="557689"/>
                      <a:pt x="1366361" y="557689"/>
                      <a:pt x="1373981" y="549116"/>
                    </a:cubicBezTo>
                    <a:cubicBezTo>
                      <a:pt x="1380649" y="542449"/>
                      <a:pt x="1381601" y="531971"/>
                      <a:pt x="1377791" y="523399"/>
                    </a:cubicBezTo>
                    <a:lnTo>
                      <a:pt x="1608296" y="292894"/>
                    </a:lnTo>
                    <a:lnTo>
                      <a:pt x="1982629" y="292894"/>
                    </a:lnTo>
                    <a:lnTo>
                      <a:pt x="1881664" y="393859"/>
                    </a:lnTo>
                    <a:lnTo>
                      <a:pt x="1726406" y="393859"/>
                    </a:lnTo>
                    <a:cubicBezTo>
                      <a:pt x="1723549" y="385286"/>
                      <a:pt x="1715929" y="378619"/>
                      <a:pt x="1706404" y="378619"/>
                    </a:cubicBezTo>
                    <a:cubicBezTo>
                      <a:pt x="1694974" y="378619"/>
                      <a:pt x="1685449" y="388144"/>
                      <a:pt x="1685449" y="399574"/>
                    </a:cubicBezTo>
                    <a:cubicBezTo>
                      <a:pt x="1685449" y="411004"/>
                      <a:pt x="1694974" y="420529"/>
                      <a:pt x="1706404" y="420529"/>
                    </a:cubicBezTo>
                    <a:cubicBezTo>
                      <a:pt x="1715929" y="420529"/>
                      <a:pt x="1724501" y="413861"/>
                      <a:pt x="1726406" y="405289"/>
                    </a:cubicBezTo>
                    <a:lnTo>
                      <a:pt x="1886426" y="405289"/>
                    </a:lnTo>
                    <a:lnTo>
                      <a:pt x="1998821" y="292894"/>
                    </a:lnTo>
                    <a:lnTo>
                      <a:pt x="2267426" y="292894"/>
                    </a:lnTo>
                    <a:lnTo>
                      <a:pt x="2010251" y="550069"/>
                    </a:lnTo>
                    <a:lnTo>
                      <a:pt x="1535906" y="550069"/>
                    </a:lnTo>
                    <a:lnTo>
                      <a:pt x="1372076" y="713899"/>
                    </a:lnTo>
                    <a:lnTo>
                      <a:pt x="1207294" y="713899"/>
                    </a:lnTo>
                    <a:lnTo>
                      <a:pt x="1059656" y="566261"/>
                    </a:lnTo>
                    <a:lnTo>
                      <a:pt x="833914" y="566261"/>
                    </a:lnTo>
                    <a:lnTo>
                      <a:pt x="833914" y="566261"/>
                    </a:lnTo>
                    <a:lnTo>
                      <a:pt x="755809" y="488156"/>
                    </a:lnTo>
                    <a:lnTo>
                      <a:pt x="453866" y="488156"/>
                    </a:lnTo>
                    <a:cubicBezTo>
                      <a:pt x="451009" y="479584"/>
                      <a:pt x="443389" y="472916"/>
                      <a:pt x="433864" y="472916"/>
                    </a:cubicBezTo>
                    <a:cubicBezTo>
                      <a:pt x="422434" y="472916"/>
                      <a:pt x="412909" y="482441"/>
                      <a:pt x="412909" y="493871"/>
                    </a:cubicBezTo>
                    <a:cubicBezTo>
                      <a:pt x="412909" y="505301"/>
                      <a:pt x="422434" y="514826"/>
                      <a:pt x="433864" y="514826"/>
                    </a:cubicBezTo>
                    <a:cubicBezTo>
                      <a:pt x="443389" y="514826"/>
                      <a:pt x="451961" y="508159"/>
                      <a:pt x="453866" y="499586"/>
                    </a:cubicBezTo>
                    <a:lnTo>
                      <a:pt x="750094" y="499586"/>
                    </a:lnTo>
                    <a:lnTo>
                      <a:pt x="817721" y="567214"/>
                    </a:lnTo>
                    <a:lnTo>
                      <a:pt x="360521" y="567214"/>
                    </a:lnTo>
                    <a:cubicBezTo>
                      <a:pt x="357664" y="558641"/>
                      <a:pt x="350044" y="551974"/>
                      <a:pt x="340519" y="551974"/>
                    </a:cubicBezTo>
                    <a:cubicBezTo>
                      <a:pt x="329089" y="551974"/>
                      <a:pt x="319564" y="561499"/>
                      <a:pt x="319564" y="572929"/>
                    </a:cubicBezTo>
                    <a:cubicBezTo>
                      <a:pt x="319564" y="584359"/>
                      <a:pt x="329089" y="593884"/>
                      <a:pt x="340519" y="593884"/>
                    </a:cubicBezTo>
                    <a:cubicBezTo>
                      <a:pt x="350044" y="593884"/>
                      <a:pt x="358616" y="587216"/>
                      <a:pt x="360521" y="578644"/>
                    </a:cubicBezTo>
                    <a:lnTo>
                      <a:pt x="1054894" y="578644"/>
                    </a:lnTo>
                    <a:lnTo>
                      <a:pt x="1191101" y="714851"/>
                    </a:lnTo>
                    <a:lnTo>
                      <a:pt x="48101" y="714851"/>
                    </a:lnTo>
                    <a:cubicBezTo>
                      <a:pt x="45244" y="706279"/>
                      <a:pt x="37624" y="699611"/>
                      <a:pt x="28099" y="699611"/>
                    </a:cubicBezTo>
                    <a:cubicBezTo>
                      <a:pt x="16669" y="699611"/>
                      <a:pt x="7144" y="709136"/>
                      <a:pt x="7144" y="720566"/>
                    </a:cubicBezTo>
                    <a:cubicBezTo>
                      <a:pt x="7144" y="731996"/>
                      <a:pt x="16669" y="741521"/>
                      <a:pt x="28099" y="741521"/>
                    </a:cubicBezTo>
                    <a:cubicBezTo>
                      <a:pt x="37624" y="741521"/>
                      <a:pt x="46196" y="734854"/>
                      <a:pt x="48101" y="726281"/>
                    </a:cubicBezTo>
                    <a:lnTo>
                      <a:pt x="1376839" y="726281"/>
                    </a:lnTo>
                    <a:lnTo>
                      <a:pt x="1540669" y="561499"/>
                    </a:lnTo>
                    <a:lnTo>
                      <a:pt x="2015014" y="561499"/>
                    </a:lnTo>
                    <a:lnTo>
                      <a:pt x="2159794" y="417671"/>
                    </a:lnTo>
                    <a:lnTo>
                      <a:pt x="2308384" y="417671"/>
                    </a:lnTo>
                    <a:lnTo>
                      <a:pt x="2364581" y="473869"/>
                    </a:lnTo>
                    <a:cubicBezTo>
                      <a:pt x="2359819" y="481489"/>
                      <a:pt x="2360771" y="491966"/>
                      <a:pt x="2368391" y="499586"/>
                    </a:cubicBezTo>
                    <a:cubicBezTo>
                      <a:pt x="2376964" y="508159"/>
                      <a:pt x="2390299" y="508159"/>
                      <a:pt x="2397919" y="499586"/>
                    </a:cubicBezTo>
                    <a:cubicBezTo>
                      <a:pt x="2406491" y="491014"/>
                      <a:pt x="2406491" y="477679"/>
                      <a:pt x="2397919" y="470059"/>
                    </a:cubicBezTo>
                    <a:cubicBezTo>
                      <a:pt x="2391251" y="463391"/>
                      <a:pt x="2380774" y="462439"/>
                      <a:pt x="2372201" y="466249"/>
                    </a:cubicBezTo>
                    <a:lnTo>
                      <a:pt x="2313146" y="407194"/>
                    </a:lnTo>
                    <a:lnTo>
                      <a:pt x="2170271" y="407194"/>
                    </a:lnTo>
                    <a:lnTo>
                      <a:pt x="2283619" y="293846"/>
                    </a:lnTo>
                    <a:lnTo>
                      <a:pt x="2572226" y="293846"/>
                    </a:lnTo>
                    <a:lnTo>
                      <a:pt x="2771299" y="94774"/>
                    </a:lnTo>
                    <a:lnTo>
                      <a:pt x="2959894" y="94774"/>
                    </a:lnTo>
                    <a:lnTo>
                      <a:pt x="3020854" y="33814"/>
                    </a:lnTo>
                    <a:lnTo>
                      <a:pt x="3520916" y="33814"/>
                    </a:lnTo>
                    <a:cubicBezTo>
                      <a:pt x="3523774" y="42386"/>
                      <a:pt x="3531394" y="49054"/>
                      <a:pt x="3540919" y="49054"/>
                    </a:cubicBezTo>
                    <a:cubicBezTo>
                      <a:pt x="3552349" y="49054"/>
                      <a:pt x="3561874" y="39529"/>
                      <a:pt x="3561874" y="28099"/>
                    </a:cubicBezTo>
                    <a:cubicBezTo>
                      <a:pt x="3561874" y="16669"/>
                      <a:pt x="3552349" y="7144"/>
                      <a:pt x="3540919" y="7144"/>
                    </a:cubicBezTo>
                    <a:cubicBezTo>
                      <a:pt x="3531394" y="7144"/>
                      <a:pt x="3522821" y="13811"/>
                      <a:pt x="3520916" y="22384"/>
                    </a:cubicBezTo>
                    <a:lnTo>
                      <a:pt x="3016091" y="22384"/>
                    </a:lnTo>
                    <a:lnTo>
                      <a:pt x="2955131" y="83344"/>
                    </a:lnTo>
                    <a:lnTo>
                      <a:pt x="2767489" y="83344"/>
                    </a:lnTo>
                    <a:lnTo>
                      <a:pt x="2567464" y="28241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38"/>
              <p:cNvSpPr/>
              <p:nvPr/>
            </p:nvSpPr>
            <p:spPr>
              <a:xfrm>
                <a:off x="7533182" y="1351307"/>
                <a:ext cx="3552825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3552825" h="771525" extrusionOk="0">
                    <a:moveTo>
                      <a:pt x="271939" y="772954"/>
                    </a:moveTo>
                    <a:cubicBezTo>
                      <a:pt x="254794" y="772954"/>
                      <a:pt x="241459" y="759619"/>
                      <a:pt x="241459" y="742474"/>
                    </a:cubicBezTo>
                    <a:cubicBezTo>
                      <a:pt x="241459" y="725329"/>
                      <a:pt x="254794" y="711994"/>
                      <a:pt x="271939" y="711994"/>
                    </a:cubicBezTo>
                    <a:cubicBezTo>
                      <a:pt x="283369" y="711994"/>
                      <a:pt x="292894" y="717709"/>
                      <a:pt x="298609" y="727234"/>
                    </a:cubicBezTo>
                    <a:lnTo>
                      <a:pt x="817721" y="727234"/>
                    </a:lnTo>
                    <a:lnTo>
                      <a:pt x="890111" y="653891"/>
                    </a:lnTo>
                    <a:lnTo>
                      <a:pt x="64294" y="653891"/>
                    </a:lnTo>
                    <a:cubicBezTo>
                      <a:pt x="58579" y="663416"/>
                      <a:pt x="49054" y="669131"/>
                      <a:pt x="37624" y="669131"/>
                    </a:cubicBezTo>
                    <a:cubicBezTo>
                      <a:pt x="20479" y="669131"/>
                      <a:pt x="7144" y="655796"/>
                      <a:pt x="7144" y="638651"/>
                    </a:cubicBezTo>
                    <a:cubicBezTo>
                      <a:pt x="7144" y="621506"/>
                      <a:pt x="20479" y="608171"/>
                      <a:pt x="37624" y="608171"/>
                    </a:cubicBezTo>
                    <a:cubicBezTo>
                      <a:pt x="49054" y="608171"/>
                      <a:pt x="58579" y="613886"/>
                      <a:pt x="64294" y="623411"/>
                    </a:cubicBezTo>
                    <a:lnTo>
                      <a:pt x="1397794" y="623411"/>
                    </a:lnTo>
                    <a:lnTo>
                      <a:pt x="1762601" y="258604"/>
                    </a:lnTo>
                    <a:lnTo>
                      <a:pt x="2255044" y="258604"/>
                    </a:lnTo>
                    <a:lnTo>
                      <a:pt x="2179796" y="183356"/>
                    </a:lnTo>
                    <a:lnTo>
                      <a:pt x="1637824" y="183356"/>
                    </a:lnTo>
                    <a:lnTo>
                      <a:pt x="1289209" y="531971"/>
                    </a:lnTo>
                    <a:lnTo>
                      <a:pt x="803434" y="531971"/>
                    </a:lnTo>
                    <a:cubicBezTo>
                      <a:pt x="797719" y="541496"/>
                      <a:pt x="788194" y="547211"/>
                      <a:pt x="776764" y="547211"/>
                    </a:cubicBezTo>
                    <a:cubicBezTo>
                      <a:pt x="759619" y="547211"/>
                      <a:pt x="746284" y="533876"/>
                      <a:pt x="746284" y="516731"/>
                    </a:cubicBezTo>
                    <a:cubicBezTo>
                      <a:pt x="746284" y="499586"/>
                      <a:pt x="759619" y="486251"/>
                      <a:pt x="776764" y="486251"/>
                    </a:cubicBezTo>
                    <a:cubicBezTo>
                      <a:pt x="788194" y="486251"/>
                      <a:pt x="797719" y="491966"/>
                      <a:pt x="803434" y="501491"/>
                    </a:cubicBezTo>
                    <a:lnTo>
                      <a:pt x="1117759" y="501491"/>
                    </a:lnTo>
                    <a:lnTo>
                      <a:pt x="1021556" y="405289"/>
                    </a:lnTo>
                    <a:lnTo>
                      <a:pt x="211931" y="405289"/>
                    </a:lnTo>
                    <a:lnTo>
                      <a:pt x="100489" y="294799"/>
                    </a:lnTo>
                    <a:cubicBezTo>
                      <a:pt x="97631" y="295751"/>
                      <a:pt x="94774" y="295751"/>
                      <a:pt x="91916" y="295751"/>
                    </a:cubicBezTo>
                    <a:cubicBezTo>
                      <a:pt x="83344" y="295751"/>
                      <a:pt x="75724" y="292894"/>
                      <a:pt x="70009" y="287179"/>
                    </a:cubicBezTo>
                    <a:cubicBezTo>
                      <a:pt x="57626" y="274796"/>
                      <a:pt x="57626" y="255746"/>
                      <a:pt x="70009" y="243364"/>
                    </a:cubicBezTo>
                    <a:cubicBezTo>
                      <a:pt x="75724" y="237649"/>
                      <a:pt x="83344" y="234791"/>
                      <a:pt x="91916" y="234791"/>
                    </a:cubicBezTo>
                    <a:cubicBezTo>
                      <a:pt x="100489" y="234791"/>
                      <a:pt x="108109" y="237649"/>
                      <a:pt x="113824" y="243364"/>
                    </a:cubicBezTo>
                    <a:cubicBezTo>
                      <a:pt x="121444" y="250984"/>
                      <a:pt x="124301" y="262414"/>
                      <a:pt x="121444" y="272891"/>
                    </a:cubicBezTo>
                    <a:lnTo>
                      <a:pt x="224314" y="375761"/>
                    </a:lnTo>
                    <a:lnTo>
                      <a:pt x="1033939" y="375761"/>
                    </a:lnTo>
                    <a:lnTo>
                      <a:pt x="1160621" y="502444"/>
                    </a:lnTo>
                    <a:lnTo>
                      <a:pt x="1276826" y="502444"/>
                    </a:lnTo>
                    <a:lnTo>
                      <a:pt x="1625441" y="153829"/>
                    </a:lnTo>
                    <a:lnTo>
                      <a:pt x="2193131" y="153829"/>
                    </a:lnTo>
                    <a:lnTo>
                      <a:pt x="2298859" y="259556"/>
                    </a:lnTo>
                    <a:lnTo>
                      <a:pt x="2721769" y="259556"/>
                    </a:lnTo>
                    <a:lnTo>
                      <a:pt x="2973229" y="7144"/>
                    </a:lnTo>
                    <a:lnTo>
                      <a:pt x="3548539" y="7144"/>
                    </a:lnTo>
                    <a:lnTo>
                      <a:pt x="3548539" y="37624"/>
                    </a:lnTo>
                    <a:lnTo>
                      <a:pt x="2985611" y="37624"/>
                    </a:lnTo>
                    <a:lnTo>
                      <a:pt x="2733199" y="290036"/>
                    </a:lnTo>
                    <a:lnTo>
                      <a:pt x="1774984" y="290036"/>
                    </a:lnTo>
                    <a:lnTo>
                      <a:pt x="1635919" y="429101"/>
                    </a:lnTo>
                    <a:lnTo>
                      <a:pt x="1871186" y="429101"/>
                    </a:lnTo>
                    <a:lnTo>
                      <a:pt x="1968341" y="526256"/>
                    </a:lnTo>
                    <a:cubicBezTo>
                      <a:pt x="1971199" y="525304"/>
                      <a:pt x="1974056" y="525304"/>
                      <a:pt x="1976914" y="525304"/>
                    </a:cubicBezTo>
                    <a:cubicBezTo>
                      <a:pt x="1985486" y="525304"/>
                      <a:pt x="1993106" y="528161"/>
                      <a:pt x="1998821" y="533876"/>
                    </a:cubicBezTo>
                    <a:cubicBezTo>
                      <a:pt x="2004536" y="539591"/>
                      <a:pt x="2007394" y="547211"/>
                      <a:pt x="2007394" y="555784"/>
                    </a:cubicBezTo>
                    <a:cubicBezTo>
                      <a:pt x="2007394" y="564356"/>
                      <a:pt x="2004536" y="571976"/>
                      <a:pt x="1998821" y="577691"/>
                    </a:cubicBezTo>
                    <a:cubicBezTo>
                      <a:pt x="1993106" y="583406"/>
                      <a:pt x="1985486" y="586264"/>
                      <a:pt x="1976914" y="586264"/>
                    </a:cubicBezTo>
                    <a:cubicBezTo>
                      <a:pt x="1968341" y="586264"/>
                      <a:pt x="1960721" y="583406"/>
                      <a:pt x="1955006" y="577691"/>
                    </a:cubicBezTo>
                    <a:cubicBezTo>
                      <a:pt x="1947386" y="570071"/>
                      <a:pt x="1944529" y="558641"/>
                      <a:pt x="1947386" y="548164"/>
                    </a:cubicBezTo>
                    <a:lnTo>
                      <a:pt x="1859756" y="460534"/>
                    </a:lnTo>
                    <a:lnTo>
                      <a:pt x="1606391" y="460534"/>
                    </a:lnTo>
                    <a:lnTo>
                      <a:pt x="1410176" y="654844"/>
                    </a:lnTo>
                    <a:lnTo>
                      <a:pt x="932974" y="654844"/>
                    </a:lnTo>
                    <a:lnTo>
                      <a:pt x="830104" y="757714"/>
                    </a:lnTo>
                    <a:lnTo>
                      <a:pt x="298609" y="757714"/>
                    </a:lnTo>
                    <a:cubicBezTo>
                      <a:pt x="292894" y="767239"/>
                      <a:pt x="283369" y="772954"/>
                      <a:pt x="271939" y="7729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38"/>
              <p:cNvSpPr/>
              <p:nvPr/>
            </p:nvSpPr>
            <p:spPr>
              <a:xfrm>
                <a:off x="7543660" y="1360832"/>
                <a:ext cx="3533775" cy="752475"/>
              </a:xfrm>
              <a:custGeom>
                <a:avLst/>
                <a:gdLst/>
                <a:ahLst/>
                <a:cxnLst/>
                <a:rect l="l" t="t" r="r" b="b"/>
                <a:pathLst>
                  <a:path w="3533775" h="752475" extrusionOk="0">
                    <a:moveTo>
                      <a:pt x="903446" y="634841"/>
                    </a:moveTo>
                    <a:lnTo>
                      <a:pt x="812006" y="727234"/>
                    </a:lnTo>
                    <a:lnTo>
                      <a:pt x="281464" y="727234"/>
                    </a:lnTo>
                    <a:cubicBezTo>
                      <a:pt x="278606" y="718661"/>
                      <a:pt x="270986" y="711994"/>
                      <a:pt x="261461" y="711994"/>
                    </a:cubicBezTo>
                    <a:cubicBezTo>
                      <a:pt x="250031" y="711994"/>
                      <a:pt x="240506" y="721519"/>
                      <a:pt x="240506" y="732949"/>
                    </a:cubicBezTo>
                    <a:cubicBezTo>
                      <a:pt x="240506" y="744379"/>
                      <a:pt x="250031" y="753904"/>
                      <a:pt x="261461" y="753904"/>
                    </a:cubicBezTo>
                    <a:cubicBezTo>
                      <a:pt x="270986" y="753904"/>
                      <a:pt x="279559" y="747236"/>
                      <a:pt x="281464" y="738664"/>
                    </a:cubicBezTo>
                    <a:lnTo>
                      <a:pt x="815816" y="738664"/>
                    </a:lnTo>
                    <a:lnTo>
                      <a:pt x="918686" y="635794"/>
                    </a:lnTo>
                    <a:lnTo>
                      <a:pt x="917734" y="634841"/>
                    </a:lnTo>
                    <a:lnTo>
                      <a:pt x="1395889" y="634841"/>
                    </a:lnTo>
                    <a:lnTo>
                      <a:pt x="1591151" y="439579"/>
                    </a:lnTo>
                    <a:lnTo>
                      <a:pt x="1852136" y="439579"/>
                    </a:lnTo>
                    <a:lnTo>
                      <a:pt x="1947386" y="534829"/>
                    </a:lnTo>
                    <a:cubicBezTo>
                      <a:pt x="1942624" y="542449"/>
                      <a:pt x="1943576" y="552926"/>
                      <a:pt x="1951196" y="560546"/>
                    </a:cubicBezTo>
                    <a:cubicBezTo>
                      <a:pt x="1959769" y="569119"/>
                      <a:pt x="1973104" y="569119"/>
                      <a:pt x="1980724" y="560546"/>
                    </a:cubicBezTo>
                    <a:cubicBezTo>
                      <a:pt x="1989296" y="551974"/>
                      <a:pt x="1989296" y="538639"/>
                      <a:pt x="1980724" y="531019"/>
                    </a:cubicBezTo>
                    <a:cubicBezTo>
                      <a:pt x="1974056" y="524351"/>
                      <a:pt x="1963579" y="523399"/>
                      <a:pt x="1955006" y="527209"/>
                    </a:cubicBezTo>
                    <a:lnTo>
                      <a:pt x="1856899" y="429101"/>
                    </a:lnTo>
                    <a:lnTo>
                      <a:pt x="1602581" y="429101"/>
                    </a:lnTo>
                    <a:lnTo>
                      <a:pt x="1760696" y="270986"/>
                    </a:lnTo>
                    <a:lnTo>
                      <a:pt x="2718911" y="270986"/>
                    </a:lnTo>
                    <a:lnTo>
                      <a:pt x="2971324" y="18574"/>
                    </a:lnTo>
                    <a:lnTo>
                      <a:pt x="3528536" y="18574"/>
                    </a:lnTo>
                    <a:lnTo>
                      <a:pt x="3528536" y="7144"/>
                    </a:lnTo>
                    <a:lnTo>
                      <a:pt x="2966561" y="7144"/>
                    </a:lnTo>
                    <a:lnTo>
                      <a:pt x="2714149" y="259556"/>
                    </a:lnTo>
                    <a:lnTo>
                      <a:pt x="2282666" y="259556"/>
                    </a:lnTo>
                    <a:lnTo>
                      <a:pt x="2282666" y="259556"/>
                    </a:lnTo>
                    <a:lnTo>
                      <a:pt x="2177891" y="153829"/>
                    </a:lnTo>
                    <a:lnTo>
                      <a:pt x="1617821" y="153829"/>
                    </a:lnTo>
                    <a:lnTo>
                      <a:pt x="1270159" y="502444"/>
                    </a:lnTo>
                    <a:lnTo>
                      <a:pt x="1146334" y="502444"/>
                    </a:lnTo>
                    <a:lnTo>
                      <a:pt x="1020604" y="376714"/>
                    </a:lnTo>
                    <a:lnTo>
                      <a:pt x="210979" y="376714"/>
                    </a:lnTo>
                    <a:lnTo>
                      <a:pt x="100489" y="266224"/>
                    </a:lnTo>
                    <a:cubicBezTo>
                      <a:pt x="105251" y="258604"/>
                      <a:pt x="104299" y="248126"/>
                      <a:pt x="96679" y="240506"/>
                    </a:cubicBezTo>
                    <a:cubicBezTo>
                      <a:pt x="88106" y="231934"/>
                      <a:pt x="74771" y="231934"/>
                      <a:pt x="67151" y="240506"/>
                    </a:cubicBezTo>
                    <a:cubicBezTo>
                      <a:pt x="58579" y="249079"/>
                      <a:pt x="58579" y="262414"/>
                      <a:pt x="67151" y="270034"/>
                    </a:cubicBezTo>
                    <a:cubicBezTo>
                      <a:pt x="73819" y="276701"/>
                      <a:pt x="84296" y="277654"/>
                      <a:pt x="92869" y="273844"/>
                    </a:cubicBezTo>
                    <a:lnTo>
                      <a:pt x="206216" y="387191"/>
                    </a:lnTo>
                    <a:lnTo>
                      <a:pt x="1015841" y="387191"/>
                    </a:lnTo>
                    <a:lnTo>
                      <a:pt x="1130141" y="502444"/>
                    </a:lnTo>
                    <a:lnTo>
                      <a:pt x="786289" y="502444"/>
                    </a:lnTo>
                    <a:cubicBezTo>
                      <a:pt x="783431" y="493871"/>
                      <a:pt x="775811" y="487204"/>
                      <a:pt x="766286" y="487204"/>
                    </a:cubicBezTo>
                    <a:cubicBezTo>
                      <a:pt x="754856" y="487204"/>
                      <a:pt x="745331" y="496729"/>
                      <a:pt x="745331" y="508159"/>
                    </a:cubicBezTo>
                    <a:cubicBezTo>
                      <a:pt x="745331" y="519589"/>
                      <a:pt x="754856" y="529114"/>
                      <a:pt x="766286" y="529114"/>
                    </a:cubicBezTo>
                    <a:cubicBezTo>
                      <a:pt x="775811" y="529114"/>
                      <a:pt x="784384" y="522446"/>
                      <a:pt x="786289" y="513874"/>
                    </a:cubicBezTo>
                    <a:lnTo>
                      <a:pt x="1274921" y="513874"/>
                    </a:lnTo>
                    <a:lnTo>
                      <a:pt x="1623536" y="165259"/>
                    </a:lnTo>
                    <a:lnTo>
                      <a:pt x="2174081" y="165259"/>
                    </a:lnTo>
                    <a:lnTo>
                      <a:pt x="2268379" y="259556"/>
                    </a:lnTo>
                    <a:lnTo>
                      <a:pt x="1756886" y="259556"/>
                    </a:lnTo>
                    <a:lnTo>
                      <a:pt x="1392079" y="624364"/>
                    </a:lnTo>
                    <a:lnTo>
                      <a:pt x="48101" y="624364"/>
                    </a:lnTo>
                    <a:cubicBezTo>
                      <a:pt x="45244" y="615791"/>
                      <a:pt x="37624" y="609124"/>
                      <a:pt x="28099" y="609124"/>
                    </a:cubicBezTo>
                    <a:cubicBezTo>
                      <a:pt x="16669" y="609124"/>
                      <a:pt x="7144" y="618649"/>
                      <a:pt x="7144" y="630079"/>
                    </a:cubicBezTo>
                    <a:cubicBezTo>
                      <a:pt x="7144" y="641509"/>
                      <a:pt x="16669" y="651034"/>
                      <a:pt x="28099" y="651034"/>
                    </a:cubicBezTo>
                    <a:cubicBezTo>
                      <a:pt x="37624" y="651034"/>
                      <a:pt x="46196" y="644366"/>
                      <a:pt x="48101" y="635794"/>
                    </a:cubicBezTo>
                    <a:lnTo>
                      <a:pt x="903446" y="63579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38"/>
              <p:cNvSpPr/>
              <p:nvPr/>
            </p:nvSpPr>
            <p:spPr>
              <a:xfrm>
                <a:off x="7588427" y="1653250"/>
                <a:ext cx="42100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4210050" h="1152525" extrusionOk="0">
                    <a:moveTo>
                      <a:pt x="37624" y="1153954"/>
                    </a:moveTo>
                    <a:cubicBezTo>
                      <a:pt x="29051" y="1153954"/>
                      <a:pt x="21431" y="1151096"/>
                      <a:pt x="15716" y="1145381"/>
                    </a:cubicBezTo>
                    <a:cubicBezTo>
                      <a:pt x="10001" y="1139666"/>
                      <a:pt x="7144" y="1132046"/>
                      <a:pt x="7144" y="1123474"/>
                    </a:cubicBezTo>
                    <a:cubicBezTo>
                      <a:pt x="7144" y="1114901"/>
                      <a:pt x="10001" y="1107281"/>
                      <a:pt x="16669" y="1101566"/>
                    </a:cubicBezTo>
                    <a:cubicBezTo>
                      <a:pt x="22384" y="1095851"/>
                      <a:pt x="30004" y="1092994"/>
                      <a:pt x="38576" y="1092994"/>
                    </a:cubicBezTo>
                    <a:cubicBezTo>
                      <a:pt x="41434" y="1092994"/>
                      <a:pt x="44291" y="1092994"/>
                      <a:pt x="47149" y="1093946"/>
                    </a:cubicBezTo>
                    <a:lnTo>
                      <a:pt x="185261" y="955834"/>
                    </a:lnTo>
                    <a:lnTo>
                      <a:pt x="1015841" y="955834"/>
                    </a:lnTo>
                    <a:lnTo>
                      <a:pt x="1182529" y="789146"/>
                    </a:lnTo>
                    <a:lnTo>
                      <a:pt x="524351" y="789146"/>
                    </a:lnTo>
                    <a:lnTo>
                      <a:pt x="455771" y="720566"/>
                    </a:lnTo>
                    <a:cubicBezTo>
                      <a:pt x="452914" y="721519"/>
                      <a:pt x="450056" y="721519"/>
                      <a:pt x="447199" y="721519"/>
                    </a:cubicBezTo>
                    <a:cubicBezTo>
                      <a:pt x="438626" y="721519"/>
                      <a:pt x="431006" y="718661"/>
                      <a:pt x="425291" y="712946"/>
                    </a:cubicBezTo>
                    <a:cubicBezTo>
                      <a:pt x="419576" y="707231"/>
                      <a:pt x="416719" y="699611"/>
                      <a:pt x="416719" y="691039"/>
                    </a:cubicBezTo>
                    <a:cubicBezTo>
                      <a:pt x="416719" y="682466"/>
                      <a:pt x="419576" y="674846"/>
                      <a:pt x="425291" y="669131"/>
                    </a:cubicBezTo>
                    <a:cubicBezTo>
                      <a:pt x="431006" y="663416"/>
                      <a:pt x="438626" y="660559"/>
                      <a:pt x="447199" y="660559"/>
                    </a:cubicBezTo>
                    <a:cubicBezTo>
                      <a:pt x="455771" y="660559"/>
                      <a:pt x="463391" y="663416"/>
                      <a:pt x="469106" y="669131"/>
                    </a:cubicBezTo>
                    <a:cubicBezTo>
                      <a:pt x="476726" y="676751"/>
                      <a:pt x="479584" y="688181"/>
                      <a:pt x="476726" y="698659"/>
                    </a:cubicBezTo>
                    <a:lnTo>
                      <a:pt x="536734" y="758666"/>
                    </a:lnTo>
                    <a:lnTo>
                      <a:pt x="1423511" y="758666"/>
                    </a:lnTo>
                    <a:lnTo>
                      <a:pt x="1546384" y="881539"/>
                    </a:lnTo>
                    <a:lnTo>
                      <a:pt x="1890236" y="881539"/>
                    </a:lnTo>
                    <a:lnTo>
                      <a:pt x="1800701" y="792004"/>
                    </a:lnTo>
                    <a:lnTo>
                      <a:pt x="1578769" y="792004"/>
                    </a:lnTo>
                    <a:cubicBezTo>
                      <a:pt x="1573054" y="801529"/>
                      <a:pt x="1563529" y="807244"/>
                      <a:pt x="1552099" y="807244"/>
                    </a:cubicBezTo>
                    <a:cubicBezTo>
                      <a:pt x="1534954" y="807244"/>
                      <a:pt x="1521619" y="793909"/>
                      <a:pt x="1521619" y="776764"/>
                    </a:cubicBezTo>
                    <a:cubicBezTo>
                      <a:pt x="1521619" y="759619"/>
                      <a:pt x="1534954" y="746284"/>
                      <a:pt x="1552099" y="746284"/>
                    </a:cubicBezTo>
                    <a:cubicBezTo>
                      <a:pt x="1563529" y="746284"/>
                      <a:pt x="1573054" y="751999"/>
                      <a:pt x="1578769" y="761524"/>
                    </a:cubicBezTo>
                    <a:lnTo>
                      <a:pt x="1813084" y="761524"/>
                    </a:lnTo>
                    <a:lnTo>
                      <a:pt x="1932146" y="880586"/>
                    </a:lnTo>
                    <a:lnTo>
                      <a:pt x="2062639" y="880586"/>
                    </a:lnTo>
                    <a:lnTo>
                      <a:pt x="2237899" y="705326"/>
                    </a:lnTo>
                    <a:lnTo>
                      <a:pt x="2118836" y="705326"/>
                    </a:lnTo>
                    <a:lnTo>
                      <a:pt x="2095024" y="729139"/>
                    </a:lnTo>
                    <a:cubicBezTo>
                      <a:pt x="2097881" y="739616"/>
                      <a:pt x="2095024" y="751046"/>
                      <a:pt x="2087404" y="758666"/>
                    </a:cubicBezTo>
                    <a:cubicBezTo>
                      <a:pt x="2081689" y="764381"/>
                      <a:pt x="2074069" y="767239"/>
                      <a:pt x="2065496" y="767239"/>
                    </a:cubicBezTo>
                    <a:cubicBezTo>
                      <a:pt x="2056924" y="767239"/>
                      <a:pt x="2049304" y="764381"/>
                      <a:pt x="2043589" y="758666"/>
                    </a:cubicBezTo>
                    <a:cubicBezTo>
                      <a:pt x="2037874" y="752951"/>
                      <a:pt x="2035016" y="745331"/>
                      <a:pt x="2035016" y="736759"/>
                    </a:cubicBezTo>
                    <a:cubicBezTo>
                      <a:pt x="2035016" y="728186"/>
                      <a:pt x="2037874" y="720566"/>
                      <a:pt x="2043589" y="714851"/>
                    </a:cubicBezTo>
                    <a:cubicBezTo>
                      <a:pt x="2049304" y="709136"/>
                      <a:pt x="2056924" y="706279"/>
                      <a:pt x="2065496" y="706279"/>
                    </a:cubicBezTo>
                    <a:cubicBezTo>
                      <a:pt x="2068354" y="706279"/>
                      <a:pt x="2071211" y="706279"/>
                      <a:pt x="2074069" y="707231"/>
                    </a:cubicBezTo>
                    <a:lnTo>
                      <a:pt x="2107406" y="673894"/>
                    </a:lnTo>
                    <a:lnTo>
                      <a:pt x="2380774" y="673894"/>
                    </a:lnTo>
                    <a:lnTo>
                      <a:pt x="2480786" y="573881"/>
                    </a:lnTo>
                    <a:lnTo>
                      <a:pt x="2959894" y="573881"/>
                    </a:lnTo>
                    <a:lnTo>
                      <a:pt x="3093244" y="440531"/>
                    </a:lnTo>
                    <a:lnTo>
                      <a:pt x="3409474" y="440531"/>
                    </a:lnTo>
                    <a:lnTo>
                      <a:pt x="3698081" y="151924"/>
                    </a:lnTo>
                    <a:lnTo>
                      <a:pt x="3527584" y="151924"/>
                    </a:lnTo>
                    <a:lnTo>
                      <a:pt x="3337084" y="342424"/>
                    </a:lnTo>
                    <a:lnTo>
                      <a:pt x="3170396" y="342424"/>
                    </a:lnTo>
                    <a:cubicBezTo>
                      <a:pt x="3164681" y="351949"/>
                      <a:pt x="3155156" y="357664"/>
                      <a:pt x="3143726" y="357664"/>
                    </a:cubicBezTo>
                    <a:cubicBezTo>
                      <a:pt x="3126581" y="357664"/>
                      <a:pt x="3113246" y="344329"/>
                      <a:pt x="3113246" y="327184"/>
                    </a:cubicBezTo>
                    <a:cubicBezTo>
                      <a:pt x="3113246" y="310039"/>
                      <a:pt x="3126581" y="296704"/>
                      <a:pt x="3143726" y="296704"/>
                    </a:cubicBezTo>
                    <a:cubicBezTo>
                      <a:pt x="3155156" y="296704"/>
                      <a:pt x="3164681" y="302419"/>
                      <a:pt x="3170396" y="311944"/>
                    </a:cubicBezTo>
                    <a:lnTo>
                      <a:pt x="3323749" y="311944"/>
                    </a:lnTo>
                    <a:lnTo>
                      <a:pt x="3514249" y="121444"/>
                    </a:lnTo>
                    <a:lnTo>
                      <a:pt x="3727609" y="121444"/>
                    </a:lnTo>
                    <a:lnTo>
                      <a:pt x="3841909" y="7144"/>
                    </a:lnTo>
                    <a:lnTo>
                      <a:pt x="4072414" y="7144"/>
                    </a:lnTo>
                    <a:lnTo>
                      <a:pt x="4172426" y="107156"/>
                    </a:lnTo>
                    <a:cubicBezTo>
                      <a:pt x="4175284" y="106204"/>
                      <a:pt x="4178141" y="106204"/>
                      <a:pt x="4180999" y="106204"/>
                    </a:cubicBezTo>
                    <a:cubicBezTo>
                      <a:pt x="4189571" y="106204"/>
                      <a:pt x="4197192" y="109061"/>
                      <a:pt x="4202906" y="114776"/>
                    </a:cubicBezTo>
                    <a:cubicBezTo>
                      <a:pt x="4208621" y="120491"/>
                      <a:pt x="4211479" y="128111"/>
                      <a:pt x="4211479" y="136684"/>
                    </a:cubicBezTo>
                    <a:cubicBezTo>
                      <a:pt x="4211479" y="145256"/>
                      <a:pt x="4208621" y="152876"/>
                      <a:pt x="4202906" y="158591"/>
                    </a:cubicBezTo>
                    <a:cubicBezTo>
                      <a:pt x="4197192" y="164306"/>
                      <a:pt x="4189571" y="167164"/>
                      <a:pt x="4180999" y="167164"/>
                    </a:cubicBezTo>
                    <a:cubicBezTo>
                      <a:pt x="4172426" y="167164"/>
                      <a:pt x="4164806" y="164306"/>
                      <a:pt x="4159091" y="158591"/>
                    </a:cubicBezTo>
                    <a:cubicBezTo>
                      <a:pt x="4151471" y="150971"/>
                      <a:pt x="4148614" y="139541"/>
                      <a:pt x="4151471" y="129064"/>
                    </a:cubicBezTo>
                    <a:lnTo>
                      <a:pt x="4060984" y="38576"/>
                    </a:lnTo>
                    <a:lnTo>
                      <a:pt x="3856196" y="38576"/>
                    </a:lnTo>
                    <a:lnTo>
                      <a:pt x="3422809" y="471964"/>
                    </a:lnTo>
                    <a:lnTo>
                      <a:pt x="3104674" y="471964"/>
                    </a:lnTo>
                    <a:lnTo>
                      <a:pt x="2767489" y="809149"/>
                    </a:lnTo>
                    <a:lnTo>
                      <a:pt x="2343626" y="809149"/>
                    </a:lnTo>
                    <a:cubicBezTo>
                      <a:pt x="2337911" y="818674"/>
                      <a:pt x="2328386" y="824389"/>
                      <a:pt x="2316956" y="824389"/>
                    </a:cubicBezTo>
                    <a:cubicBezTo>
                      <a:pt x="2299811" y="824389"/>
                      <a:pt x="2286476" y="811054"/>
                      <a:pt x="2286476" y="793909"/>
                    </a:cubicBezTo>
                    <a:cubicBezTo>
                      <a:pt x="2286476" y="776764"/>
                      <a:pt x="2299811" y="763429"/>
                      <a:pt x="2316956" y="763429"/>
                    </a:cubicBezTo>
                    <a:cubicBezTo>
                      <a:pt x="2328386" y="763429"/>
                      <a:pt x="2337911" y="769144"/>
                      <a:pt x="2343626" y="778669"/>
                    </a:cubicBezTo>
                    <a:lnTo>
                      <a:pt x="2755106" y="778669"/>
                    </a:lnTo>
                    <a:lnTo>
                      <a:pt x="2928461" y="605314"/>
                    </a:lnTo>
                    <a:lnTo>
                      <a:pt x="2492216" y="605314"/>
                    </a:lnTo>
                    <a:lnTo>
                      <a:pt x="2392204" y="705326"/>
                    </a:lnTo>
                    <a:lnTo>
                      <a:pt x="2279809" y="705326"/>
                    </a:lnTo>
                    <a:lnTo>
                      <a:pt x="2075021" y="910114"/>
                    </a:lnTo>
                    <a:lnTo>
                      <a:pt x="1533049" y="910114"/>
                    </a:lnTo>
                    <a:lnTo>
                      <a:pt x="1410176" y="787241"/>
                    </a:lnTo>
                    <a:lnTo>
                      <a:pt x="1222534" y="787241"/>
                    </a:lnTo>
                    <a:lnTo>
                      <a:pt x="1026319" y="983456"/>
                    </a:lnTo>
                    <a:lnTo>
                      <a:pt x="195739" y="983456"/>
                    </a:lnTo>
                    <a:lnTo>
                      <a:pt x="67151" y="1114901"/>
                    </a:lnTo>
                    <a:cubicBezTo>
                      <a:pt x="70009" y="1125379"/>
                      <a:pt x="67151" y="1136809"/>
                      <a:pt x="59531" y="1144429"/>
                    </a:cubicBezTo>
                    <a:cubicBezTo>
                      <a:pt x="52864" y="1150144"/>
                      <a:pt x="45244" y="1153954"/>
                      <a:pt x="37624" y="11539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38"/>
              <p:cNvSpPr/>
              <p:nvPr/>
            </p:nvSpPr>
            <p:spPr>
              <a:xfrm>
                <a:off x="7596285" y="1665632"/>
                <a:ext cx="4200525" cy="1133475"/>
              </a:xfrm>
              <a:custGeom>
                <a:avLst/>
                <a:gdLst/>
                <a:ahLst/>
                <a:cxnLst/>
                <a:rect l="l" t="t" r="r" b="b"/>
                <a:pathLst>
                  <a:path w="4200525" h="1133475" extrusionOk="0">
                    <a:moveTo>
                      <a:pt x="4187428" y="111919"/>
                    </a:moveTo>
                    <a:cubicBezTo>
                      <a:pt x="4180761" y="105251"/>
                      <a:pt x="4170283" y="104299"/>
                      <a:pt x="4161711" y="108109"/>
                    </a:cubicBezTo>
                    <a:lnTo>
                      <a:pt x="4060746" y="7144"/>
                    </a:lnTo>
                    <a:lnTo>
                      <a:pt x="3838813" y="7144"/>
                    </a:lnTo>
                    <a:lnTo>
                      <a:pt x="3724513" y="121444"/>
                    </a:lnTo>
                    <a:lnTo>
                      <a:pt x="3511153" y="121444"/>
                    </a:lnTo>
                    <a:lnTo>
                      <a:pt x="3320653" y="311944"/>
                    </a:lnTo>
                    <a:lnTo>
                      <a:pt x="3155871" y="311944"/>
                    </a:lnTo>
                    <a:cubicBezTo>
                      <a:pt x="3153013" y="303371"/>
                      <a:pt x="3145393" y="296704"/>
                      <a:pt x="3135868" y="296704"/>
                    </a:cubicBezTo>
                    <a:cubicBezTo>
                      <a:pt x="3124438" y="296704"/>
                      <a:pt x="3114913" y="306229"/>
                      <a:pt x="3114913" y="317659"/>
                    </a:cubicBezTo>
                    <a:cubicBezTo>
                      <a:pt x="3114913" y="329089"/>
                      <a:pt x="3124438" y="338614"/>
                      <a:pt x="3135868" y="338614"/>
                    </a:cubicBezTo>
                    <a:cubicBezTo>
                      <a:pt x="3145393" y="338614"/>
                      <a:pt x="3153966" y="331946"/>
                      <a:pt x="3155871" y="323374"/>
                    </a:cubicBezTo>
                    <a:lnTo>
                      <a:pt x="3325416" y="323374"/>
                    </a:lnTo>
                    <a:lnTo>
                      <a:pt x="3515916" y="132874"/>
                    </a:lnTo>
                    <a:lnTo>
                      <a:pt x="3713083" y="132874"/>
                    </a:lnTo>
                    <a:lnTo>
                      <a:pt x="3405426" y="440531"/>
                    </a:lnTo>
                    <a:lnTo>
                      <a:pt x="3089196" y="440531"/>
                    </a:lnTo>
                    <a:lnTo>
                      <a:pt x="2955846" y="573881"/>
                    </a:lnTo>
                    <a:lnTo>
                      <a:pt x="2476738" y="573881"/>
                    </a:lnTo>
                    <a:lnTo>
                      <a:pt x="2376726" y="673894"/>
                    </a:lnTo>
                    <a:lnTo>
                      <a:pt x="2102406" y="673894"/>
                    </a:lnTo>
                    <a:lnTo>
                      <a:pt x="2067163" y="709136"/>
                    </a:lnTo>
                    <a:cubicBezTo>
                      <a:pt x="2059543" y="704374"/>
                      <a:pt x="2049066" y="705326"/>
                      <a:pt x="2041446" y="712946"/>
                    </a:cubicBezTo>
                    <a:cubicBezTo>
                      <a:pt x="2032873" y="721519"/>
                      <a:pt x="2032873" y="734854"/>
                      <a:pt x="2041446" y="742474"/>
                    </a:cubicBezTo>
                    <a:cubicBezTo>
                      <a:pt x="2050018" y="751046"/>
                      <a:pt x="2063353" y="751046"/>
                      <a:pt x="2070973" y="742474"/>
                    </a:cubicBezTo>
                    <a:cubicBezTo>
                      <a:pt x="2077641" y="735806"/>
                      <a:pt x="2078593" y="725329"/>
                      <a:pt x="2074783" y="716756"/>
                    </a:cubicBezTo>
                    <a:lnTo>
                      <a:pt x="2106216" y="685324"/>
                    </a:lnTo>
                    <a:lnTo>
                      <a:pt x="2251948" y="685324"/>
                    </a:lnTo>
                    <a:lnTo>
                      <a:pt x="2058591" y="878681"/>
                    </a:lnTo>
                    <a:lnTo>
                      <a:pt x="1920478" y="878681"/>
                    </a:lnTo>
                    <a:lnTo>
                      <a:pt x="1801416" y="759619"/>
                    </a:lnTo>
                    <a:lnTo>
                      <a:pt x="1564243" y="759619"/>
                    </a:lnTo>
                    <a:cubicBezTo>
                      <a:pt x="1561386" y="751046"/>
                      <a:pt x="1553766" y="744379"/>
                      <a:pt x="1544241" y="744379"/>
                    </a:cubicBezTo>
                    <a:cubicBezTo>
                      <a:pt x="1532811" y="744379"/>
                      <a:pt x="1523286" y="753904"/>
                      <a:pt x="1523286" y="765334"/>
                    </a:cubicBezTo>
                    <a:cubicBezTo>
                      <a:pt x="1523286" y="776764"/>
                      <a:pt x="1532811" y="786289"/>
                      <a:pt x="1544241" y="786289"/>
                    </a:cubicBezTo>
                    <a:cubicBezTo>
                      <a:pt x="1553766" y="786289"/>
                      <a:pt x="1562338" y="779621"/>
                      <a:pt x="1564243" y="771049"/>
                    </a:cubicBezTo>
                    <a:lnTo>
                      <a:pt x="1796653" y="771049"/>
                    </a:lnTo>
                    <a:lnTo>
                      <a:pt x="1905238" y="879634"/>
                    </a:lnTo>
                    <a:lnTo>
                      <a:pt x="1533763" y="879634"/>
                    </a:lnTo>
                    <a:lnTo>
                      <a:pt x="1410891" y="755809"/>
                    </a:lnTo>
                    <a:lnTo>
                      <a:pt x="525066" y="755809"/>
                    </a:lnTo>
                    <a:lnTo>
                      <a:pt x="458391" y="689134"/>
                    </a:lnTo>
                    <a:cubicBezTo>
                      <a:pt x="463153" y="681514"/>
                      <a:pt x="462201" y="671036"/>
                      <a:pt x="454581" y="663416"/>
                    </a:cubicBezTo>
                    <a:cubicBezTo>
                      <a:pt x="446008" y="654844"/>
                      <a:pt x="432673" y="654844"/>
                      <a:pt x="425053" y="663416"/>
                    </a:cubicBezTo>
                    <a:cubicBezTo>
                      <a:pt x="416481" y="671989"/>
                      <a:pt x="416481" y="685324"/>
                      <a:pt x="425053" y="692944"/>
                    </a:cubicBezTo>
                    <a:cubicBezTo>
                      <a:pt x="431721" y="699611"/>
                      <a:pt x="442198" y="700564"/>
                      <a:pt x="450771" y="696754"/>
                    </a:cubicBezTo>
                    <a:lnTo>
                      <a:pt x="521256" y="767239"/>
                    </a:lnTo>
                    <a:lnTo>
                      <a:pt x="1195626" y="767239"/>
                    </a:lnTo>
                    <a:lnTo>
                      <a:pt x="1009888" y="952976"/>
                    </a:lnTo>
                    <a:lnTo>
                      <a:pt x="179308" y="952976"/>
                    </a:lnTo>
                    <a:lnTo>
                      <a:pt x="39291" y="1092041"/>
                    </a:lnTo>
                    <a:cubicBezTo>
                      <a:pt x="31671" y="1087279"/>
                      <a:pt x="21193" y="1088231"/>
                      <a:pt x="13573" y="1095851"/>
                    </a:cubicBezTo>
                    <a:cubicBezTo>
                      <a:pt x="5001" y="1104424"/>
                      <a:pt x="5001" y="1117759"/>
                      <a:pt x="13573" y="1125379"/>
                    </a:cubicBezTo>
                    <a:cubicBezTo>
                      <a:pt x="22146" y="1133951"/>
                      <a:pt x="35481" y="1133951"/>
                      <a:pt x="43101" y="1125379"/>
                    </a:cubicBezTo>
                    <a:cubicBezTo>
                      <a:pt x="49768" y="1118711"/>
                      <a:pt x="50721" y="1108234"/>
                      <a:pt x="46911" y="1099661"/>
                    </a:cubicBezTo>
                    <a:lnTo>
                      <a:pt x="183118" y="963454"/>
                    </a:lnTo>
                    <a:lnTo>
                      <a:pt x="1013698" y="963454"/>
                    </a:lnTo>
                    <a:lnTo>
                      <a:pt x="1209913" y="767239"/>
                    </a:lnTo>
                    <a:lnTo>
                      <a:pt x="1405176" y="767239"/>
                    </a:lnTo>
                    <a:lnTo>
                      <a:pt x="1528048" y="890111"/>
                    </a:lnTo>
                    <a:lnTo>
                      <a:pt x="2062401" y="890111"/>
                    </a:lnTo>
                    <a:lnTo>
                      <a:pt x="2267188" y="685324"/>
                    </a:lnTo>
                    <a:lnTo>
                      <a:pt x="2379583" y="685324"/>
                    </a:lnTo>
                    <a:lnTo>
                      <a:pt x="2479596" y="585311"/>
                    </a:lnTo>
                    <a:lnTo>
                      <a:pt x="2944416" y="585311"/>
                    </a:lnTo>
                    <a:lnTo>
                      <a:pt x="2752011" y="777716"/>
                    </a:lnTo>
                    <a:lnTo>
                      <a:pt x="2330053" y="777716"/>
                    </a:lnTo>
                    <a:cubicBezTo>
                      <a:pt x="2327196" y="769144"/>
                      <a:pt x="2319576" y="762476"/>
                      <a:pt x="2310051" y="762476"/>
                    </a:cubicBezTo>
                    <a:cubicBezTo>
                      <a:pt x="2298621" y="762476"/>
                      <a:pt x="2289096" y="772001"/>
                      <a:pt x="2289096" y="783431"/>
                    </a:cubicBezTo>
                    <a:cubicBezTo>
                      <a:pt x="2289096" y="794861"/>
                      <a:pt x="2298621" y="804386"/>
                      <a:pt x="2310051" y="804386"/>
                    </a:cubicBezTo>
                    <a:cubicBezTo>
                      <a:pt x="2319576" y="804386"/>
                      <a:pt x="2328148" y="797719"/>
                      <a:pt x="2330053" y="789146"/>
                    </a:cubicBezTo>
                    <a:lnTo>
                      <a:pt x="2756773" y="789146"/>
                    </a:lnTo>
                    <a:lnTo>
                      <a:pt x="3093958" y="451961"/>
                    </a:lnTo>
                    <a:lnTo>
                      <a:pt x="3410188" y="451961"/>
                    </a:lnTo>
                    <a:lnTo>
                      <a:pt x="3843576" y="18574"/>
                    </a:lnTo>
                    <a:lnTo>
                      <a:pt x="4056936" y="18574"/>
                    </a:lnTo>
                    <a:lnTo>
                      <a:pt x="4154091" y="116681"/>
                    </a:lnTo>
                    <a:cubicBezTo>
                      <a:pt x="4149328" y="124301"/>
                      <a:pt x="4150281" y="134779"/>
                      <a:pt x="4157901" y="142399"/>
                    </a:cubicBezTo>
                    <a:cubicBezTo>
                      <a:pt x="4166473" y="150971"/>
                      <a:pt x="4179808" y="150971"/>
                      <a:pt x="4187428" y="142399"/>
                    </a:cubicBezTo>
                    <a:cubicBezTo>
                      <a:pt x="4196001" y="133826"/>
                      <a:pt x="4196001" y="120491"/>
                      <a:pt x="4187428" y="1119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38"/>
            <p:cNvGrpSpPr/>
            <p:nvPr/>
          </p:nvGrpSpPr>
          <p:grpSpPr>
            <a:xfrm>
              <a:off x="4048905" y="5006582"/>
              <a:ext cx="2675401" cy="572223"/>
              <a:chOff x="4298394" y="3045618"/>
              <a:chExt cx="3591640" cy="768191"/>
            </a:xfrm>
          </p:grpSpPr>
          <p:sp>
            <p:nvSpPr>
              <p:cNvPr id="188" name="Google Shape;188;p38"/>
              <p:cNvSpPr/>
              <p:nvPr/>
            </p:nvSpPr>
            <p:spPr>
              <a:xfrm>
                <a:off x="4401979" y="3311366"/>
                <a:ext cx="3476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476625" h="200025" extrusionOk="0">
                    <a:moveTo>
                      <a:pt x="1497806" y="7144"/>
                    </a:moveTo>
                    <a:lnTo>
                      <a:pt x="1822609" y="7144"/>
                    </a:lnTo>
                    <a:lnTo>
                      <a:pt x="1899761" y="84296"/>
                    </a:lnTo>
                    <a:lnTo>
                      <a:pt x="2174081" y="84296"/>
                    </a:lnTo>
                    <a:lnTo>
                      <a:pt x="2240756" y="17621"/>
                    </a:lnTo>
                    <a:lnTo>
                      <a:pt x="3470434" y="17621"/>
                    </a:lnTo>
                    <a:lnTo>
                      <a:pt x="3470434" y="24289"/>
                    </a:lnTo>
                    <a:lnTo>
                      <a:pt x="2243614" y="24289"/>
                    </a:lnTo>
                    <a:lnTo>
                      <a:pt x="2176939" y="90964"/>
                    </a:lnTo>
                    <a:lnTo>
                      <a:pt x="1896904" y="90964"/>
                    </a:lnTo>
                    <a:lnTo>
                      <a:pt x="1819751" y="13811"/>
                    </a:lnTo>
                    <a:lnTo>
                      <a:pt x="1500664" y="13811"/>
                    </a:lnTo>
                    <a:lnTo>
                      <a:pt x="1432084" y="120491"/>
                    </a:lnTo>
                    <a:lnTo>
                      <a:pt x="1057751" y="120491"/>
                    </a:lnTo>
                    <a:lnTo>
                      <a:pt x="971074" y="14764"/>
                    </a:lnTo>
                    <a:lnTo>
                      <a:pt x="379571" y="14764"/>
                    </a:lnTo>
                    <a:lnTo>
                      <a:pt x="11906" y="201454"/>
                    </a:lnTo>
                    <a:lnTo>
                      <a:pt x="7144" y="196691"/>
                    </a:lnTo>
                    <a:lnTo>
                      <a:pt x="376714" y="8096"/>
                    </a:lnTo>
                    <a:lnTo>
                      <a:pt x="973931" y="8096"/>
                    </a:lnTo>
                    <a:lnTo>
                      <a:pt x="1061561" y="113824"/>
                    </a:lnTo>
                    <a:lnTo>
                      <a:pt x="1429226" y="1138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8"/>
              <p:cNvSpPr/>
              <p:nvPr/>
            </p:nvSpPr>
            <p:spPr>
              <a:xfrm>
                <a:off x="7851934" y="33123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2859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8"/>
              <p:cNvSpPr/>
              <p:nvPr/>
            </p:nvSpPr>
            <p:spPr>
              <a:xfrm>
                <a:off x="4391739" y="34897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8"/>
              <p:cNvSpPr/>
              <p:nvPr/>
            </p:nvSpPr>
            <p:spPr>
              <a:xfrm>
                <a:off x="4559141" y="3055143"/>
                <a:ext cx="25527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52700" h="142875" extrusionOk="0">
                    <a:moveTo>
                      <a:pt x="7144" y="7144"/>
                    </a:moveTo>
                    <a:lnTo>
                      <a:pt x="101441" y="7144"/>
                    </a:lnTo>
                    <a:lnTo>
                      <a:pt x="222409" y="128111"/>
                    </a:lnTo>
                    <a:lnTo>
                      <a:pt x="813911" y="128111"/>
                    </a:lnTo>
                    <a:lnTo>
                      <a:pt x="881539" y="21431"/>
                    </a:lnTo>
                    <a:lnTo>
                      <a:pt x="1284446" y="21431"/>
                    </a:lnTo>
                    <a:lnTo>
                      <a:pt x="1343501" y="129064"/>
                    </a:lnTo>
                    <a:lnTo>
                      <a:pt x="1662589" y="129064"/>
                    </a:lnTo>
                    <a:lnTo>
                      <a:pt x="1739741" y="51911"/>
                    </a:lnTo>
                    <a:lnTo>
                      <a:pt x="2019776" y="51911"/>
                    </a:lnTo>
                    <a:lnTo>
                      <a:pt x="2086451" y="117634"/>
                    </a:lnTo>
                    <a:lnTo>
                      <a:pt x="2551271" y="117634"/>
                    </a:lnTo>
                    <a:lnTo>
                      <a:pt x="2551271" y="125254"/>
                    </a:lnTo>
                    <a:lnTo>
                      <a:pt x="2083594" y="125254"/>
                    </a:lnTo>
                    <a:lnTo>
                      <a:pt x="2016919" y="58579"/>
                    </a:lnTo>
                    <a:lnTo>
                      <a:pt x="1742599" y="58579"/>
                    </a:lnTo>
                    <a:lnTo>
                      <a:pt x="1665446" y="135731"/>
                    </a:lnTo>
                    <a:lnTo>
                      <a:pt x="1340644" y="135731"/>
                    </a:lnTo>
                    <a:lnTo>
                      <a:pt x="1281589" y="29051"/>
                    </a:lnTo>
                    <a:lnTo>
                      <a:pt x="885349" y="29051"/>
                    </a:lnTo>
                    <a:lnTo>
                      <a:pt x="816769" y="134779"/>
                    </a:lnTo>
                    <a:lnTo>
                      <a:pt x="219551" y="134779"/>
                    </a:lnTo>
                    <a:lnTo>
                      <a:pt x="98584" y="14764"/>
                    </a:lnTo>
                    <a:lnTo>
                      <a:pt x="7144" y="14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8"/>
              <p:cNvSpPr/>
              <p:nvPr/>
            </p:nvSpPr>
            <p:spPr>
              <a:xfrm>
                <a:off x="7089934" y="315610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28099" y="7144"/>
                      <a:pt x="33814" y="12859"/>
                      <a:pt x="33814" y="20479"/>
                    </a:cubicBezTo>
                    <a:cubicBezTo>
                      <a:pt x="33814" y="28099"/>
                      <a:pt x="28099" y="33814"/>
                      <a:pt x="20479" y="33814"/>
                    </a:cubicBezTo>
                    <a:cubicBezTo>
                      <a:pt x="12859" y="33814"/>
                      <a:pt x="7144" y="28099"/>
                      <a:pt x="7144" y="20479"/>
                    </a:cubicBezTo>
                    <a:cubicBezTo>
                      <a:pt x="7144" y="13811"/>
                      <a:pt x="1285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8"/>
              <p:cNvSpPr/>
              <p:nvPr/>
            </p:nvSpPr>
            <p:spPr>
              <a:xfrm>
                <a:off x="4546759" y="304561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8"/>
              <p:cNvSpPr/>
              <p:nvPr/>
            </p:nvSpPr>
            <p:spPr>
              <a:xfrm>
                <a:off x="6717506" y="3322796"/>
                <a:ext cx="6762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104775" extrusionOk="0">
                    <a:moveTo>
                      <a:pt x="668179" y="7144"/>
                    </a:moveTo>
                    <a:lnTo>
                      <a:pt x="672941" y="11906"/>
                    </a:lnTo>
                    <a:lnTo>
                      <a:pt x="471964" y="98584"/>
                    </a:lnTo>
                    <a:lnTo>
                      <a:pt x="7144" y="98584"/>
                    </a:lnTo>
                    <a:lnTo>
                      <a:pt x="7144" y="91916"/>
                    </a:lnTo>
                    <a:lnTo>
                      <a:pt x="469106" y="9191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8"/>
              <p:cNvSpPr/>
              <p:nvPr/>
            </p:nvSpPr>
            <p:spPr>
              <a:xfrm>
                <a:off x="6705124" y="3398043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8"/>
              <p:cNvSpPr/>
              <p:nvPr/>
            </p:nvSpPr>
            <p:spPr>
              <a:xfrm>
                <a:off x="5352574" y="3312318"/>
                <a:ext cx="742950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485775" extrusionOk="0">
                    <a:moveTo>
                      <a:pt x="736759" y="7144"/>
                    </a:moveTo>
                    <a:lnTo>
                      <a:pt x="741521" y="11906"/>
                    </a:lnTo>
                    <a:lnTo>
                      <a:pt x="552926" y="200501"/>
                    </a:lnTo>
                    <a:lnTo>
                      <a:pt x="260509" y="200501"/>
                    </a:lnTo>
                    <a:lnTo>
                      <a:pt x="12859" y="486251"/>
                    </a:lnTo>
                    <a:lnTo>
                      <a:pt x="7144" y="481489"/>
                    </a:lnTo>
                    <a:lnTo>
                      <a:pt x="257651" y="192881"/>
                    </a:lnTo>
                    <a:lnTo>
                      <a:pt x="550069" y="1928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8"/>
              <p:cNvSpPr/>
              <p:nvPr/>
            </p:nvSpPr>
            <p:spPr>
              <a:xfrm>
                <a:off x="5343287" y="377570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1430"/>
                    </a:moveTo>
                    <a:cubicBezTo>
                      <a:pt x="5953" y="16192"/>
                      <a:pt x="5953" y="24765"/>
                      <a:pt x="10716" y="30480"/>
                    </a:cubicBezTo>
                    <a:cubicBezTo>
                      <a:pt x="15478" y="35242"/>
                      <a:pt x="24051" y="35242"/>
                      <a:pt x="29766" y="30480"/>
                    </a:cubicBezTo>
                    <a:cubicBezTo>
                      <a:pt x="34528" y="25717"/>
                      <a:pt x="34528" y="17145"/>
                      <a:pt x="29766" y="11430"/>
                    </a:cubicBezTo>
                    <a:cubicBezTo>
                      <a:pt x="24051" y="5715"/>
                      <a:pt x="15478" y="5715"/>
                      <a:pt x="10716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8"/>
              <p:cNvSpPr/>
              <p:nvPr/>
            </p:nvSpPr>
            <p:spPr>
              <a:xfrm>
                <a:off x="4308634" y="3313271"/>
                <a:ext cx="10096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428625" extrusionOk="0">
                    <a:moveTo>
                      <a:pt x="998696" y="7144"/>
                    </a:moveTo>
                    <a:lnTo>
                      <a:pt x="1003459" y="11906"/>
                    </a:lnTo>
                    <a:lnTo>
                      <a:pt x="912019" y="103346"/>
                    </a:lnTo>
                    <a:lnTo>
                      <a:pt x="646271" y="103346"/>
                    </a:lnTo>
                    <a:lnTo>
                      <a:pt x="476726" y="272891"/>
                    </a:lnTo>
                    <a:lnTo>
                      <a:pt x="306229" y="272891"/>
                    </a:lnTo>
                    <a:lnTo>
                      <a:pt x="11906" y="424339"/>
                    </a:lnTo>
                    <a:lnTo>
                      <a:pt x="7144" y="419576"/>
                    </a:lnTo>
                    <a:lnTo>
                      <a:pt x="303371" y="266224"/>
                    </a:lnTo>
                    <a:lnTo>
                      <a:pt x="472916" y="266224"/>
                    </a:lnTo>
                    <a:lnTo>
                      <a:pt x="643414" y="95726"/>
                    </a:lnTo>
                    <a:lnTo>
                      <a:pt x="909161" y="9572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8"/>
              <p:cNvSpPr/>
              <p:nvPr/>
            </p:nvSpPr>
            <p:spPr>
              <a:xfrm>
                <a:off x="4298394" y="371451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0716" y="10716"/>
                    </a:move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5003"/>
                      <a:pt x="34528" y="16431"/>
                      <a:pt x="29766" y="10716"/>
                    </a:cubicBezTo>
                    <a:cubicBezTo>
                      <a:pt x="24051" y="5953"/>
                      <a:pt x="15478" y="5953"/>
                      <a:pt x="1071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8"/>
              <p:cNvSpPr/>
              <p:nvPr/>
            </p:nvSpPr>
            <p:spPr>
              <a:xfrm>
                <a:off x="6470809" y="3194208"/>
                <a:ext cx="10763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76325" h="142875" extrusionOk="0">
                    <a:moveTo>
                      <a:pt x="11906" y="7144"/>
                    </a:moveTo>
                    <a:lnTo>
                      <a:pt x="50006" y="45244"/>
                    </a:lnTo>
                    <a:lnTo>
                      <a:pt x="869156" y="45244"/>
                    </a:lnTo>
                    <a:lnTo>
                      <a:pt x="1072991" y="134779"/>
                    </a:lnTo>
                    <a:lnTo>
                      <a:pt x="1068229" y="139541"/>
                    </a:lnTo>
                    <a:lnTo>
                      <a:pt x="866299" y="51911"/>
                    </a:lnTo>
                    <a:lnTo>
                      <a:pt x="47149" y="51911"/>
                    </a:lnTo>
                    <a:lnTo>
                      <a:pt x="7144" y="128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8"/>
              <p:cNvSpPr/>
              <p:nvPr/>
            </p:nvSpPr>
            <p:spPr>
              <a:xfrm>
                <a:off x="6460569" y="318492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9766" y="10716"/>
                    </a:moveTo>
                    <a:cubicBezTo>
                      <a:pt x="25003" y="5953"/>
                      <a:pt x="16431" y="5953"/>
                      <a:pt x="10716" y="10716"/>
                    </a:cubicBezTo>
                    <a:cubicBezTo>
                      <a:pt x="5953" y="15478"/>
                      <a:pt x="5953" y="24051"/>
                      <a:pt x="10716" y="29766"/>
                    </a:cubicBezTo>
                    <a:cubicBezTo>
                      <a:pt x="15478" y="34528"/>
                      <a:pt x="24051" y="34528"/>
                      <a:pt x="29766" y="29766"/>
                    </a:cubicBezTo>
                    <a:cubicBezTo>
                      <a:pt x="34528" y="24051"/>
                      <a:pt x="34528" y="15478"/>
                      <a:pt x="29766" y="10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8"/>
              <p:cNvSpPr/>
              <p:nvPr/>
            </p:nvSpPr>
            <p:spPr>
              <a:xfrm>
                <a:off x="5156359" y="3240881"/>
                <a:ext cx="5905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190500" extrusionOk="0">
                    <a:moveTo>
                      <a:pt x="7144" y="7144"/>
                    </a:moveTo>
                    <a:lnTo>
                      <a:pt x="408146" y="7144"/>
                    </a:lnTo>
                    <a:lnTo>
                      <a:pt x="585311" y="184309"/>
                    </a:lnTo>
                    <a:lnTo>
                      <a:pt x="580549" y="189071"/>
                    </a:lnTo>
                    <a:lnTo>
                      <a:pt x="405289" y="13811"/>
                    </a:lnTo>
                    <a:lnTo>
                      <a:pt x="7144" y="138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8"/>
              <p:cNvSpPr/>
              <p:nvPr/>
            </p:nvSpPr>
            <p:spPr>
              <a:xfrm>
                <a:off x="5134451" y="323135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38"/>
              <p:cNvSpPr/>
              <p:nvPr/>
            </p:nvSpPr>
            <p:spPr>
              <a:xfrm>
                <a:off x="5084921" y="3377088"/>
                <a:ext cx="3619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0" extrusionOk="0">
                    <a:moveTo>
                      <a:pt x="349091" y="7144"/>
                    </a:moveTo>
                    <a:lnTo>
                      <a:pt x="354806" y="12859"/>
                    </a:lnTo>
                    <a:lnTo>
                      <a:pt x="271939" y="94774"/>
                    </a:lnTo>
                    <a:lnTo>
                      <a:pt x="7144" y="94774"/>
                    </a:lnTo>
                    <a:lnTo>
                      <a:pt x="7144" y="88106"/>
                    </a:lnTo>
                    <a:lnTo>
                      <a:pt x="269081" y="881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38"/>
              <p:cNvSpPr/>
              <p:nvPr/>
            </p:nvSpPr>
            <p:spPr>
              <a:xfrm>
                <a:off x="5072539" y="344852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7144"/>
                    </a:move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2861" y="12859"/>
                      <a:pt x="27146" y="7144"/>
                      <a:pt x="2047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8"/>
              <p:cNvSpPr/>
              <p:nvPr/>
            </p:nvSpPr>
            <p:spPr>
              <a:xfrm>
                <a:off x="5571649" y="3071336"/>
                <a:ext cx="8096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809625" h="200025" extrusionOk="0">
                    <a:moveTo>
                      <a:pt x="11906" y="7144"/>
                    </a:moveTo>
                    <a:lnTo>
                      <a:pt x="192881" y="188119"/>
                    </a:lnTo>
                    <a:lnTo>
                      <a:pt x="808196" y="188119"/>
                    </a:lnTo>
                    <a:lnTo>
                      <a:pt x="808196" y="195739"/>
                    </a:lnTo>
                    <a:lnTo>
                      <a:pt x="190024" y="194786"/>
                    </a:lnTo>
                    <a:lnTo>
                      <a:pt x="7144" y="1190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8"/>
              <p:cNvSpPr/>
              <p:nvPr/>
            </p:nvSpPr>
            <p:spPr>
              <a:xfrm>
                <a:off x="6358414" y="32427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33814"/>
                    </a:move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3811" y="33814"/>
                      <a:pt x="20479" y="338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38"/>
            <p:cNvGrpSpPr/>
            <p:nvPr/>
          </p:nvGrpSpPr>
          <p:grpSpPr>
            <a:xfrm>
              <a:off x="4373595" y="2154095"/>
              <a:ext cx="2920313" cy="3443177"/>
              <a:chOff x="5269706" y="2450306"/>
              <a:chExt cx="1654493" cy="1950720"/>
            </a:xfrm>
          </p:grpSpPr>
          <p:sp>
            <p:nvSpPr>
              <p:cNvPr id="209" name="Google Shape;209;p38"/>
              <p:cNvSpPr/>
              <p:nvPr/>
            </p:nvSpPr>
            <p:spPr>
              <a:xfrm>
                <a:off x="6101239" y="270367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4764" y="22384"/>
                    </a:moveTo>
                    <a:cubicBezTo>
                      <a:pt x="18574" y="22384"/>
                      <a:pt x="22384" y="18574"/>
                      <a:pt x="22384" y="14764"/>
                    </a:cubicBezTo>
                    <a:cubicBezTo>
                      <a:pt x="22384" y="10954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9526"/>
                      <a:pt x="10954" y="22384"/>
                      <a:pt x="1476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8"/>
              <p:cNvSpPr/>
              <p:nvPr/>
            </p:nvSpPr>
            <p:spPr>
              <a:xfrm>
                <a:off x="5951696" y="287702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9526" y="31909"/>
                    </a:moveTo>
                    <a:cubicBezTo>
                      <a:pt x="26194" y="31909"/>
                      <a:pt x="31909" y="26194"/>
                      <a:pt x="31909" y="19526"/>
                    </a:cubicBez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1906" y="31909"/>
                      <a:pt x="19526" y="3190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8"/>
              <p:cNvSpPr/>
              <p:nvPr/>
            </p:nvSpPr>
            <p:spPr>
              <a:xfrm>
                <a:off x="5698331" y="3973354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8574" y="12859"/>
                    </a:moveTo>
                    <a:cubicBezTo>
                      <a:pt x="18574" y="16015"/>
                      <a:pt x="16015" y="18574"/>
                      <a:pt x="12859" y="18574"/>
                    </a:cubicBezTo>
                    <a:cubicBezTo>
                      <a:pt x="9702" y="18574"/>
                      <a:pt x="7144" y="16015"/>
                      <a:pt x="7144" y="12859"/>
                    </a:cubicBezTo>
                    <a:cubicBezTo>
                      <a:pt x="7144" y="9702"/>
                      <a:pt x="9702" y="7144"/>
                      <a:pt x="12859" y="7144"/>
                    </a:cubicBezTo>
                    <a:cubicBezTo>
                      <a:pt x="16015" y="7144"/>
                      <a:pt x="18574" y="9702"/>
                      <a:pt x="1857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8"/>
              <p:cNvSpPr/>
              <p:nvPr/>
            </p:nvSpPr>
            <p:spPr>
              <a:xfrm>
                <a:off x="5746909" y="4064794"/>
                <a:ext cx="1238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14300" extrusionOk="0">
                    <a:moveTo>
                      <a:pt x="21431" y="61436"/>
                    </a:moveTo>
                    <a:cubicBezTo>
                      <a:pt x="21431" y="63341"/>
                      <a:pt x="20479" y="66199"/>
                      <a:pt x="20479" y="68104"/>
                    </a:cubicBezTo>
                    <a:cubicBezTo>
                      <a:pt x="20479" y="90011"/>
                      <a:pt x="37624" y="107156"/>
                      <a:pt x="59531" y="107156"/>
                    </a:cubicBezTo>
                    <a:cubicBezTo>
                      <a:pt x="81439" y="107156"/>
                      <a:pt x="98584" y="90011"/>
                      <a:pt x="98584" y="68104"/>
                    </a:cubicBezTo>
                    <a:cubicBezTo>
                      <a:pt x="98584" y="60484"/>
                      <a:pt x="95726" y="52864"/>
                      <a:pt x="91916" y="46196"/>
                    </a:cubicBezTo>
                    <a:cubicBezTo>
                      <a:pt x="91916" y="46196"/>
                      <a:pt x="91916" y="46196"/>
                      <a:pt x="92869" y="46196"/>
                    </a:cubicBezTo>
                    <a:cubicBezTo>
                      <a:pt x="101441" y="46196"/>
                      <a:pt x="109061" y="38576"/>
                      <a:pt x="109061" y="30004"/>
                    </a:cubicBezTo>
                    <a:cubicBezTo>
                      <a:pt x="109061" y="29051"/>
                      <a:pt x="109061" y="28099"/>
                      <a:pt x="109061" y="27146"/>
                    </a:cubicBezTo>
                    <a:cubicBezTo>
                      <a:pt x="112871" y="26194"/>
                      <a:pt x="116681" y="22384"/>
                      <a:pt x="116681" y="17621"/>
                    </a:cubicBezTo>
                    <a:cubicBezTo>
                      <a:pt x="116681" y="11906"/>
                      <a:pt x="111919" y="7144"/>
                      <a:pt x="106204" y="7144"/>
                    </a:cubicBezTo>
                    <a:cubicBezTo>
                      <a:pt x="102394" y="7144"/>
                      <a:pt x="98584" y="10001"/>
                      <a:pt x="96679" y="13811"/>
                    </a:cubicBezTo>
                    <a:cubicBezTo>
                      <a:pt x="95726" y="13811"/>
                      <a:pt x="93821" y="12859"/>
                      <a:pt x="92869" y="12859"/>
                    </a:cubicBezTo>
                    <a:cubicBezTo>
                      <a:pt x="84296" y="12859"/>
                      <a:pt x="76676" y="20479"/>
                      <a:pt x="76676" y="29051"/>
                    </a:cubicBezTo>
                    <a:cubicBezTo>
                      <a:pt x="76676" y="30004"/>
                      <a:pt x="76676" y="30956"/>
                      <a:pt x="76676" y="31909"/>
                    </a:cubicBezTo>
                    <a:cubicBezTo>
                      <a:pt x="71914" y="29051"/>
                      <a:pt x="66199" y="28099"/>
                      <a:pt x="59531" y="28099"/>
                    </a:cubicBezTo>
                    <a:cubicBezTo>
                      <a:pt x="49054" y="28099"/>
                      <a:pt x="39529" y="32861"/>
                      <a:pt x="31909" y="39529"/>
                    </a:cubicBezTo>
                    <a:cubicBezTo>
                      <a:pt x="29051" y="35719"/>
                      <a:pt x="25241" y="33814"/>
                      <a:pt x="20479" y="33814"/>
                    </a:cubicBezTo>
                    <a:cubicBezTo>
                      <a:pt x="12859" y="33814"/>
                      <a:pt x="7144" y="39529"/>
                      <a:pt x="7144" y="47149"/>
                    </a:cubicBezTo>
                    <a:cubicBezTo>
                      <a:pt x="7144" y="54769"/>
                      <a:pt x="14764" y="61436"/>
                      <a:pt x="21431" y="61436"/>
                    </a:cubicBezTo>
                    <a:cubicBezTo>
                      <a:pt x="21431" y="61436"/>
                      <a:pt x="21431" y="61436"/>
                      <a:pt x="21431" y="614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8"/>
              <p:cNvSpPr/>
              <p:nvPr/>
            </p:nvSpPr>
            <p:spPr>
              <a:xfrm>
                <a:off x="5687854" y="379904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4289" y="15716"/>
                    </a:moveTo>
                    <a:cubicBezTo>
                      <a:pt x="24289" y="20451"/>
                      <a:pt x="20451" y="24289"/>
                      <a:pt x="15716" y="24289"/>
                    </a:cubicBezTo>
                    <a:cubicBezTo>
                      <a:pt x="10982" y="24289"/>
                      <a:pt x="7144" y="20451"/>
                      <a:pt x="7144" y="15716"/>
                    </a:cubicBezTo>
                    <a:cubicBezTo>
                      <a:pt x="7144" y="10982"/>
                      <a:pt x="10982" y="7144"/>
                      <a:pt x="15716" y="7144"/>
                    </a:cubicBezTo>
                    <a:cubicBezTo>
                      <a:pt x="20451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8"/>
              <p:cNvSpPr/>
              <p:nvPr/>
            </p:nvSpPr>
            <p:spPr>
              <a:xfrm>
                <a:off x="5623084" y="331993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3336" y="39529"/>
                    </a:moveTo>
                    <a:cubicBezTo>
                      <a:pt x="31909" y="39529"/>
                      <a:pt x="39529" y="31909"/>
                      <a:pt x="39529" y="23336"/>
                    </a:cubicBezTo>
                    <a:cubicBezTo>
                      <a:pt x="39529" y="14764"/>
                      <a:pt x="31909" y="7144"/>
                      <a:pt x="23336" y="7144"/>
                    </a:cubicBezTo>
                    <a:cubicBezTo>
                      <a:pt x="14764" y="7144"/>
                      <a:pt x="7144" y="14764"/>
                      <a:pt x="7144" y="23336"/>
                    </a:cubicBezTo>
                    <a:cubicBezTo>
                      <a:pt x="8096" y="31909"/>
                      <a:pt x="14764" y="39529"/>
                      <a:pt x="23336" y="395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8"/>
              <p:cNvSpPr/>
              <p:nvPr/>
            </p:nvSpPr>
            <p:spPr>
              <a:xfrm>
                <a:off x="5570696" y="315325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2384" y="37624"/>
                    </a:moveTo>
                    <a:cubicBezTo>
                      <a:pt x="30956" y="37624"/>
                      <a:pt x="37624" y="30956"/>
                      <a:pt x="37624" y="22384"/>
                    </a:cubicBez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cubicBezTo>
                      <a:pt x="7144" y="30956"/>
                      <a:pt x="13811" y="37624"/>
                      <a:pt x="22384" y="376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8"/>
              <p:cNvSpPr/>
              <p:nvPr/>
            </p:nvSpPr>
            <p:spPr>
              <a:xfrm>
                <a:off x="5729764" y="368474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2384" y="14764"/>
                    </a:moveTo>
                    <a:cubicBezTo>
                      <a:pt x="22384" y="18972"/>
                      <a:pt x="18972" y="22384"/>
                      <a:pt x="14764" y="22384"/>
                    </a:cubicBezTo>
                    <a:cubicBezTo>
                      <a:pt x="10555" y="22384"/>
                      <a:pt x="7144" y="18972"/>
                      <a:pt x="7144" y="14764"/>
                    </a:cubicBezTo>
                    <a:cubicBezTo>
                      <a:pt x="7144" y="10555"/>
                      <a:pt x="10555" y="7144"/>
                      <a:pt x="14764" y="7144"/>
                    </a:cubicBezTo>
                    <a:cubicBezTo>
                      <a:pt x="18972" y="7144"/>
                      <a:pt x="22384" y="10555"/>
                      <a:pt x="22384" y="147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8"/>
              <p:cNvSpPr/>
              <p:nvPr/>
            </p:nvSpPr>
            <p:spPr>
              <a:xfrm>
                <a:off x="6108859" y="310753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7144" y="11906"/>
                    </a:move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6669"/>
                      <a:pt x="16669" y="14764"/>
                      <a:pt x="16669" y="11906"/>
                    </a:cubicBezTo>
                    <a:cubicBezTo>
                      <a:pt x="16669" y="9049"/>
                      <a:pt x="13811" y="7144"/>
                      <a:pt x="10954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8"/>
              <p:cNvSpPr/>
              <p:nvPr/>
            </p:nvSpPr>
            <p:spPr>
              <a:xfrm>
                <a:off x="5836444" y="4114324"/>
                <a:ext cx="571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47625" extrusionOk="0">
                    <a:moveTo>
                      <a:pt x="47149" y="43339"/>
                    </a:moveTo>
                    <a:cubicBezTo>
                      <a:pt x="52864" y="43339"/>
                      <a:pt x="57626" y="38576"/>
                      <a:pt x="57626" y="32861"/>
                    </a:cubicBezTo>
                    <a:cubicBezTo>
                      <a:pt x="57626" y="27146"/>
                      <a:pt x="52864" y="22384"/>
                      <a:pt x="48101" y="22384"/>
                    </a:cubicBezTo>
                    <a:cubicBezTo>
                      <a:pt x="46196" y="13811"/>
                      <a:pt x="39529" y="7144"/>
                      <a:pt x="30004" y="7144"/>
                    </a:cubicBezTo>
                    <a:cubicBezTo>
                      <a:pt x="19526" y="7144"/>
                      <a:pt x="11906" y="15716"/>
                      <a:pt x="11906" y="25241"/>
                    </a:cubicBezTo>
                    <a:cubicBezTo>
                      <a:pt x="11906" y="26194"/>
                      <a:pt x="11906" y="27146"/>
                      <a:pt x="11906" y="28099"/>
                    </a:cubicBezTo>
                    <a:cubicBezTo>
                      <a:pt x="9049" y="29051"/>
                      <a:pt x="7144" y="30956"/>
                      <a:pt x="7144" y="33814"/>
                    </a:cubicBezTo>
                    <a:cubicBezTo>
                      <a:pt x="7144" y="37624"/>
                      <a:pt x="10001" y="39529"/>
                      <a:pt x="12859" y="39529"/>
                    </a:cubicBezTo>
                    <a:cubicBezTo>
                      <a:pt x="14764" y="39529"/>
                      <a:pt x="15716" y="38576"/>
                      <a:pt x="16669" y="37624"/>
                    </a:cubicBezTo>
                    <a:cubicBezTo>
                      <a:pt x="19526" y="40481"/>
                      <a:pt x="24289" y="42386"/>
                      <a:pt x="29051" y="42386"/>
                    </a:cubicBezTo>
                    <a:cubicBezTo>
                      <a:pt x="32861" y="42386"/>
                      <a:pt x="36671" y="41434"/>
                      <a:pt x="39529" y="38576"/>
                    </a:cubicBezTo>
                    <a:cubicBezTo>
                      <a:pt x="42386" y="42386"/>
                      <a:pt x="44291" y="43339"/>
                      <a:pt x="47149" y="433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8"/>
              <p:cNvSpPr/>
              <p:nvPr/>
            </p:nvSpPr>
            <p:spPr>
              <a:xfrm>
                <a:off x="5983129" y="412194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7621" y="7144"/>
                    </a:move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8"/>
              <p:cNvSpPr/>
              <p:nvPr/>
            </p:nvSpPr>
            <p:spPr>
              <a:xfrm>
                <a:off x="5954554" y="4154329"/>
                <a:ext cx="476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8100" extrusionOk="0">
                    <a:moveTo>
                      <a:pt x="7144" y="22384"/>
                    </a:moveTo>
                    <a:cubicBezTo>
                      <a:pt x="7144" y="26194"/>
                      <a:pt x="10001" y="29051"/>
                      <a:pt x="13811" y="29051"/>
                    </a:cubicBezTo>
                    <a:cubicBezTo>
                      <a:pt x="16669" y="29051"/>
                      <a:pt x="19526" y="27146"/>
                      <a:pt x="20479" y="24289"/>
                    </a:cubicBezTo>
                    <a:cubicBezTo>
                      <a:pt x="22384" y="28099"/>
                      <a:pt x="26194" y="31909"/>
                      <a:pt x="31909" y="31909"/>
                    </a:cubicBezTo>
                    <a:cubicBezTo>
                      <a:pt x="38576" y="31909"/>
                      <a:pt x="44291" y="26194"/>
                      <a:pt x="44291" y="19526"/>
                    </a:cubicBezTo>
                    <a:cubicBezTo>
                      <a:pt x="44291" y="12859"/>
                      <a:pt x="38576" y="7144"/>
                      <a:pt x="31909" y="7144"/>
                    </a:cubicBezTo>
                    <a:cubicBezTo>
                      <a:pt x="25241" y="7144"/>
                      <a:pt x="20479" y="11906"/>
                      <a:pt x="19526" y="18574"/>
                    </a:cubicBezTo>
                    <a:cubicBezTo>
                      <a:pt x="18574" y="16669"/>
                      <a:pt x="16669" y="15716"/>
                      <a:pt x="13811" y="15716"/>
                    </a:cubicBezTo>
                    <a:cubicBezTo>
                      <a:pt x="10001" y="14764"/>
                      <a:pt x="7144" y="18574"/>
                      <a:pt x="714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8"/>
              <p:cNvSpPr/>
              <p:nvPr/>
            </p:nvSpPr>
            <p:spPr>
              <a:xfrm>
                <a:off x="5931694" y="3744754"/>
                <a:ext cx="285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38100" extrusionOk="0">
                    <a:moveTo>
                      <a:pt x="18574" y="30956"/>
                    </a:moveTo>
                    <a:cubicBezTo>
                      <a:pt x="25241" y="30956"/>
                      <a:pt x="30004" y="25241"/>
                      <a:pt x="30004" y="18574"/>
                    </a:cubicBezTo>
                    <a:cubicBezTo>
                      <a:pt x="30004" y="11906"/>
                      <a:pt x="24289" y="7144"/>
                      <a:pt x="18574" y="7144"/>
                    </a:cubicBezTo>
                    <a:cubicBezTo>
                      <a:pt x="11906" y="7144"/>
                      <a:pt x="7144" y="12859"/>
                      <a:pt x="7144" y="18574"/>
                    </a:cubicBezTo>
                    <a:cubicBezTo>
                      <a:pt x="7144" y="24289"/>
                      <a:pt x="11906" y="30956"/>
                      <a:pt x="18574" y="309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8"/>
              <p:cNvSpPr/>
              <p:nvPr/>
            </p:nvSpPr>
            <p:spPr>
              <a:xfrm>
                <a:off x="5695474" y="31532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2384"/>
                      <a:pt x="11906" y="26194"/>
                      <a:pt x="16669" y="26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8"/>
              <p:cNvSpPr/>
              <p:nvPr/>
            </p:nvSpPr>
            <p:spPr>
              <a:xfrm>
                <a:off x="5837396" y="271319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38"/>
              <p:cNvSpPr/>
              <p:nvPr/>
            </p:nvSpPr>
            <p:spPr>
              <a:xfrm>
                <a:off x="6235541" y="2754154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1909" y="19526"/>
                    </a:move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ubicBezTo>
                      <a:pt x="26194" y="31909"/>
                      <a:pt x="31909" y="26194"/>
                      <a:pt x="31909" y="195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8"/>
              <p:cNvSpPr/>
              <p:nvPr/>
            </p:nvSpPr>
            <p:spPr>
              <a:xfrm>
                <a:off x="5832634" y="2902744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2859" y="18574"/>
                    </a:move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6669"/>
                      <a:pt x="9049" y="18574"/>
                      <a:pt x="12859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8"/>
              <p:cNvSpPr/>
              <p:nvPr/>
            </p:nvSpPr>
            <p:spPr>
              <a:xfrm>
                <a:off x="5535454" y="3318034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8"/>
              <p:cNvSpPr/>
              <p:nvPr/>
            </p:nvSpPr>
            <p:spPr>
              <a:xfrm>
                <a:off x="5367814" y="3373279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1906" y="16669"/>
                    </a:moveTo>
                    <a:cubicBezTo>
                      <a:pt x="14764" y="16669"/>
                      <a:pt x="16669" y="14764"/>
                      <a:pt x="16669" y="11906"/>
                    </a:cubicBez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10001" y="16669"/>
                      <a:pt x="11906" y="16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8"/>
              <p:cNvSpPr/>
              <p:nvPr/>
            </p:nvSpPr>
            <p:spPr>
              <a:xfrm>
                <a:off x="5561171" y="3803809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62389" y="18574"/>
                    </a:moveTo>
                    <a:cubicBezTo>
                      <a:pt x="62389" y="11906"/>
                      <a:pt x="57626" y="7144"/>
                      <a:pt x="50959" y="7144"/>
                    </a:cubicBezTo>
                    <a:cubicBezTo>
                      <a:pt x="44291" y="7144"/>
                      <a:pt x="39529" y="11906"/>
                      <a:pt x="39529" y="18574"/>
                    </a:cubicBezTo>
                    <a:cubicBezTo>
                      <a:pt x="39529" y="18574"/>
                      <a:pt x="39529" y="18574"/>
                      <a:pt x="39529" y="19526"/>
                    </a:cubicBezTo>
                    <a:cubicBezTo>
                      <a:pt x="39529" y="19526"/>
                      <a:pt x="38576" y="19526"/>
                      <a:pt x="38576" y="19526"/>
                    </a:cubicBezTo>
                    <a:cubicBezTo>
                      <a:pt x="21431" y="19526"/>
                      <a:pt x="7144" y="33814"/>
                      <a:pt x="7144" y="50959"/>
                    </a:cubicBezTo>
                    <a:cubicBezTo>
                      <a:pt x="7144" y="68104"/>
                      <a:pt x="21431" y="82391"/>
                      <a:pt x="38576" y="82391"/>
                    </a:cubicBezTo>
                    <a:cubicBezTo>
                      <a:pt x="55721" y="82391"/>
                      <a:pt x="70009" y="68104"/>
                      <a:pt x="70009" y="50959"/>
                    </a:cubicBezTo>
                    <a:cubicBezTo>
                      <a:pt x="70009" y="41434"/>
                      <a:pt x="65246" y="32861"/>
                      <a:pt x="58579" y="27146"/>
                    </a:cubicBezTo>
                    <a:cubicBezTo>
                      <a:pt x="60484" y="24289"/>
                      <a:pt x="62389" y="21431"/>
                      <a:pt x="62389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8"/>
              <p:cNvSpPr/>
              <p:nvPr/>
            </p:nvSpPr>
            <p:spPr>
              <a:xfrm>
                <a:off x="5891689" y="3838099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23336" y="17621"/>
                    </a:moveTo>
                    <a:cubicBezTo>
                      <a:pt x="14764" y="17621"/>
                      <a:pt x="7144" y="25241"/>
                      <a:pt x="7144" y="33814"/>
                    </a:cubicBezTo>
                    <a:cubicBezTo>
                      <a:pt x="7144" y="42386"/>
                      <a:pt x="14764" y="50006"/>
                      <a:pt x="23336" y="50006"/>
                    </a:cubicBezTo>
                    <a:cubicBezTo>
                      <a:pt x="30956" y="50006"/>
                      <a:pt x="36671" y="45244"/>
                      <a:pt x="38576" y="38576"/>
                    </a:cubicBezTo>
                    <a:cubicBezTo>
                      <a:pt x="40481" y="39529"/>
                      <a:pt x="42386" y="39529"/>
                      <a:pt x="45244" y="39529"/>
                    </a:cubicBezTo>
                    <a:cubicBezTo>
                      <a:pt x="53816" y="39529"/>
                      <a:pt x="61436" y="31909"/>
                      <a:pt x="61436" y="23336"/>
                    </a:cubicBezTo>
                    <a:cubicBezTo>
                      <a:pt x="61436" y="14764"/>
                      <a:pt x="53816" y="7144"/>
                      <a:pt x="45244" y="7144"/>
                    </a:cubicBezTo>
                    <a:cubicBezTo>
                      <a:pt x="37624" y="7144"/>
                      <a:pt x="31909" y="11906"/>
                      <a:pt x="30004" y="19526"/>
                    </a:cubicBezTo>
                    <a:cubicBezTo>
                      <a:pt x="28099" y="17621"/>
                      <a:pt x="26194" y="17621"/>
                      <a:pt x="23336" y="176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8"/>
              <p:cNvSpPr/>
              <p:nvPr/>
            </p:nvSpPr>
            <p:spPr>
              <a:xfrm>
                <a:off x="5664994" y="3268504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 extrusionOk="0">
                    <a:moveTo>
                      <a:pt x="98584" y="43339"/>
                    </a:moveTo>
                    <a:cubicBezTo>
                      <a:pt x="104299" y="43339"/>
                      <a:pt x="108109" y="38576"/>
                      <a:pt x="108109" y="33814"/>
                    </a:cubicBezTo>
                    <a:cubicBezTo>
                      <a:pt x="108109" y="29051"/>
                      <a:pt x="103346" y="24289"/>
                      <a:pt x="98584" y="24289"/>
                    </a:cubicBezTo>
                    <a:cubicBezTo>
                      <a:pt x="97631" y="24289"/>
                      <a:pt x="96679" y="24289"/>
                      <a:pt x="94774" y="25241"/>
                    </a:cubicBezTo>
                    <a:cubicBezTo>
                      <a:pt x="93821" y="15716"/>
                      <a:pt x="86201" y="7144"/>
                      <a:pt x="75724" y="7144"/>
                    </a:cubicBezTo>
                    <a:cubicBezTo>
                      <a:pt x="65246" y="7144"/>
                      <a:pt x="56674" y="15716"/>
                      <a:pt x="56674" y="26194"/>
                    </a:cubicBezTo>
                    <a:cubicBezTo>
                      <a:pt x="56674" y="28099"/>
                      <a:pt x="56674" y="29051"/>
                      <a:pt x="57626" y="30956"/>
                    </a:cubicBezTo>
                    <a:cubicBezTo>
                      <a:pt x="51911" y="33814"/>
                      <a:pt x="48101" y="39529"/>
                      <a:pt x="46196" y="46196"/>
                    </a:cubicBezTo>
                    <a:cubicBezTo>
                      <a:pt x="44291" y="37624"/>
                      <a:pt x="36671" y="30956"/>
                      <a:pt x="27146" y="30956"/>
                    </a:cubicBezTo>
                    <a:cubicBezTo>
                      <a:pt x="16669" y="30956"/>
                      <a:pt x="7144" y="39529"/>
                      <a:pt x="7144" y="50959"/>
                    </a:cubicBezTo>
                    <a:cubicBezTo>
                      <a:pt x="7144" y="62389"/>
                      <a:pt x="15716" y="70961"/>
                      <a:pt x="27146" y="70961"/>
                    </a:cubicBezTo>
                    <a:cubicBezTo>
                      <a:pt x="36671" y="70961"/>
                      <a:pt x="43339" y="64294"/>
                      <a:pt x="46196" y="56674"/>
                    </a:cubicBezTo>
                    <a:cubicBezTo>
                      <a:pt x="48101" y="68104"/>
                      <a:pt x="57626" y="75724"/>
                      <a:pt x="69056" y="75724"/>
                    </a:cubicBezTo>
                    <a:cubicBezTo>
                      <a:pt x="70961" y="75724"/>
                      <a:pt x="72866" y="75724"/>
                      <a:pt x="73819" y="74771"/>
                    </a:cubicBezTo>
                    <a:cubicBezTo>
                      <a:pt x="73819" y="75724"/>
                      <a:pt x="72866" y="76676"/>
                      <a:pt x="72866" y="77629"/>
                    </a:cubicBezTo>
                    <a:cubicBezTo>
                      <a:pt x="72866" y="84296"/>
                      <a:pt x="78581" y="90011"/>
                      <a:pt x="85249" y="90011"/>
                    </a:cubicBezTo>
                    <a:cubicBezTo>
                      <a:pt x="86201" y="90011"/>
                      <a:pt x="87154" y="90011"/>
                      <a:pt x="88106" y="89059"/>
                    </a:cubicBezTo>
                    <a:cubicBezTo>
                      <a:pt x="88106" y="90011"/>
                      <a:pt x="88106" y="90011"/>
                      <a:pt x="88106" y="90964"/>
                    </a:cubicBezTo>
                    <a:cubicBezTo>
                      <a:pt x="88106" y="93821"/>
                      <a:pt x="89059" y="96679"/>
                      <a:pt x="90964" y="99536"/>
                    </a:cubicBezTo>
                    <a:cubicBezTo>
                      <a:pt x="88106" y="100489"/>
                      <a:pt x="86201" y="103346"/>
                      <a:pt x="86201" y="106204"/>
                    </a:cubicBezTo>
                    <a:cubicBezTo>
                      <a:pt x="86201" y="110014"/>
                      <a:pt x="90011" y="113824"/>
                      <a:pt x="93821" y="113824"/>
                    </a:cubicBezTo>
                    <a:cubicBezTo>
                      <a:pt x="97631" y="113824"/>
                      <a:pt x="101441" y="110014"/>
                      <a:pt x="101441" y="106204"/>
                    </a:cubicBezTo>
                    <a:cubicBezTo>
                      <a:pt x="101441" y="105251"/>
                      <a:pt x="101441" y="104299"/>
                      <a:pt x="100489" y="103346"/>
                    </a:cubicBezTo>
                    <a:cubicBezTo>
                      <a:pt x="107156" y="103346"/>
                      <a:pt x="111919" y="97631"/>
                      <a:pt x="111919" y="91916"/>
                    </a:cubicBezTo>
                    <a:cubicBezTo>
                      <a:pt x="111919" y="85249"/>
                      <a:pt x="106204" y="79534"/>
                      <a:pt x="99536" y="79534"/>
                    </a:cubicBezTo>
                    <a:cubicBezTo>
                      <a:pt x="98584" y="79534"/>
                      <a:pt x="97631" y="79534"/>
                      <a:pt x="96679" y="80486"/>
                    </a:cubicBezTo>
                    <a:cubicBezTo>
                      <a:pt x="96679" y="79534"/>
                      <a:pt x="96679" y="79534"/>
                      <a:pt x="96679" y="78581"/>
                    </a:cubicBezTo>
                    <a:cubicBezTo>
                      <a:pt x="96679" y="72866"/>
                      <a:pt x="91916" y="68104"/>
                      <a:pt x="86201" y="67151"/>
                    </a:cubicBezTo>
                    <a:cubicBezTo>
                      <a:pt x="89059" y="63341"/>
                      <a:pt x="90964" y="58579"/>
                      <a:pt x="90964" y="53816"/>
                    </a:cubicBezTo>
                    <a:cubicBezTo>
                      <a:pt x="90964" y="50006"/>
                      <a:pt x="90011" y="46196"/>
                      <a:pt x="88106" y="43339"/>
                    </a:cubicBezTo>
                    <a:cubicBezTo>
                      <a:pt x="88106" y="43339"/>
                      <a:pt x="89059" y="42386"/>
                      <a:pt x="89059" y="42386"/>
                    </a:cubicBezTo>
                    <a:cubicBezTo>
                      <a:pt x="91916" y="41434"/>
                      <a:pt x="94774" y="43339"/>
                      <a:pt x="98584" y="433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8"/>
              <p:cNvSpPr/>
              <p:nvPr/>
            </p:nvSpPr>
            <p:spPr>
              <a:xfrm>
                <a:off x="5531644" y="288274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7621" y="28099"/>
                    </a:move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8"/>
              <p:cNvSpPr/>
              <p:nvPr/>
            </p:nvSpPr>
            <p:spPr>
              <a:xfrm>
                <a:off x="5657374" y="3650456"/>
                <a:ext cx="571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85725" extrusionOk="0">
                    <a:moveTo>
                      <a:pt x="53816" y="61436"/>
                    </a:moveTo>
                    <a:cubicBezTo>
                      <a:pt x="53816" y="54769"/>
                      <a:pt x="50959" y="49054"/>
                      <a:pt x="46196" y="44291"/>
                    </a:cubicBezTo>
                    <a:cubicBezTo>
                      <a:pt x="52864" y="42386"/>
                      <a:pt x="58579" y="35719"/>
                      <a:pt x="58579" y="28099"/>
                    </a:cubicBezTo>
                    <a:cubicBezTo>
                      <a:pt x="58579" y="18574"/>
                      <a:pt x="50959" y="10954"/>
                      <a:pt x="41434" y="10954"/>
                    </a:cubicBezTo>
                    <a:cubicBezTo>
                      <a:pt x="35719" y="10954"/>
                      <a:pt x="30004" y="13811"/>
                      <a:pt x="27146" y="18574"/>
                    </a:cubicBezTo>
                    <a:cubicBezTo>
                      <a:pt x="27146" y="17621"/>
                      <a:pt x="28099" y="16669"/>
                      <a:pt x="28099" y="15716"/>
                    </a:cubicBezTo>
                    <a:cubicBezTo>
                      <a:pt x="28099" y="10954"/>
                      <a:pt x="24289" y="7144"/>
                      <a:pt x="19526" y="7144"/>
                    </a:cubicBezTo>
                    <a:cubicBezTo>
                      <a:pt x="14764" y="7144"/>
                      <a:pt x="10001" y="10954"/>
                      <a:pt x="10001" y="16669"/>
                    </a:cubicBezTo>
                    <a:cubicBezTo>
                      <a:pt x="10001" y="21431"/>
                      <a:pt x="13811" y="25241"/>
                      <a:pt x="18574" y="25241"/>
                    </a:cubicBezTo>
                    <a:cubicBezTo>
                      <a:pt x="21431" y="25241"/>
                      <a:pt x="24289" y="23336"/>
                      <a:pt x="25241" y="21431"/>
                    </a:cubicBezTo>
                    <a:cubicBezTo>
                      <a:pt x="24289" y="23336"/>
                      <a:pt x="24289" y="26194"/>
                      <a:pt x="24289" y="28099"/>
                    </a:cubicBezTo>
                    <a:cubicBezTo>
                      <a:pt x="24289" y="31909"/>
                      <a:pt x="25241" y="35719"/>
                      <a:pt x="28099" y="38576"/>
                    </a:cubicBezTo>
                    <a:cubicBezTo>
                      <a:pt x="16669" y="39529"/>
                      <a:pt x="7144" y="49054"/>
                      <a:pt x="7144" y="61436"/>
                    </a:cubicBezTo>
                    <a:cubicBezTo>
                      <a:pt x="7144" y="73819"/>
                      <a:pt x="17621" y="84296"/>
                      <a:pt x="30004" y="84296"/>
                    </a:cubicBezTo>
                    <a:cubicBezTo>
                      <a:pt x="43339" y="84296"/>
                      <a:pt x="53816" y="73819"/>
                      <a:pt x="53816" y="614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8"/>
              <p:cNvSpPr/>
              <p:nvPr/>
            </p:nvSpPr>
            <p:spPr>
              <a:xfrm>
                <a:off x="5672614" y="3374231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7144" y="25241"/>
                    </a:moveTo>
                    <a:cubicBezTo>
                      <a:pt x="7144" y="35719"/>
                      <a:pt x="15716" y="43339"/>
                      <a:pt x="25241" y="43339"/>
                    </a:cubicBezTo>
                    <a:cubicBezTo>
                      <a:pt x="34766" y="43339"/>
                      <a:pt x="43339" y="34766"/>
                      <a:pt x="43339" y="25241"/>
                    </a:cubicBezTo>
                    <a:cubicBezTo>
                      <a:pt x="43339" y="14764"/>
                      <a:pt x="34766" y="7144"/>
                      <a:pt x="25241" y="7144"/>
                    </a:cubicBezTo>
                    <a:cubicBezTo>
                      <a:pt x="15716" y="7144"/>
                      <a:pt x="7144" y="14764"/>
                      <a:pt x="7144" y="252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8"/>
              <p:cNvSpPr/>
              <p:nvPr/>
            </p:nvSpPr>
            <p:spPr>
              <a:xfrm>
                <a:off x="5797391" y="416480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4289" y="15716"/>
                    </a:move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3336"/>
                      <a:pt x="24289" y="19526"/>
                      <a:pt x="24289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8"/>
              <p:cNvSpPr/>
              <p:nvPr/>
            </p:nvSpPr>
            <p:spPr>
              <a:xfrm>
                <a:off x="6067717" y="388667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3043" y="18574"/>
                    </a:moveTo>
                    <a:cubicBezTo>
                      <a:pt x="15901" y="18574"/>
                      <a:pt x="18758" y="15716"/>
                      <a:pt x="18758" y="12859"/>
                    </a:cubicBezTo>
                    <a:cubicBezTo>
                      <a:pt x="18758" y="10001"/>
                      <a:pt x="15901" y="7144"/>
                      <a:pt x="13043" y="7144"/>
                    </a:cubicBezTo>
                    <a:cubicBezTo>
                      <a:pt x="10186" y="7144"/>
                      <a:pt x="7328" y="10001"/>
                      <a:pt x="7328" y="12859"/>
                    </a:cubicBezTo>
                    <a:cubicBezTo>
                      <a:pt x="6376" y="15716"/>
                      <a:pt x="9233" y="18574"/>
                      <a:pt x="13043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8"/>
              <p:cNvSpPr/>
              <p:nvPr/>
            </p:nvSpPr>
            <p:spPr>
              <a:xfrm>
                <a:off x="5555456" y="3539014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31909" y="56674"/>
                    </a:moveTo>
                    <a:cubicBezTo>
                      <a:pt x="45244" y="56674"/>
                      <a:pt x="56674" y="46196"/>
                      <a:pt x="56674" y="31909"/>
                    </a:cubicBezTo>
                    <a:cubicBezTo>
                      <a:pt x="56674" y="18574"/>
                      <a:pt x="46196" y="7144"/>
                      <a:pt x="31909" y="7144"/>
                    </a:cubicBezTo>
                    <a:cubicBezTo>
                      <a:pt x="18574" y="7144"/>
                      <a:pt x="7144" y="17621"/>
                      <a:pt x="7144" y="31909"/>
                    </a:cubicBezTo>
                    <a:cubicBezTo>
                      <a:pt x="7144" y="46196"/>
                      <a:pt x="18574" y="56674"/>
                      <a:pt x="31909" y="566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8"/>
              <p:cNvSpPr/>
              <p:nvPr/>
            </p:nvSpPr>
            <p:spPr>
              <a:xfrm>
                <a:off x="6038374" y="418004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7144" y="12859"/>
                    </a:move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8096"/>
                      <a:pt x="7144" y="10001"/>
                      <a:pt x="714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8"/>
              <p:cNvSpPr/>
              <p:nvPr/>
            </p:nvSpPr>
            <p:spPr>
              <a:xfrm>
                <a:off x="5919311" y="3565684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7144" y="12859"/>
                    </a:move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38"/>
              <p:cNvSpPr/>
              <p:nvPr/>
            </p:nvSpPr>
            <p:spPr>
              <a:xfrm>
                <a:off x="5928836" y="410194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2859" y="18574"/>
                    </a:move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38"/>
              <p:cNvSpPr/>
              <p:nvPr/>
            </p:nvSpPr>
            <p:spPr>
              <a:xfrm>
                <a:off x="5470684" y="355901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3814" y="7144"/>
                    </a:moveTo>
                    <a:cubicBezTo>
                      <a:pt x="19526" y="7144"/>
                      <a:pt x="7144" y="18574"/>
                      <a:pt x="7144" y="33814"/>
                    </a:cubicBezTo>
                    <a:cubicBezTo>
                      <a:pt x="7144" y="48101"/>
                      <a:pt x="18574" y="60484"/>
                      <a:pt x="33814" y="60484"/>
                    </a:cubicBezTo>
                    <a:cubicBezTo>
                      <a:pt x="48101" y="60484"/>
                      <a:pt x="60484" y="49054"/>
                      <a:pt x="60484" y="33814"/>
                    </a:cubicBezTo>
                    <a:cubicBezTo>
                      <a:pt x="59531" y="18574"/>
                      <a:pt x="48101" y="7144"/>
                      <a:pt x="33814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8"/>
              <p:cNvSpPr/>
              <p:nvPr/>
            </p:nvSpPr>
            <p:spPr>
              <a:xfrm>
                <a:off x="5958364" y="385429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0479" y="33814"/>
                    </a:moveTo>
                    <a:cubicBezTo>
                      <a:pt x="27146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3811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8"/>
              <p:cNvSpPr/>
              <p:nvPr/>
            </p:nvSpPr>
            <p:spPr>
              <a:xfrm>
                <a:off x="6216491" y="2458879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8"/>
              <p:cNvSpPr/>
              <p:nvPr/>
            </p:nvSpPr>
            <p:spPr>
              <a:xfrm>
                <a:off x="5384006" y="3668554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4766" y="7144"/>
                    </a:moveTo>
                    <a:cubicBezTo>
                      <a:pt x="19526" y="7144"/>
                      <a:pt x="7144" y="19526"/>
                      <a:pt x="7144" y="34766"/>
                    </a:cubicBezTo>
                    <a:cubicBezTo>
                      <a:pt x="7144" y="50006"/>
                      <a:pt x="19526" y="62389"/>
                      <a:pt x="34766" y="62389"/>
                    </a:cubicBezTo>
                    <a:cubicBezTo>
                      <a:pt x="50006" y="62389"/>
                      <a:pt x="62389" y="50006"/>
                      <a:pt x="62389" y="34766"/>
                    </a:cubicBezTo>
                    <a:cubicBezTo>
                      <a:pt x="62389" y="18574"/>
                      <a:pt x="50006" y="7144"/>
                      <a:pt x="34766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8"/>
              <p:cNvSpPr/>
              <p:nvPr/>
            </p:nvSpPr>
            <p:spPr>
              <a:xfrm>
                <a:off x="5896451" y="3007519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7144" y="30004"/>
                    </a:moveTo>
                    <a:cubicBezTo>
                      <a:pt x="7144" y="43339"/>
                      <a:pt x="17621" y="52864"/>
                      <a:pt x="30004" y="52864"/>
                    </a:cubicBezTo>
                    <a:cubicBezTo>
                      <a:pt x="43339" y="52864"/>
                      <a:pt x="52864" y="42386"/>
                      <a:pt x="52864" y="30004"/>
                    </a:cubicBezTo>
                    <a:cubicBezTo>
                      <a:pt x="52864" y="16669"/>
                      <a:pt x="42386" y="7144"/>
                      <a:pt x="30004" y="7144"/>
                    </a:cubicBezTo>
                    <a:cubicBezTo>
                      <a:pt x="17621" y="7144"/>
                      <a:pt x="7144" y="17621"/>
                      <a:pt x="7144" y="300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8"/>
              <p:cNvSpPr/>
              <p:nvPr/>
            </p:nvSpPr>
            <p:spPr>
              <a:xfrm>
                <a:off x="6256496" y="245506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4764" y="22384"/>
                    </a:moveTo>
                    <a:cubicBezTo>
                      <a:pt x="19526" y="22384"/>
                      <a:pt x="22384" y="18574"/>
                      <a:pt x="22384" y="14764"/>
                    </a:cubicBezTo>
                    <a:cubicBezTo>
                      <a:pt x="22384" y="10001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8574"/>
                      <a:pt x="10001" y="22384"/>
                      <a:pt x="1476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8"/>
              <p:cNvSpPr/>
              <p:nvPr/>
            </p:nvSpPr>
            <p:spPr>
              <a:xfrm>
                <a:off x="5407819" y="34713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9529" y="23336"/>
                    </a:moveTo>
                    <a:cubicBezTo>
                      <a:pt x="39529" y="32279"/>
                      <a:pt x="32279" y="39529"/>
                      <a:pt x="23336" y="39529"/>
                    </a:cubicBezTo>
                    <a:cubicBezTo>
                      <a:pt x="14393" y="39529"/>
                      <a:pt x="7144" y="32279"/>
                      <a:pt x="7144" y="23336"/>
                    </a:cubicBezTo>
                    <a:cubicBezTo>
                      <a:pt x="7144" y="14393"/>
                      <a:pt x="14393" y="7144"/>
                      <a:pt x="23336" y="7144"/>
                    </a:cubicBezTo>
                    <a:cubicBezTo>
                      <a:pt x="32279" y="7144"/>
                      <a:pt x="39529" y="14393"/>
                      <a:pt x="39529" y="233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8"/>
              <p:cNvSpPr/>
              <p:nvPr/>
            </p:nvSpPr>
            <p:spPr>
              <a:xfrm>
                <a:off x="6014561" y="2881789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7144" y="12859"/>
                    </a:moveTo>
                    <a:cubicBezTo>
                      <a:pt x="7144" y="15716"/>
                      <a:pt x="9049" y="18574"/>
                      <a:pt x="12859" y="18574"/>
                    </a:cubicBezTo>
                    <a:cubicBezTo>
                      <a:pt x="15716" y="18574"/>
                      <a:pt x="18574" y="16669"/>
                      <a:pt x="18574" y="12859"/>
                    </a:cubicBezTo>
                    <a:cubicBezTo>
                      <a:pt x="18574" y="10001"/>
                      <a:pt x="16669" y="7144"/>
                      <a:pt x="12859" y="7144"/>
                    </a:cubicBezTo>
                    <a:cubicBezTo>
                      <a:pt x="9049" y="8096"/>
                      <a:pt x="7144" y="10001"/>
                      <a:pt x="714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8"/>
              <p:cNvSpPr/>
              <p:nvPr/>
            </p:nvSpPr>
            <p:spPr>
              <a:xfrm>
                <a:off x="5963126" y="2893219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13811" y="37624"/>
                    </a:moveTo>
                    <a:cubicBezTo>
                      <a:pt x="13811" y="38576"/>
                      <a:pt x="13811" y="39529"/>
                      <a:pt x="13811" y="40481"/>
                    </a:cubicBezTo>
                    <a:cubicBezTo>
                      <a:pt x="10001" y="45244"/>
                      <a:pt x="7144" y="50959"/>
                      <a:pt x="7144" y="57626"/>
                    </a:cubicBezTo>
                    <a:cubicBezTo>
                      <a:pt x="7144" y="65246"/>
                      <a:pt x="10954" y="71914"/>
                      <a:pt x="15716" y="77629"/>
                    </a:cubicBezTo>
                    <a:cubicBezTo>
                      <a:pt x="17621" y="82391"/>
                      <a:pt x="22384" y="86201"/>
                      <a:pt x="28099" y="86201"/>
                    </a:cubicBezTo>
                    <a:cubicBezTo>
                      <a:pt x="30004" y="86201"/>
                      <a:pt x="31909" y="85249"/>
                      <a:pt x="33814" y="84296"/>
                    </a:cubicBezTo>
                    <a:cubicBezTo>
                      <a:pt x="46196" y="84296"/>
                      <a:pt x="55721" y="75724"/>
                      <a:pt x="58579" y="64294"/>
                    </a:cubicBezTo>
                    <a:cubicBezTo>
                      <a:pt x="68104" y="58579"/>
                      <a:pt x="74771" y="49054"/>
                      <a:pt x="74771" y="37624"/>
                    </a:cubicBezTo>
                    <a:cubicBezTo>
                      <a:pt x="74771" y="20479"/>
                      <a:pt x="60484" y="7144"/>
                      <a:pt x="44291" y="7144"/>
                    </a:cubicBezTo>
                    <a:cubicBezTo>
                      <a:pt x="28099" y="7144"/>
                      <a:pt x="13811" y="20479"/>
                      <a:pt x="13811" y="376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8"/>
              <p:cNvSpPr/>
              <p:nvPr/>
            </p:nvSpPr>
            <p:spPr>
              <a:xfrm>
                <a:off x="5599271" y="377332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4764" y="22384"/>
                    </a:moveTo>
                    <a:cubicBezTo>
                      <a:pt x="18574" y="22384"/>
                      <a:pt x="22384" y="19526"/>
                      <a:pt x="22384" y="14764"/>
                    </a:cubicBezTo>
                    <a:cubicBezTo>
                      <a:pt x="22384" y="10954"/>
                      <a:pt x="18574" y="7144"/>
                      <a:pt x="14764" y="7144"/>
                    </a:cubicBezTo>
                    <a:cubicBezTo>
                      <a:pt x="10954" y="7144"/>
                      <a:pt x="7144" y="10001"/>
                      <a:pt x="7144" y="14764"/>
                    </a:cubicBezTo>
                    <a:cubicBezTo>
                      <a:pt x="7144" y="18574"/>
                      <a:pt x="10954" y="22384"/>
                      <a:pt x="1476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8"/>
              <p:cNvSpPr/>
              <p:nvPr/>
            </p:nvSpPr>
            <p:spPr>
              <a:xfrm>
                <a:off x="5607844" y="374189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3336" y="7144"/>
                    </a:moveTo>
                    <a:cubicBezTo>
                      <a:pt x="13811" y="7144"/>
                      <a:pt x="7144" y="14764"/>
                      <a:pt x="7144" y="23336"/>
                    </a:cubicBezTo>
                    <a:cubicBezTo>
                      <a:pt x="7144" y="31909"/>
                      <a:pt x="14764" y="39529"/>
                      <a:pt x="23336" y="39529"/>
                    </a:cubicBezTo>
                    <a:cubicBezTo>
                      <a:pt x="32861" y="39529"/>
                      <a:pt x="39529" y="31909"/>
                      <a:pt x="39529" y="23336"/>
                    </a:cubicBezTo>
                    <a:cubicBezTo>
                      <a:pt x="39529" y="14764"/>
                      <a:pt x="31909" y="7144"/>
                      <a:pt x="23336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>
                <a:off x="6123146" y="26265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 extrusionOk="0">
                    <a:moveTo>
                      <a:pt x="28099" y="49054"/>
                    </a:moveTo>
                    <a:cubicBezTo>
                      <a:pt x="39529" y="49054"/>
                      <a:pt x="49054" y="39529"/>
                      <a:pt x="49054" y="28099"/>
                    </a:cubicBezTo>
                    <a:cubicBezTo>
                      <a:pt x="49054" y="16669"/>
                      <a:pt x="39529" y="7144"/>
                      <a:pt x="28099" y="7144"/>
                    </a:cubicBezTo>
                    <a:cubicBezTo>
                      <a:pt x="16669" y="7144"/>
                      <a:pt x="7144" y="16669"/>
                      <a:pt x="7144" y="28099"/>
                    </a:cubicBezTo>
                    <a:cubicBezTo>
                      <a:pt x="7144" y="39529"/>
                      <a:pt x="16669" y="49054"/>
                      <a:pt x="28099" y="490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8"/>
              <p:cNvSpPr/>
              <p:nvPr/>
            </p:nvSpPr>
            <p:spPr>
              <a:xfrm>
                <a:off x="6023134" y="295798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7144" y="15716"/>
                    </a:move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001" y="8096"/>
                      <a:pt x="7144" y="11906"/>
                      <a:pt x="7144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8"/>
              <p:cNvSpPr/>
              <p:nvPr/>
            </p:nvSpPr>
            <p:spPr>
              <a:xfrm>
                <a:off x="5868829" y="2835116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051" y="50959"/>
                    </a:moveTo>
                    <a:cubicBezTo>
                      <a:pt x="41434" y="50959"/>
                      <a:pt x="50959" y="41434"/>
                      <a:pt x="50959" y="29051"/>
                    </a:cubicBezTo>
                    <a:cubicBezTo>
                      <a:pt x="50959" y="16669"/>
                      <a:pt x="41434" y="7144"/>
                      <a:pt x="29051" y="7144"/>
                    </a:cubicBezTo>
                    <a:cubicBezTo>
                      <a:pt x="16669" y="7144"/>
                      <a:pt x="7144" y="16669"/>
                      <a:pt x="7144" y="29051"/>
                    </a:cubicBezTo>
                    <a:cubicBezTo>
                      <a:pt x="7144" y="41434"/>
                      <a:pt x="16669" y="50959"/>
                      <a:pt x="29051" y="509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8"/>
              <p:cNvSpPr/>
              <p:nvPr/>
            </p:nvSpPr>
            <p:spPr>
              <a:xfrm>
                <a:off x="5718334" y="323611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1431"/>
                      <a:pt x="11906" y="26194"/>
                      <a:pt x="16669" y="26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8"/>
              <p:cNvSpPr/>
              <p:nvPr/>
            </p:nvSpPr>
            <p:spPr>
              <a:xfrm>
                <a:off x="6134576" y="282368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8574" y="30004"/>
                    </a:move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8"/>
              <p:cNvSpPr/>
              <p:nvPr/>
            </p:nvSpPr>
            <p:spPr>
              <a:xfrm>
                <a:off x="6121241" y="284749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3336" y="39529"/>
                    </a:moveTo>
                    <a:cubicBezTo>
                      <a:pt x="31909" y="39529"/>
                      <a:pt x="39529" y="31909"/>
                      <a:pt x="39529" y="23336"/>
                    </a:cubicBezTo>
                    <a:cubicBezTo>
                      <a:pt x="39529" y="14764"/>
                      <a:pt x="32861" y="7144"/>
                      <a:pt x="23336" y="7144"/>
                    </a:cubicBezTo>
                    <a:cubicBezTo>
                      <a:pt x="14764" y="7144"/>
                      <a:pt x="7144" y="13811"/>
                      <a:pt x="7144" y="23336"/>
                    </a:cubicBezTo>
                    <a:cubicBezTo>
                      <a:pt x="8096" y="31909"/>
                      <a:pt x="14764" y="39529"/>
                      <a:pt x="23336" y="395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8"/>
              <p:cNvSpPr/>
              <p:nvPr/>
            </p:nvSpPr>
            <p:spPr>
              <a:xfrm>
                <a:off x="5774531" y="3376136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 extrusionOk="0">
                    <a:moveTo>
                      <a:pt x="25241" y="7144"/>
                    </a:moveTo>
                    <a:cubicBezTo>
                      <a:pt x="14764" y="7144"/>
                      <a:pt x="7144" y="15716"/>
                      <a:pt x="7144" y="25241"/>
                    </a:cubicBezTo>
                    <a:cubicBezTo>
                      <a:pt x="7144" y="32861"/>
                      <a:pt x="11906" y="39529"/>
                      <a:pt x="18574" y="42386"/>
                    </a:cubicBezTo>
                    <a:cubicBezTo>
                      <a:pt x="15716" y="46196"/>
                      <a:pt x="14764" y="50006"/>
                      <a:pt x="14764" y="54769"/>
                    </a:cubicBezTo>
                    <a:cubicBezTo>
                      <a:pt x="14764" y="55721"/>
                      <a:pt x="14764" y="55721"/>
                      <a:pt x="14764" y="55721"/>
                    </a:cubicBezTo>
                    <a:cubicBezTo>
                      <a:pt x="10001" y="59531"/>
                      <a:pt x="7144" y="65246"/>
                      <a:pt x="7144" y="71914"/>
                    </a:cubicBezTo>
                    <a:cubicBezTo>
                      <a:pt x="7144" y="84296"/>
                      <a:pt x="16669" y="93821"/>
                      <a:pt x="29051" y="93821"/>
                    </a:cubicBezTo>
                    <a:cubicBezTo>
                      <a:pt x="41434" y="93821"/>
                      <a:pt x="50959" y="84296"/>
                      <a:pt x="50959" y="71914"/>
                    </a:cubicBezTo>
                    <a:cubicBezTo>
                      <a:pt x="50959" y="70961"/>
                      <a:pt x="50959" y="70009"/>
                      <a:pt x="50959" y="68104"/>
                    </a:cubicBezTo>
                    <a:cubicBezTo>
                      <a:pt x="52864" y="66199"/>
                      <a:pt x="53816" y="64294"/>
                      <a:pt x="54769" y="61436"/>
                    </a:cubicBezTo>
                    <a:cubicBezTo>
                      <a:pt x="56674" y="63341"/>
                      <a:pt x="59531" y="64294"/>
                      <a:pt x="61436" y="64294"/>
                    </a:cubicBezTo>
                    <a:cubicBezTo>
                      <a:pt x="67151" y="64294"/>
                      <a:pt x="71914" y="59531"/>
                      <a:pt x="71914" y="53816"/>
                    </a:cubicBezTo>
                    <a:cubicBezTo>
                      <a:pt x="71914" y="48101"/>
                      <a:pt x="67151" y="43339"/>
                      <a:pt x="61436" y="43339"/>
                    </a:cubicBezTo>
                    <a:cubicBezTo>
                      <a:pt x="58579" y="43339"/>
                      <a:pt x="56674" y="44291"/>
                      <a:pt x="54769" y="46196"/>
                    </a:cubicBezTo>
                    <a:cubicBezTo>
                      <a:pt x="51911" y="39529"/>
                      <a:pt x="47149" y="34766"/>
                      <a:pt x="40481" y="33814"/>
                    </a:cubicBezTo>
                    <a:cubicBezTo>
                      <a:pt x="41434" y="30956"/>
                      <a:pt x="42386" y="28099"/>
                      <a:pt x="42386" y="25241"/>
                    </a:cubicBezTo>
                    <a:cubicBezTo>
                      <a:pt x="43339" y="15716"/>
                      <a:pt x="34766" y="7144"/>
                      <a:pt x="2524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8"/>
              <p:cNvSpPr/>
              <p:nvPr/>
            </p:nvSpPr>
            <p:spPr>
              <a:xfrm>
                <a:off x="5570696" y="322373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8099" y="17621"/>
                    </a:move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8"/>
              <p:cNvSpPr/>
              <p:nvPr/>
            </p:nvSpPr>
            <p:spPr>
              <a:xfrm>
                <a:off x="5915501" y="4155281"/>
                <a:ext cx="381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8575" extrusionOk="0">
                    <a:moveTo>
                      <a:pt x="7144" y="20479"/>
                    </a:moveTo>
                    <a:cubicBezTo>
                      <a:pt x="7144" y="25241"/>
                      <a:pt x="10954" y="28099"/>
                      <a:pt x="14764" y="28099"/>
                    </a:cubicBezTo>
                    <a:cubicBezTo>
                      <a:pt x="19526" y="28099"/>
                      <a:pt x="22384" y="24289"/>
                      <a:pt x="22384" y="20479"/>
                    </a:cubicBezTo>
                    <a:cubicBezTo>
                      <a:pt x="23336" y="22384"/>
                      <a:pt x="26194" y="23336"/>
                      <a:pt x="28099" y="23336"/>
                    </a:cubicBezTo>
                    <a:cubicBezTo>
                      <a:pt x="31909" y="23336"/>
                      <a:pt x="35719" y="19526"/>
                      <a:pt x="35719" y="15716"/>
                    </a:cubicBezTo>
                    <a:cubicBezTo>
                      <a:pt x="35719" y="11906"/>
                      <a:pt x="32861" y="7144"/>
                      <a:pt x="28099" y="7144"/>
                    </a:cubicBezTo>
                    <a:cubicBezTo>
                      <a:pt x="24289" y="7144"/>
                      <a:pt x="20479" y="10954"/>
                      <a:pt x="20479" y="14764"/>
                    </a:cubicBezTo>
                    <a:cubicBezTo>
                      <a:pt x="18574" y="12859"/>
                      <a:pt x="16669" y="11906"/>
                      <a:pt x="14764" y="11906"/>
                    </a:cubicBezTo>
                    <a:cubicBezTo>
                      <a:pt x="10001" y="11906"/>
                      <a:pt x="7144" y="15716"/>
                      <a:pt x="7144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8"/>
              <p:cNvSpPr/>
              <p:nvPr/>
            </p:nvSpPr>
            <p:spPr>
              <a:xfrm>
                <a:off x="5491639" y="3211354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7624" y="68104"/>
                    </a:moveTo>
                    <a:cubicBezTo>
                      <a:pt x="54769" y="68104"/>
                      <a:pt x="68104" y="54769"/>
                      <a:pt x="68104" y="37624"/>
                    </a:cubicBezTo>
                    <a:cubicBezTo>
                      <a:pt x="68104" y="20479"/>
                      <a:pt x="54769" y="7144"/>
                      <a:pt x="37624" y="7144"/>
                    </a:cubicBezTo>
                    <a:cubicBezTo>
                      <a:pt x="20479" y="7144"/>
                      <a:pt x="7144" y="20479"/>
                      <a:pt x="7144" y="37624"/>
                    </a:cubicBezTo>
                    <a:cubicBezTo>
                      <a:pt x="7144" y="54769"/>
                      <a:pt x="20479" y="68104"/>
                      <a:pt x="37624" y="68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8"/>
              <p:cNvSpPr/>
              <p:nvPr/>
            </p:nvSpPr>
            <p:spPr>
              <a:xfrm>
                <a:off x="5838349" y="3117056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 extrusionOk="0">
                    <a:moveTo>
                      <a:pt x="49054" y="64294"/>
                    </a:moveTo>
                    <a:cubicBezTo>
                      <a:pt x="62389" y="64294"/>
                      <a:pt x="73819" y="53816"/>
                      <a:pt x="73819" y="39529"/>
                    </a:cubicBezTo>
                    <a:cubicBezTo>
                      <a:pt x="73819" y="28099"/>
                      <a:pt x="66199" y="18574"/>
                      <a:pt x="55721" y="15716"/>
                    </a:cubicBezTo>
                    <a:cubicBezTo>
                      <a:pt x="50959" y="10001"/>
                      <a:pt x="43339" y="7144"/>
                      <a:pt x="35719" y="7144"/>
                    </a:cubicBezTo>
                    <a:cubicBezTo>
                      <a:pt x="20479" y="7144"/>
                      <a:pt x="8096" y="19526"/>
                      <a:pt x="8096" y="34766"/>
                    </a:cubicBezTo>
                    <a:cubicBezTo>
                      <a:pt x="8096" y="42386"/>
                      <a:pt x="10954" y="49054"/>
                      <a:pt x="15716" y="53816"/>
                    </a:cubicBezTo>
                    <a:cubicBezTo>
                      <a:pt x="10954" y="56674"/>
                      <a:pt x="7144" y="61436"/>
                      <a:pt x="7144" y="67151"/>
                    </a:cubicBezTo>
                    <a:cubicBezTo>
                      <a:pt x="7144" y="75724"/>
                      <a:pt x="13811" y="82391"/>
                      <a:pt x="22384" y="82391"/>
                    </a:cubicBezTo>
                    <a:cubicBezTo>
                      <a:pt x="30956" y="82391"/>
                      <a:pt x="37624" y="75724"/>
                      <a:pt x="37624" y="67151"/>
                    </a:cubicBezTo>
                    <a:cubicBezTo>
                      <a:pt x="37624" y="65246"/>
                      <a:pt x="37624" y="63341"/>
                      <a:pt x="36671" y="62389"/>
                    </a:cubicBezTo>
                    <a:cubicBezTo>
                      <a:pt x="37624" y="62389"/>
                      <a:pt x="38576" y="62389"/>
                      <a:pt x="40481" y="62389"/>
                    </a:cubicBezTo>
                    <a:cubicBezTo>
                      <a:pt x="43339" y="63341"/>
                      <a:pt x="46196" y="64294"/>
                      <a:pt x="49054" y="642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8"/>
              <p:cNvSpPr/>
              <p:nvPr/>
            </p:nvSpPr>
            <p:spPr>
              <a:xfrm>
                <a:off x="5675471" y="324564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7144" y="18574"/>
                    </a:move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ubicBezTo>
                      <a:pt x="12859" y="7144"/>
                      <a:pt x="7144" y="12859"/>
                      <a:pt x="7144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8"/>
              <p:cNvSpPr/>
              <p:nvPr/>
            </p:nvSpPr>
            <p:spPr>
              <a:xfrm>
                <a:off x="5369719" y="3549491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9529" y="23336"/>
                    </a:moveTo>
                    <a:cubicBezTo>
                      <a:pt x="39529" y="13811"/>
                      <a:pt x="31909" y="7144"/>
                      <a:pt x="23336" y="7144"/>
                    </a:cubicBezTo>
                    <a:cubicBezTo>
                      <a:pt x="13811" y="7144"/>
                      <a:pt x="7144" y="14764"/>
                      <a:pt x="7144" y="23336"/>
                    </a:cubicBezTo>
                    <a:cubicBezTo>
                      <a:pt x="7144" y="32861"/>
                      <a:pt x="14764" y="39529"/>
                      <a:pt x="23336" y="39529"/>
                    </a:cubicBezTo>
                    <a:cubicBezTo>
                      <a:pt x="31909" y="40481"/>
                      <a:pt x="39529" y="32861"/>
                      <a:pt x="39529" y="233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8"/>
              <p:cNvSpPr/>
              <p:nvPr/>
            </p:nvSpPr>
            <p:spPr>
              <a:xfrm>
                <a:off x="5723096" y="364759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5719" y="21431"/>
                    </a:moveTo>
                    <a:cubicBezTo>
                      <a:pt x="35719" y="12859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30004"/>
                      <a:pt x="13811" y="35719"/>
                      <a:pt x="21431" y="35719"/>
                    </a:cubicBezTo>
                    <a:cubicBezTo>
                      <a:pt x="29051" y="35719"/>
                      <a:pt x="35719" y="30004"/>
                      <a:pt x="35719" y="214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8"/>
              <p:cNvSpPr/>
              <p:nvPr/>
            </p:nvSpPr>
            <p:spPr>
              <a:xfrm>
                <a:off x="6036469" y="2917984"/>
                <a:ext cx="1619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33350" extrusionOk="0">
                    <a:moveTo>
                      <a:pt x="74771" y="30004"/>
                    </a:moveTo>
                    <a:cubicBezTo>
                      <a:pt x="76676" y="28099"/>
                      <a:pt x="77629" y="25241"/>
                      <a:pt x="77629" y="21431"/>
                    </a:cubicBezTo>
                    <a:cubicBezTo>
                      <a:pt x="77629" y="13811"/>
                      <a:pt x="70961" y="7144"/>
                      <a:pt x="63341" y="7144"/>
                    </a:cubicBezTo>
                    <a:cubicBezTo>
                      <a:pt x="55721" y="7144"/>
                      <a:pt x="49054" y="13811"/>
                      <a:pt x="49054" y="21431"/>
                    </a:cubicBezTo>
                    <a:cubicBezTo>
                      <a:pt x="49054" y="22384"/>
                      <a:pt x="49054" y="23336"/>
                      <a:pt x="49054" y="24289"/>
                    </a:cubicBezTo>
                    <a:cubicBezTo>
                      <a:pt x="33814" y="27146"/>
                      <a:pt x="22384" y="40481"/>
                      <a:pt x="22384" y="56674"/>
                    </a:cubicBezTo>
                    <a:cubicBezTo>
                      <a:pt x="22384" y="62389"/>
                      <a:pt x="24289" y="68104"/>
                      <a:pt x="27146" y="72866"/>
                    </a:cubicBezTo>
                    <a:cubicBezTo>
                      <a:pt x="26194" y="72866"/>
                      <a:pt x="26194" y="72866"/>
                      <a:pt x="25241" y="72866"/>
                    </a:cubicBezTo>
                    <a:cubicBezTo>
                      <a:pt x="15716" y="72866"/>
                      <a:pt x="7144" y="80486"/>
                      <a:pt x="7144" y="90964"/>
                    </a:cubicBezTo>
                    <a:cubicBezTo>
                      <a:pt x="7144" y="101441"/>
                      <a:pt x="14764" y="109061"/>
                      <a:pt x="25241" y="109061"/>
                    </a:cubicBezTo>
                    <a:cubicBezTo>
                      <a:pt x="33814" y="109061"/>
                      <a:pt x="41434" y="102394"/>
                      <a:pt x="42386" y="93821"/>
                    </a:cubicBezTo>
                    <a:cubicBezTo>
                      <a:pt x="42386" y="113824"/>
                      <a:pt x="58579" y="130016"/>
                      <a:pt x="78581" y="130016"/>
                    </a:cubicBezTo>
                    <a:cubicBezTo>
                      <a:pt x="98584" y="130016"/>
                      <a:pt x="114776" y="113824"/>
                      <a:pt x="114776" y="93821"/>
                    </a:cubicBezTo>
                    <a:cubicBezTo>
                      <a:pt x="114776" y="86201"/>
                      <a:pt x="112871" y="79534"/>
                      <a:pt x="109061" y="73819"/>
                    </a:cubicBezTo>
                    <a:cubicBezTo>
                      <a:pt x="112871" y="77629"/>
                      <a:pt x="118586" y="80486"/>
                      <a:pt x="124301" y="80486"/>
                    </a:cubicBezTo>
                    <a:cubicBezTo>
                      <a:pt x="135731" y="80486"/>
                      <a:pt x="144304" y="71914"/>
                      <a:pt x="146209" y="61436"/>
                    </a:cubicBezTo>
                    <a:cubicBezTo>
                      <a:pt x="148114" y="62389"/>
                      <a:pt x="150019" y="63341"/>
                      <a:pt x="151924" y="63341"/>
                    </a:cubicBezTo>
                    <a:cubicBezTo>
                      <a:pt x="158591" y="63341"/>
                      <a:pt x="163354" y="58579"/>
                      <a:pt x="163354" y="51911"/>
                    </a:cubicBezTo>
                    <a:cubicBezTo>
                      <a:pt x="163354" y="45244"/>
                      <a:pt x="158591" y="40481"/>
                      <a:pt x="151924" y="40481"/>
                    </a:cubicBezTo>
                    <a:cubicBezTo>
                      <a:pt x="148114" y="40481"/>
                      <a:pt x="144304" y="42386"/>
                      <a:pt x="142399" y="46196"/>
                    </a:cubicBezTo>
                    <a:cubicBezTo>
                      <a:pt x="138589" y="40481"/>
                      <a:pt x="131921" y="36671"/>
                      <a:pt x="124301" y="36671"/>
                    </a:cubicBezTo>
                    <a:cubicBezTo>
                      <a:pt x="111919" y="36671"/>
                      <a:pt x="102394" y="46196"/>
                      <a:pt x="102394" y="58579"/>
                    </a:cubicBezTo>
                    <a:cubicBezTo>
                      <a:pt x="102394" y="62389"/>
                      <a:pt x="103346" y="66199"/>
                      <a:pt x="105251" y="70009"/>
                    </a:cubicBezTo>
                    <a:cubicBezTo>
                      <a:pt x="100489" y="65246"/>
                      <a:pt x="94774" y="61436"/>
                      <a:pt x="88106" y="59531"/>
                    </a:cubicBezTo>
                    <a:cubicBezTo>
                      <a:pt x="88106" y="59531"/>
                      <a:pt x="88106" y="58579"/>
                      <a:pt x="88106" y="58579"/>
                    </a:cubicBezTo>
                    <a:cubicBezTo>
                      <a:pt x="89059" y="46196"/>
                      <a:pt x="83344" y="36671"/>
                      <a:pt x="74771" y="30004"/>
                    </a:cubicBezTo>
                    <a:close/>
                    <a:moveTo>
                      <a:pt x="42386" y="91916"/>
                    </a:moveTo>
                    <a:cubicBezTo>
                      <a:pt x="42386" y="90964"/>
                      <a:pt x="42386" y="90011"/>
                      <a:pt x="42386" y="89059"/>
                    </a:cubicBezTo>
                    <a:cubicBezTo>
                      <a:pt x="42386" y="89059"/>
                      <a:pt x="42386" y="89059"/>
                      <a:pt x="43339" y="89059"/>
                    </a:cubicBezTo>
                    <a:cubicBezTo>
                      <a:pt x="43339" y="89059"/>
                      <a:pt x="42386" y="90964"/>
                      <a:pt x="42386" y="919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8"/>
              <p:cNvSpPr/>
              <p:nvPr/>
            </p:nvSpPr>
            <p:spPr>
              <a:xfrm>
                <a:off x="5822156" y="374189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2384" y="14764"/>
                    </a:moveTo>
                    <a:cubicBezTo>
                      <a:pt x="22384" y="18972"/>
                      <a:pt x="18972" y="22384"/>
                      <a:pt x="14764" y="22384"/>
                    </a:cubicBezTo>
                    <a:cubicBezTo>
                      <a:pt x="10555" y="22384"/>
                      <a:pt x="7144" y="18972"/>
                      <a:pt x="7144" y="14764"/>
                    </a:cubicBezTo>
                    <a:cubicBezTo>
                      <a:pt x="7144" y="10555"/>
                      <a:pt x="10555" y="7144"/>
                      <a:pt x="14764" y="7144"/>
                    </a:cubicBezTo>
                    <a:cubicBezTo>
                      <a:pt x="18972" y="7144"/>
                      <a:pt x="22384" y="10555"/>
                      <a:pt x="22384" y="147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8"/>
              <p:cNvSpPr/>
              <p:nvPr/>
            </p:nvSpPr>
            <p:spPr>
              <a:xfrm>
                <a:off x="5948839" y="297608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5716" y="24289"/>
                    </a:move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8096" y="20479"/>
                      <a:pt x="11906" y="24289"/>
                      <a:pt x="15716" y="242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8"/>
              <p:cNvSpPr/>
              <p:nvPr/>
            </p:nvSpPr>
            <p:spPr>
              <a:xfrm>
                <a:off x="5656094" y="3041809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 extrusionOk="0">
                    <a:moveTo>
                      <a:pt x="20806" y="90964"/>
                    </a:moveTo>
                    <a:cubicBezTo>
                      <a:pt x="22711" y="90964"/>
                      <a:pt x="25569" y="90011"/>
                      <a:pt x="27474" y="89059"/>
                    </a:cubicBezTo>
                    <a:cubicBezTo>
                      <a:pt x="33189" y="100489"/>
                      <a:pt x="44619" y="108109"/>
                      <a:pt x="57954" y="108109"/>
                    </a:cubicBezTo>
                    <a:cubicBezTo>
                      <a:pt x="77004" y="108109"/>
                      <a:pt x="92244" y="92869"/>
                      <a:pt x="92244" y="73819"/>
                    </a:cubicBezTo>
                    <a:cubicBezTo>
                      <a:pt x="92244" y="56674"/>
                      <a:pt x="79861" y="43339"/>
                      <a:pt x="63669" y="40481"/>
                    </a:cubicBezTo>
                    <a:cubicBezTo>
                      <a:pt x="64621" y="38576"/>
                      <a:pt x="64621" y="36671"/>
                      <a:pt x="64621" y="33814"/>
                    </a:cubicBezTo>
                    <a:cubicBezTo>
                      <a:pt x="64621" y="18574"/>
                      <a:pt x="52239" y="7144"/>
                      <a:pt x="37951" y="7144"/>
                    </a:cubicBezTo>
                    <a:cubicBezTo>
                      <a:pt x="22711" y="7144"/>
                      <a:pt x="11281" y="19526"/>
                      <a:pt x="11281" y="33814"/>
                    </a:cubicBezTo>
                    <a:cubicBezTo>
                      <a:pt x="11281" y="45244"/>
                      <a:pt x="17949" y="54769"/>
                      <a:pt x="28426" y="58579"/>
                    </a:cubicBezTo>
                    <a:cubicBezTo>
                      <a:pt x="28426" y="59531"/>
                      <a:pt x="27474" y="60484"/>
                      <a:pt x="27474" y="61436"/>
                    </a:cubicBezTo>
                    <a:cubicBezTo>
                      <a:pt x="25569" y="60484"/>
                      <a:pt x="24616" y="60484"/>
                      <a:pt x="22711" y="60484"/>
                    </a:cubicBezTo>
                    <a:cubicBezTo>
                      <a:pt x="14139" y="60484"/>
                      <a:pt x="7471" y="67151"/>
                      <a:pt x="7471" y="75724"/>
                    </a:cubicBezTo>
                    <a:cubicBezTo>
                      <a:pt x="5566" y="84296"/>
                      <a:pt x="12234" y="90964"/>
                      <a:pt x="20806" y="909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8"/>
              <p:cNvSpPr/>
              <p:nvPr/>
            </p:nvSpPr>
            <p:spPr>
              <a:xfrm>
                <a:off x="5755481" y="4182904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31909" y="7144"/>
                    </a:moveTo>
                    <a:cubicBezTo>
                      <a:pt x="18574" y="7144"/>
                      <a:pt x="7144" y="18574"/>
                      <a:pt x="7144" y="31909"/>
                    </a:cubicBezTo>
                    <a:cubicBezTo>
                      <a:pt x="7144" y="45244"/>
                      <a:pt x="18574" y="56674"/>
                      <a:pt x="31909" y="56674"/>
                    </a:cubicBezTo>
                    <a:cubicBezTo>
                      <a:pt x="45244" y="56674"/>
                      <a:pt x="56674" y="45244"/>
                      <a:pt x="56674" y="31909"/>
                    </a:cubicBezTo>
                    <a:cubicBezTo>
                      <a:pt x="56674" y="17621"/>
                      <a:pt x="45244" y="7144"/>
                      <a:pt x="3190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8"/>
              <p:cNvSpPr/>
              <p:nvPr/>
            </p:nvSpPr>
            <p:spPr>
              <a:xfrm>
                <a:off x="6033611" y="393811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2384" y="14764"/>
                    </a:moveTo>
                    <a:cubicBezTo>
                      <a:pt x="22384" y="10001"/>
                      <a:pt x="18574" y="7144"/>
                      <a:pt x="14764" y="7144"/>
                    </a:cubicBezTo>
                    <a:cubicBezTo>
                      <a:pt x="10954" y="7144"/>
                      <a:pt x="7144" y="10954"/>
                      <a:pt x="7144" y="14764"/>
                    </a:cubicBezTo>
                    <a:cubicBezTo>
                      <a:pt x="7144" y="18574"/>
                      <a:pt x="10954" y="22384"/>
                      <a:pt x="14764" y="22384"/>
                    </a:cubicBezTo>
                    <a:cubicBezTo>
                      <a:pt x="18574" y="22384"/>
                      <a:pt x="22384" y="19526"/>
                      <a:pt x="22384" y="147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8"/>
              <p:cNvSpPr/>
              <p:nvPr/>
            </p:nvSpPr>
            <p:spPr>
              <a:xfrm>
                <a:off x="5585936" y="366283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7624" y="22384"/>
                    </a:move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cubicBezTo>
                      <a:pt x="7144" y="30956"/>
                      <a:pt x="13811" y="37624"/>
                      <a:pt x="22384" y="37624"/>
                    </a:cubicBezTo>
                    <a:cubicBezTo>
                      <a:pt x="30956" y="37624"/>
                      <a:pt x="37624" y="30956"/>
                      <a:pt x="3762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8"/>
              <p:cNvSpPr/>
              <p:nvPr/>
            </p:nvSpPr>
            <p:spPr>
              <a:xfrm>
                <a:off x="5774531" y="305419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8"/>
              <p:cNvSpPr/>
              <p:nvPr/>
            </p:nvSpPr>
            <p:spPr>
              <a:xfrm>
                <a:off x="5801201" y="299704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4289" y="15716"/>
                    </a:moveTo>
                    <a:cubicBezTo>
                      <a:pt x="24289" y="20451"/>
                      <a:pt x="20451" y="24289"/>
                      <a:pt x="15716" y="24289"/>
                    </a:cubicBezTo>
                    <a:cubicBezTo>
                      <a:pt x="10982" y="24289"/>
                      <a:pt x="7144" y="20451"/>
                      <a:pt x="7144" y="15716"/>
                    </a:cubicBezTo>
                    <a:cubicBezTo>
                      <a:pt x="7144" y="10982"/>
                      <a:pt x="10982" y="7144"/>
                      <a:pt x="15716" y="7144"/>
                    </a:cubicBezTo>
                    <a:cubicBezTo>
                      <a:pt x="20451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8"/>
              <p:cNvSpPr/>
              <p:nvPr/>
            </p:nvSpPr>
            <p:spPr>
              <a:xfrm>
                <a:off x="5444966" y="3704749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 extrusionOk="0">
                    <a:moveTo>
                      <a:pt x="81439" y="44291"/>
                    </a:moveTo>
                    <a:cubicBezTo>
                      <a:pt x="81439" y="64807"/>
                      <a:pt x="64807" y="81439"/>
                      <a:pt x="44291" y="81439"/>
                    </a:cubicBezTo>
                    <a:cubicBezTo>
                      <a:pt x="23775" y="81439"/>
                      <a:pt x="7144" y="64807"/>
                      <a:pt x="7144" y="44291"/>
                    </a:cubicBezTo>
                    <a:cubicBezTo>
                      <a:pt x="7144" y="23775"/>
                      <a:pt x="23775" y="7144"/>
                      <a:pt x="44291" y="7144"/>
                    </a:cubicBezTo>
                    <a:cubicBezTo>
                      <a:pt x="64807" y="7144"/>
                      <a:pt x="81439" y="23775"/>
                      <a:pt x="81439" y="4429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8"/>
              <p:cNvSpPr/>
              <p:nvPr/>
            </p:nvSpPr>
            <p:spPr>
              <a:xfrm>
                <a:off x="5544979" y="3427571"/>
                <a:ext cx="857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0" extrusionOk="0">
                    <a:moveTo>
                      <a:pt x="58579" y="39529"/>
                    </a:moveTo>
                    <a:cubicBezTo>
                      <a:pt x="59531" y="37624"/>
                      <a:pt x="59531" y="35719"/>
                      <a:pt x="59531" y="32861"/>
                    </a:cubicBezTo>
                    <a:cubicBezTo>
                      <a:pt x="59531" y="21431"/>
                      <a:pt x="50006" y="12859"/>
                      <a:pt x="39529" y="12859"/>
                    </a:cubicBezTo>
                    <a:cubicBezTo>
                      <a:pt x="39529" y="12859"/>
                      <a:pt x="38576" y="12859"/>
                      <a:pt x="38576" y="12859"/>
                    </a:cubicBezTo>
                    <a:cubicBezTo>
                      <a:pt x="34766" y="9049"/>
                      <a:pt x="30956" y="7144"/>
                      <a:pt x="25241" y="7144"/>
                    </a:cubicBezTo>
                    <a:cubicBezTo>
                      <a:pt x="14764" y="7144"/>
                      <a:pt x="7144" y="15716"/>
                      <a:pt x="7144" y="25241"/>
                    </a:cubicBezTo>
                    <a:cubicBezTo>
                      <a:pt x="7144" y="33814"/>
                      <a:pt x="13811" y="41434"/>
                      <a:pt x="22384" y="43339"/>
                    </a:cubicBezTo>
                    <a:cubicBezTo>
                      <a:pt x="25241" y="48101"/>
                      <a:pt x="30004" y="50959"/>
                      <a:pt x="34766" y="52864"/>
                    </a:cubicBezTo>
                    <a:cubicBezTo>
                      <a:pt x="31909" y="57626"/>
                      <a:pt x="30004" y="62389"/>
                      <a:pt x="30004" y="68104"/>
                    </a:cubicBezTo>
                    <a:cubicBezTo>
                      <a:pt x="30004" y="84296"/>
                      <a:pt x="43339" y="96679"/>
                      <a:pt x="58579" y="96679"/>
                    </a:cubicBezTo>
                    <a:cubicBezTo>
                      <a:pt x="74771" y="96679"/>
                      <a:pt x="87154" y="83344"/>
                      <a:pt x="87154" y="68104"/>
                    </a:cubicBezTo>
                    <a:cubicBezTo>
                      <a:pt x="88106" y="52864"/>
                      <a:pt x="74771" y="39529"/>
                      <a:pt x="58579" y="39529"/>
                    </a:cubicBezTo>
                    <a:cubicBezTo>
                      <a:pt x="58579" y="39529"/>
                      <a:pt x="58579" y="39529"/>
                      <a:pt x="58579" y="395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8"/>
              <p:cNvSpPr/>
              <p:nvPr/>
            </p:nvSpPr>
            <p:spPr>
              <a:xfrm>
                <a:off x="5965031" y="411718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6669" y="11906"/>
                    </a:move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6669"/>
                      <a:pt x="16669" y="14764"/>
                      <a:pt x="16669" y="119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8"/>
              <p:cNvSpPr/>
              <p:nvPr/>
            </p:nvSpPr>
            <p:spPr>
              <a:xfrm>
                <a:off x="5866924" y="3722846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65246" y="75724"/>
                    </a:moveTo>
                    <a:cubicBezTo>
                      <a:pt x="70961" y="75724"/>
                      <a:pt x="75724" y="70961"/>
                      <a:pt x="75724" y="65246"/>
                    </a:cubicBezTo>
                    <a:cubicBezTo>
                      <a:pt x="75724" y="59531"/>
                      <a:pt x="70961" y="54769"/>
                      <a:pt x="65246" y="54769"/>
                    </a:cubicBezTo>
                    <a:cubicBezTo>
                      <a:pt x="64294" y="54769"/>
                      <a:pt x="63341" y="54769"/>
                      <a:pt x="62389" y="55721"/>
                    </a:cubicBezTo>
                    <a:cubicBezTo>
                      <a:pt x="66199" y="52864"/>
                      <a:pt x="68104" y="48101"/>
                      <a:pt x="68104" y="42386"/>
                    </a:cubicBezTo>
                    <a:cubicBezTo>
                      <a:pt x="68104" y="32861"/>
                      <a:pt x="60484" y="24289"/>
                      <a:pt x="50006" y="24289"/>
                    </a:cubicBezTo>
                    <a:cubicBezTo>
                      <a:pt x="47149" y="24289"/>
                      <a:pt x="44291" y="25241"/>
                      <a:pt x="42386" y="26194"/>
                    </a:cubicBezTo>
                    <a:cubicBezTo>
                      <a:pt x="39529" y="21431"/>
                      <a:pt x="35719" y="18574"/>
                      <a:pt x="30956" y="16669"/>
                    </a:cubicBezTo>
                    <a:cubicBezTo>
                      <a:pt x="30956" y="16669"/>
                      <a:pt x="31909" y="16669"/>
                      <a:pt x="31909" y="16669"/>
                    </a:cubicBezTo>
                    <a:cubicBezTo>
                      <a:pt x="34766" y="16669"/>
                      <a:pt x="36671" y="14764"/>
                      <a:pt x="36671" y="11906"/>
                    </a:cubicBezTo>
                    <a:cubicBezTo>
                      <a:pt x="36671" y="9049"/>
                      <a:pt x="34766" y="7144"/>
                      <a:pt x="31909" y="7144"/>
                    </a:cubicBezTo>
                    <a:cubicBezTo>
                      <a:pt x="29051" y="7144"/>
                      <a:pt x="27146" y="9049"/>
                      <a:pt x="27146" y="11906"/>
                    </a:cubicBezTo>
                    <a:cubicBezTo>
                      <a:pt x="27146" y="13811"/>
                      <a:pt x="28099" y="15716"/>
                      <a:pt x="30004" y="16669"/>
                    </a:cubicBezTo>
                    <a:cubicBezTo>
                      <a:pt x="29051" y="16669"/>
                      <a:pt x="27146" y="15716"/>
                      <a:pt x="26194" y="15716"/>
                    </a:cubicBezTo>
                    <a:cubicBezTo>
                      <a:pt x="15716" y="15716"/>
                      <a:pt x="7144" y="24289"/>
                      <a:pt x="7144" y="34766"/>
                    </a:cubicBezTo>
                    <a:cubicBezTo>
                      <a:pt x="7144" y="45244"/>
                      <a:pt x="15716" y="53816"/>
                      <a:pt x="26194" y="53816"/>
                    </a:cubicBezTo>
                    <a:cubicBezTo>
                      <a:pt x="29051" y="53816"/>
                      <a:pt x="32861" y="52864"/>
                      <a:pt x="35719" y="50959"/>
                    </a:cubicBezTo>
                    <a:cubicBezTo>
                      <a:pt x="38576" y="55721"/>
                      <a:pt x="44291" y="59531"/>
                      <a:pt x="50959" y="59531"/>
                    </a:cubicBezTo>
                    <a:cubicBezTo>
                      <a:pt x="52864" y="59531"/>
                      <a:pt x="55721" y="58579"/>
                      <a:pt x="57626" y="58579"/>
                    </a:cubicBezTo>
                    <a:cubicBezTo>
                      <a:pt x="55721" y="60484"/>
                      <a:pt x="54769" y="62389"/>
                      <a:pt x="54769" y="65246"/>
                    </a:cubicBezTo>
                    <a:cubicBezTo>
                      <a:pt x="54769" y="70961"/>
                      <a:pt x="59531" y="75724"/>
                      <a:pt x="65246" y="757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8"/>
              <p:cNvSpPr/>
              <p:nvPr/>
            </p:nvSpPr>
            <p:spPr>
              <a:xfrm>
                <a:off x="6027896" y="2811304"/>
                <a:ext cx="952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5725" extrusionOk="0">
                    <a:moveTo>
                      <a:pt x="27146" y="7144"/>
                    </a:moveTo>
                    <a:cubicBezTo>
                      <a:pt x="15716" y="7144"/>
                      <a:pt x="7144" y="15716"/>
                      <a:pt x="7144" y="27146"/>
                    </a:cubicBezTo>
                    <a:cubicBezTo>
                      <a:pt x="7144" y="33814"/>
                      <a:pt x="10954" y="40481"/>
                      <a:pt x="16669" y="44291"/>
                    </a:cubicBezTo>
                    <a:cubicBezTo>
                      <a:pt x="15716" y="46196"/>
                      <a:pt x="15716" y="47149"/>
                      <a:pt x="15716" y="49054"/>
                    </a:cubicBezTo>
                    <a:cubicBezTo>
                      <a:pt x="15716" y="58579"/>
                      <a:pt x="23336" y="66199"/>
                      <a:pt x="32861" y="66199"/>
                    </a:cubicBezTo>
                    <a:cubicBezTo>
                      <a:pt x="36671" y="66199"/>
                      <a:pt x="39529" y="65246"/>
                      <a:pt x="42386" y="63341"/>
                    </a:cubicBezTo>
                    <a:cubicBezTo>
                      <a:pt x="44291" y="74771"/>
                      <a:pt x="53816" y="84296"/>
                      <a:pt x="66199" y="84296"/>
                    </a:cubicBezTo>
                    <a:cubicBezTo>
                      <a:pt x="79534" y="84296"/>
                      <a:pt x="90964" y="72866"/>
                      <a:pt x="90964" y="59531"/>
                    </a:cubicBezTo>
                    <a:cubicBezTo>
                      <a:pt x="90964" y="46196"/>
                      <a:pt x="80486" y="34766"/>
                      <a:pt x="66199" y="34766"/>
                    </a:cubicBezTo>
                    <a:cubicBezTo>
                      <a:pt x="59531" y="34766"/>
                      <a:pt x="53816" y="37624"/>
                      <a:pt x="49054" y="41434"/>
                    </a:cubicBezTo>
                    <a:cubicBezTo>
                      <a:pt x="48101" y="38576"/>
                      <a:pt x="46196" y="36671"/>
                      <a:pt x="45244" y="34766"/>
                    </a:cubicBezTo>
                    <a:cubicBezTo>
                      <a:pt x="47149" y="31909"/>
                      <a:pt x="47149" y="29051"/>
                      <a:pt x="47149" y="25241"/>
                    </a:cubicBezTo>
                    <a:cubicBezTo>
                      <a:pt x="47149" y="16669"/>
                      <a:pt x="37624" y="7144"/>
                      <a:pt x="27146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8"/>
              <p:cNvSpPr/>
              <p:nvPr/>
            </p:nvSpPr>
            <p:spPr>
              <a:xfrm>
                <a:off x="6005989" y="2619851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42386" y="77629"/>
                    </a:moveTo>
                    <a:cubicBezTo>
                      <a:pt x="61436" y="77629"/>
                      <a:pt x="77629" y="62389"/>
                      <a:pt x="77629" y="42386"/>
                    </a:cubicBezTo>
                    <a:cubicBezTo>
                      <a:pt x="77629" y="23336"/>
                      <a:pt x="62389" y="7144"/>
                      <a:pt x="42386" y="7144"/>
                    </a:cubicBezTo>
                    <a:cubicBezTo>
                      <a:pt x="23336" y="7144"/>
                      <a:pt x="7144" y="22384"/>
                      <a:pt x="7144" y="42386"/>
                    </a:cubicBezTo>
                    <a:cubicBezTo>
                      <a:pt x="7144" y="62389"/>
                      <a:pt x="23336" y="77629"/>
                      <a:pt x="42386" y="7762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8"/>
              <p:cNvSpPr/>
              <p:nvPr/>
            </p:nvSpPr>
            <p:spPr>
              <a:xfrm>
                <a:off x="5885021" y="317515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19526" y="31909"/>
                    </a:moveTo>
                    <a:cubicBezTo>
                      <a:pt x="26194" y="31909"/>
                      <a:pt x="31909" y="26194"/>
                      <a:pt x="31909" y="19526"/>
                    </a:cubicBez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8"/>
              <p:cNvSpPr/>
              <p:nvPr/>
            </p:nvSpPr>
            <p:spPr>
              <a:xfrm>
                <a:off x="6279356" y="3024664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1431" y="35719"/>
                    </a:move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2859" y="35719"/>
                      <a:pt x="21431" y="357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8"/>
              <p:cNvSpPr/>
              <p:nvPr/>
            </p:nvSpPr>
            <p:spPr>
              <a:xfrm>
                <a:off x="5935504" y="2767489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051" y="50959"/>
                    </a:moveTo>
                    <a:cubicBezTo>
                      <a:pt x="40481" y="50959"/>
                      <a:pt x="50959" y="41434"/>
                      <a:pt x="50959" y="29051"/>
                    </a:cubicBezTo>
                    <a:cubicBezTo>
                      <a:pt x="50959" y="16669"/>
                      <a:pt x="41434" y="7144"/>
                      <a:pt x="29051" y="7144"/>
                    </a:cubicBezTo>
                    <a:cubicBezTo>
                      <a:pt x="17621" y="7144"/>
                      <a:pt x="7144" y="16669"/>
                      <a:pt x="7144" y="29051"/>
                    </a:cubicBezTo>
                    <a:cubicBezTo>
                      <a:pt x="7144" y="41434"/>
                      <a:pt x="17621" y="50959"/>
                      <a:pt x="29051" y="509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8"/>
              <p:cNvSpPr/>
              <p:nvPr/>
            </p:nvSpPr>
            <p:spPr>
              <a:xfrm>
                <a:off x="5359241" y="3210401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 extrusionOk="0">
                    <a:moveTo>
                      <a:pt x="49054" y="90964"/>
                    </a:moveTo>
                    <a:cubicBezTo>
                      <a:pt x="71914" y="90964"/>
                      <a:pt x="90964" y="71914"/>
                      <a:pt x="90964" y="49054"/>
                    </a:cubicBezTo>
                    <a:cubicBezTo>
                      <a:pt x="90964" y="26194"/>
                      <a:pt x="71914" y="7144"/>
                      <a:pt x="49054" y="7144"/>
                    </a:cubicBezTo>
                    <a:cubicBezTo>
                      <a:pt x="26194" y="7144"/>
                      <a:pt x="7144" y="26194"/>
                      <a:pt x="7144" y="49054"/>
                    </a:cubicBezTo>
                    <a:cubicBezTo>
                      <a:pt x="7144" y="72866"/>
                      <a:pt x="25241" y="90964"/>
                      <a:pt x="49054" y="909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8"/>
              <p:cNvSpPr/>
              <p:nvPr/>
            </p:nvSpPr>
            <p:spPr>
              <a:xfrm>
                <a:off x="6099187" y="374761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4911" y="22384"/>
                    </a:moveTo>
                    <a:cubicBezTo>
                      <a:pt x="18721" y="22384"/>
                      <a:pt x="22531" y="18574"/>
                      <a:pt x="22531" y="14764"/>
                    </a:cubicBezTo>
                    <a:cubicBezTo>
                      <a:pt x="22531" y="10954"/>
                      <a:pt x="18721" y="7144"/>
                      <a:pt x="14911" y="7144"/>
                    </a:cubicBezTo>
                    <a:cubicBezTo>
                      <a:pt x="10148" y="7144"/>
                      <a:pt x="7291" y="10954"/>
                      <a:pt x="7291" y="14764"/>
                    </a:cubicBezTo>
                    <a:cubicBezTo>
                      <a:pt x="6338" y="18574"/>
                      <a:pt x="10148" y="22384"/>
                      <a:pt x="14911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8"/>
              <p:cNvSpPr/>
              <p:nvPr/>
            </p:nvSpPr>
            <p:spPr>
              <a:xfrm>
                <a:off x="5931694" y="3081814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3811" y="7144"/>
                    </a:move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19526" y="10001"/>
                      <a:pt x="16669" y="7144"/>
                      <a:pt x="1381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8"/>
              <p:cNvSpPr/>
              <p:nvPr/>
            </p:nvSpPr>
            <p:spPr>
              <a:xfrm>
                <a:off x="5689759" y="320263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7144" y="14911"/>
                    </a:moveTo>
                    <a:cubicBezTo>
                      <a:pt x="7144" y="19673"/>
                      <a:pt x="10954" y="22531"/>
                      <a:pt x="14764" y="22531"/>
                    </a:cubicBezTo>
                    <a:cubicBezTo>
                      <a:pt x="19526" y="22531"/>
                      <a:pt x="22384" y="18721"/>
                      <a:pt x="22384" y="14911"/>
                    </a:cubicBezTo>
                    <a:cubicBezTo>
                      <a:pt x="22384" y="11101"/>
                      <a:pt x="18574" y="7291"/>
                      <a:pt x="14764" y="7291"/>
                    </a:cubicBezTo>
                    <a:cubicBezTo>
                      <a:pt x="10954" y="6338"/>
                      <a:pt x="7144" y="10148"/>
                      <a:pt x="7144" y="149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8"/>
              <p:cNvSpPr/>
              <p:nvPr/>
            </p:nvSpPr>
            <p:spPr>
              <a:xfrm>
                <a:off x="5458301" y="329422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26194"/>
                    </a:move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1906"/>
                      <a:pt x="21431" y="7144"/>
                      <a:pt x="16669" y="7144"/>
                    </a:cubicBezTo>
                    <a:cubicBezTo>
                      <a:pt x="11906" y="7144"/>
                      <a:pt x="7144" y="11906"/>
                      <a:pt x="7144" y="16669"/>
                    </a:cubicBezTo>
                    <a:cubicBezTo>
                      <a:pt x="7144" y="21431"/>
                      <a:pt x="10954" y="26194"/>
                      <a:pt x="16669" y="26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8"/>
              <p:cNvSpPr/>
              <p:nvPr/>
            </p:nvSpPr>
            <p:spPr>
              <a:xfrm>
                <a:off x="5470684" y="320468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3811" y="20479"/>
                    </a:move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8"/>
              <p:cNvSpPr/>
              <p:nvPr/>
            </p:nvSpPr>
            <p:spPr>
              <a:xfrm>
                <a:off x="5970746" y="3748564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29051" y="53816"/>
                    </a:moveTo>
                    <a:cubicBezTo>
                      <a:pt x="40481" y="53816"/>
                      <a:pt x="49054" y="45244"/>
                      <a:pt x="50959" y="34766"/>
                    </a:cubicBezTo>
                    <a:cubicBezTo>
                      <a:pt x="53816" y="31909"/>
                      <a:pt x="55721" y="28099"/>
                      <a:pt x="55721" y="23336"/>
                    </a:cubicBezTo>
                    <a:cubicBezTo>
                      <a:pt x="55721" y="14764"/>
                      <a:pt x="48101" y="7144"/>
                      <a:pt x="39529" y="7144"/>
                    </a:cubicBezTo>
                    <a:cubicBezTo>
                      <a:pt x="35719" y="7144"/>
                      <a:pt x="32861" y="8096"/>
                      <a:pt x="30004" y="10001"/>
                    </a:cubicBezTo>
                    <a:cubicBezTo>
                      <a:pt x="30004" y="10001"/>
                      <a:pt x="29051" y="10001"/>
                      <a:pt x="29051" y="10001"/>
                    </a:cubicBezTo>
                    <a:cubicBezTo>
                      <a:pt x="16669" y="10001"/>
                      <a:pt x="7144" y="19526"/>
                      <a:pt x="7144" y="31909"/>
                    </a:cubicBezTo>
                    <a:cubicBezTo>
                      <a:pt x="7144" y="44291"/>
                      <a:pt x="17621" y="53816"/>
                      <a:pt x="29051" y="538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8"/>
              <p:cNvSpPr/>
              <p:nvPr/>
            </p:nvSpPr>
            <p:spPr>
              <a:xfrm>
                <a:off x="5732621" y="3876199"/>
                <a:ext cx="1809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14300" extrusionOk="0">
                    <a:moveTo>
                      <a:pt x="15716" y="79534"/>
                    </a:moveTo>
                    <a:cubicBezTo>
                      <a:pt x="10954" y="82391"/>
                      <a:pt x="7144" y="88106"/>
                      <a:pt x="7144" y="93821"/>
                    </a:cubicBezTo>
                    <a:cubicBezTo>
                      <a:pt x="7144" y="103346"/>
                      <a:pt x="14764" y="110014"/>
                      <a:pt x="23336" y="110014"/>
                    </a:cubicBezTo>
                    <a:cubicBezTo>
                      <a:pt x="25241" y="110014"/>
                      <a:pt x="27146" y="110014"/>
                      <a:pt x="29051" y="109061"/>
                    </a:cubicBezTo>
                    <a:cubicBezTo>
                      <a:pt x="34766" y="112871"/>
                      <a:pt x="41434" y="115729"/>
                      <a:pt x="49054" y="115729"/>
                    </a:cubicBezTo>
                    <a:cubicBezTo>
                      <a:pt x="67151" y="115729"/>
                      <a:pt x="82391" y="100489"/>
                      <a:pt x="82391" y="82391"/>
                    </a:cubicBezTo>
                    <a:cubicBezTo>
                      <a:pt x="82391" y="76676"/>
                      <a:pt x="80486" y="70961"/>
                      <a:pt x="77629" y="66199"/>
                    </a:cubicBezTo>
                    <a:cubicBezTo>
                      <a:pt x="78581" y="66199"/>
                      <a:pt x="79534" y="65246"/>
                      <a:pt x="81439" y="65246"/>
                    </a:cubicBezTo>
                    <a:cubicBezTo>
                      <a:pt x="84296" y="84296"/>
                      <a:pt x="100489" y="98584"/>
                      <a:pt x="119539" y="98584"/>
                    </a:cubicBezTo>
                    <a:cubicBezTo>
                      <a:pt x="135731" y="98584"/>
                      <a:pt x="150019" y="88106"/>
                      <a:pt x="155734" y="73819"/>
                    </a:cubicBezTo>
                    <a:cubicBezTo>
                      <a:pt x="157639" y="73819"/>
                      <a:pt x="158591" y="72866"/>
                      <a:pt x="159544" y="72866"/>
                    </a:cubicBezTo>
                    <a:cubicBezTo>
                      <a:pt x="161449" y="75724"/>
                      <a:pt x="164306" y="77629"/>
                      <a:pt x="168116" y="77629"/>
                    </a:cubicBezTo>
                    <a:cubicBezTo>
                      <a:pt x="173831" y="77629"/>
                      <a:pt x="178594" y="72866"/>
                      <a:pt x="178594" y="67151"/>
                    </a:cubicBezTo>
                    <a:cubicBezTo>
                      <a:pt x="178594" y="63341"/>
                      <a:pt x="176689" y="59531"/>
                      <a:pt x="172879" y="58579"/>
                    </a:cubicBezTo>
                    <a:cubicBezTo>
                      <a:pt x="176689" y="56674"/>
                      <a:pt x="179546" y="52864"/>
                      <a:pt x="179546" y="48101"/>
                    </a:cubicBezTo>
                    <a:cubicBezTo>
                      <a:pt x="179546" y="42386"/>
                      <a:pt x="174784" y="37624"/>
                      <a:pt x="169069" y="36671"/>
                    </a:cubicBezTo>
                    <a:cubicBezTo>
                      <a:pt x="165259" y="31909"/>
                      <a:pt x="160496" y="28099"/>
                      <a:pt x="153829" y="27146"/>
                    </a:cubicBezTo>
                    <a:cubicBezTo>
                      <a:pt x="154781" y="26194"/>
                      <a:pt x="154781" y="25241"/>
                      <a:pt x="154781" y="24289"/>
                    </a:cubicBezTo>
                    <a:cubicBezTo>
                      <a:pt x="154781" y="20479"/>
                      <a:pt x="151924" y="17621"/>
                      <a:pt x="148114" y="17621"/>
                    </a:cubicBezTo>
                    <a:cubicBezTo>
                      <a:pt x="144304" y="17621"/>
                      <a:pt x="141446" y="20479"/>
                      <a:pt x="141446" y="24289"/>
                    </a:cubicBezTo>
                    <a:cubicBezTo>
                      <a:pt x="141446" y="26194"/>
                      <a:pt x="142399" y="27146"/>
                      <a:pt x="142399" y="28099"/>
                    </a:cubicBezTo>
                    <a:cubicBezTo>
                      <a:pt x="141446" y="28099"/>
                      <a:pt x="141446" y="28099"/>
                      <a:pt x="140494" y="29051"/>
                    </a:cubicBezTo>
                    <a:cubicBezTo>
                      <a:pt x="135731" y="26194"/>
                      <a:pt x="130969" y="23336"/>
                      <a:pt x="125254" y="22384"/>
                    </a:cubicBezTo>
                    <a:cubicBezTo>
                      <a:pt x="122396" y="17621"/>
                      <a:pt x="116681" y="14764"/>
                      <a:pt x="110966" y="14764"/>
                    </a:cubicBezTo>
                    <a:cubicBezTo>
                      <a:pt x="104299" y="14764"/>
                      <a:pt x="98584" y="18574"/>
                      <a:pt x="95726" y="24289"/>
                    </a:cubicBezTo>
                    <a:cubicBezTo>
                      <a:pt x="90964" y="14764"/>
                      <a:pt x="80486" y="7144"/>
                      <a:pt x="69056" y="7144"/>
                    </a:cubicBezTo>
                    <a:cubicBezTo>
                      <a:pt x="52864" y="7144"/>
                      <a:pt x="38576" y="20479"/>
                      <a:pt x="38576" y="37624"/>
                    </a:cubicBezTo>
                    <a:cubicBezTo>
                      <a:pt x="38576" y="42386"/>
                      <a:pt x="39529" y="46196"/>
                      <a:pt x="41434" y="50959"/>
                    </a:cubicBezTo>
                    <a:cubicBezTo>
                      <a:pt x="28099" y="52864"/>
                      <a:pt x="16669" y="64294"/>
                      <a:pt x="15716" y="795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8"/>
              <p:cNvSpPr/>
              <p:nvPr/>
            </p:nvSpPr>
            <p:spPr>
              <a:xfrm>
                <a:off x="5716429" y="402002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4289" y="15716"/>
                    </a:moveTo>
                    <a:cubicBezTo>
                      <a:pt x="24289" y="10954"/>
                      <a:pt x="20479" y="7144"/>
                      <a:pt x="15716" y="7144"/>
                    </a:cubicBez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3336"/>
                      <a:pt x="24289" y="19526"/>
                      <a:pt x="24289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8"/>
              <p:cNvSpPr/>
              <p:nvPr/>
            </p:nvSpPr>
            <p:spPr>
              <a:xfrm>
                <a:off x="6147911" y="2889318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7144" y="21522"/>
                    </a:moveTo>
                    <a:cubicBezTo>
                      <a:pt x="7144" y="28189"/>
                      <a:pt x="10954" y="32952"/>
                      <a:pt x="15716" y="35809"/>
                    </a:cubicBezTo>
                    <a:cubicBezTo>
                      <a:pt x="16669" y="48192"/>
                      <a:pt x="27146" y="58670"/>
                      <a:pt x="39529" y="58670"/>
                    </a:cubicBezTo>
                    <a:cubicBezTo>
                      <a:pt x="52864" y="58670"/>
                      <a:pt x="63341" y="48192"/>
                      <a:pt x="63341" y="34857"/>
                    </a:cubicBezTo>
                    <a:cubicBezTo>
                      <a:pt x="63341" y="21522"/>
                      <a:pt x="52864" y="11045"/>
                      <a:pt x="39529" y="11045"/>
                    </a:cubicBezTo>
                    <a:cubicBezTo>
                      <a:pt x="37624" y="11045"/>
                      <a:pt x="35719" y="11045"/>
                      <a:pt x="33814" y="11997"/>
                    </a:cubicBezTo>
                    <a:cubicBezTo>
                      <a:pt x="30956" y="9139"/>
                      <a:pt x="27146" y="7234"/>
                      <a:pt x="22384" y="7234"/>
                    </a:cubicBezTo>
                    <a:cubicBezTo>
                      <a:pt x="14764" y="6282"/>
                      <a:pt x="7144" y="12950"/>
                      <a:pt x="7144" y="215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8"/>
              <p:cNvSpPr/>
              <p:nvPr/>
            </p:nvSpPr>
            <p:spPr>
              <a:xfrm>
                <a:off x="5862161" y="3860959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20479" y="13811"/>
                    </a:move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8"/>
              <p:cNvSpPr/>
              <p:nvPr/>
            </p:nvSpPr>
            <p:spPr>
              <a:xfrm>
                <a:off x="5269706" y="338470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1431" y="7144"/>
                    </a:move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5719" y="13811"/>
                      <a:pt x="29051" y="7144"/>
                      <a:pt x="2143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8"/>
              <p:cNvSpPr/>
              <p:nvPr/>
            </p:nvSpPr>
            <p:spPr>
              <a:xfrm>
                <a:off x="5923121" y="3529489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7621" y="28099"/>
                    </a:move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8099" y="11906"/>
                      <a:pt x="23336" y="7144"/>
                      <a:pt x="17621" y="7144"/>
                    </a:cubicBez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8"/>
              <p:cNvSpPr/>
              <p:nvPr/>
            </p:nvSpPr>
            <p:spPr>
              <a:xfrm>
                <a:off x="6133624" y="2769394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3814" y="20479"/>
                    </a:move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2859" y="7144"/>
                      <a:pt x="7144" y="12859"/>
                      <a:pt x="7144" y="20479"/>
                    </a:cubicBez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7146"/>
                      <a:pt x="33814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8"/>
              <p:cNvSpPr/>
              <p:nvPr/>
            </p:nvSpPr>
            <p:spPr>
              <a:xfrm>
                <a:off x="5578316" y="325326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8574" y="7144"/>
                    </a:move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8"/>
              <p:cNvSpPr/>
              <p:nvPr/>
            </p:nvSpPr>
            <p:spPr>
              <a:xfrm>
                <a:off x="5571649" y="361902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2384" y="14764"/>
                    </a:moveTo>
                    <a:cubicBezTo>
                      <a:pt x="22384" y="10954"/>
                      <a:pt x="19526" y="7144"/>
                      <a:pt x="14764" y="7144"/>
                    </a:cubicBezTo>
                    <a:cubicBezTo>
                      <a:pt x="10954" y="7144"/>
                      <a:pt x="7144" y="10001"/>
                      <a:pt x="7144" y="14764"/>
                    </a:cubicBezTo>
                    <a:cubicBezTo>
                      <a:pt x="7144" y="18574"/>
                      <a:pt x="10001" y="22384"/>
                      <a:pt x="14764" y="22384"/>
                    </a:cubicBezTo>
                    <a:cubicBezTo>
                      <a:pt x="19526" y="21431"/>
                      <a:pt x="22384" y="18574"/>
                      <a:pt x="22384" y="147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8"/>
              <p:cNvSpPr/>
              <p:nvPr/>
            </p:nvSpPr>
            <p:spPr>
              <a:xfrm>
                <a:off x="5941219" y="413718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7144"/>
                    </a:moveTo>
                    <a:cubicBezTo>
                      <a:pt x="10954" y="7144"/>
                      <a:pt x="7144" y="11906"/>
                      <a:pt x="7144" y="16669"/>
                    </a:cubicBezTo>
                    <a:cubicBezTo>
                      <a:pt x="7144" y="21431"/>
                      <a:pt x="11906" y="26194"/>
                      <a:pt x="16669" y="26194"/>
                    </a:cubicBezTo>
                    <a:cubicBezTo>
                      <a:pt x="22384" y="26194"/>
                      <a:pt x="26194" y="21431"/>
                      <a:pt x="26194" y="16669"/>
                    </a:cubicBezTo>
                    <a:cubicBezTo>
                      <a:pt x="26194" y="11906"/>
                      <a:pt x="22384" y="7144"/>
                      <a:pt x="1666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8"/>
              <p:cNvSpPr/>
              <p:nvPr/>
            </p:nvSpPr>
            <p:spPr>
              <a:xfrm>
                <a:off x="6075521" y="303799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7144" y="20479"/>
                    </a:moveTo>
                    <a:cubicBezTo>
                      <a:pt x="7144" y="28099"/>
                      <a:pt x="12859" y="33814"/>
                      <a:pt x="20479" y="33814"/>
                    </a:cubicBezTo>
                    <a:cubicBezTo>
                      <a:pt x="28099" y="33814"/>
                      <a:pt x="33814" y="28099"/>
                      <a:pt x="33814" y="20479"/>
                    </a:cubicBezTo>
                    <a:cubicBezTo>
                      <a:pt x="33814" y="12859"/>
                      <a:pt x="28099" y="7144"/>
                      <a:pt x="20479" y="7144"/>
                    </a:cubicBezTo>
                    <a:cubicBezTo>
                      <a:pt x="13811" y="7144"/>
                      <a:pt x="7144" y="13811"/>
                      <a:pt x="7144" y="204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8"/>
              <p:cNvSpPr/>
              <p:nvPr/>
            </p:nvSpPr>
            <p:spPr>
              <a:xfrm>
                <a:off x="5909786" y="315229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5719" y="21431"/>
                    </a:move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8"/>
              <p:cNvSpPr/>
              <p:nvPr/>
            </p:nvSpPr>
            <p:spPr>
              <a:xfrm>
                <a:off x="5516404" y="369808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5716" y="7144"/>
                    </a:moveTo>
                    <a:cubicBezTo>
                      <a:pt x="10954" y="7144"/>
                      <a:pt x="7144" y="10954"/>
                      <a:pt x="7144" y="15716"/>
                    </a:cubicBezTo>
                    <a:cubicBezTo>
                      <a:pt x="7144" y="20479"/>
                      <a:pt x="10954" y="24289"/>
                      <a:pt x="15716" y="24289"/>
                    </a:cubicBezTo>
                    <a:cubicBezTo>
                      <a:pt x="20479" y="24289"/>
                      <a:pt x="24289" y="20479"/>
                      <a:pt x="24289" y="15716"/>
                    </a:cubicBezTo>
                    <a:cubicBezTo>
                      <a:pt x="24289" y="10001"/>
                      <a:pt x="20479" y="7144"/>
                      <a:pt x="15716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8"/>
              <p:cNvSpPr/>
              <p:nvPr/>
            </p:nvSpPr>
            <p:spPr>
              <a:xfrm>
                <a:off x="5679281" y="33437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30004" y="18574"/>
                    </a:move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7144" y="24289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8"/>
              <p:cNvSpPr/>
              <p:nvPr/>
            </p:nvSpPr>
            <p:spPr>
              <a:xfrm>
                <a:off x="5951696" y="326564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30004" y="18574"/>
                    </a:move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7144" y="24289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8"/>
              <p:cNvSpPr/>
              <p:nvPr/>
            </p:nvSpPr>
            <p:spPr>
              <a:xfrm>
                <a:off x="5435441" y="311324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8574" y="30004"/>
                    </a:moveTo>
                    <a:cubicBezTo>
                      <a:pt x="24289" y="30004"/>
                      <a:pt x="30004" y="25241"/>
                      <a:pt x="30004" y="18574"/>
                    </a:cubicBezTo>
                    <a:cubicBezTo>
                      <a:pt x="30004" y="12859"/>
                      <a:pt x="25241" y="7144"/>
                      <a:pt x="18574" y="7144"/>
                    </a:cubicBezTo>
                    <a:cubicBezTo>
                      <a:pt x="12859" y="7144"/>
                      <a:pt x="7144" y="11906"/>
                      <a:pt x="7144" y="18574"/>
                    </a:cubicBezTo>
                    <a:cubicBezTo>
                      <a:pt x="8096" y="25241"/>
                      <a:pt x="12859" y="30004"/>
                      <a:pt x="18574" y="300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8"/>
              <p:cNvSpPr/>
              <p:nvPr/>
            </p:nvSpPr>
            <p:spPr>
              <a:xfrm>
                <a:off x="6027896" y="362283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7144"/>
                    </a:moveTo>
                    <a:cubicBezTo>
                      <a:pt x="11906" y="7144"/>
                      <a:pt x="7144" y="10954"/>
                      <a:pt x="7144" y="16669"/>
                    </a:cubicBezTo>
                    <a:cubicBezTo>
                      <a:pt x="7144" y="22384"/>
                      <a:pt x="10954" y="26194"/>
                      <a:pt x="16669" y="26194"/>
                    </a:cubicBezTo>
                    <a:cubicBezTo>
                      <a:pt x="22384" y="26194"/>
                      <a:pt x="26194" y="22384"/>
                      <a:pt x="26194" y="16669"/>
                    </a:cubicBezTo>
                    <a:cubicBezTo>
                      <a:pt x="26194" y="10954"/>
                      <a:pt x="21431" y="7144"/>
                      <a:pt x="1666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8"/>
              <p:cNvSpPr/>
              <p:nvPr/>
            </p:nvSpPr>
            <p:spPr>
              <a:xfrm>
                <a:off x="5681186" y="2920841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 extrusionOk="0">
                    <a:moveTo>
                      <a:pt x="35719" y="64294"/>
                    </a:moveTo>
                    <a:cubicBezTo>
                      <a:pt x="50959" y="64294"/>
                      <a:pt x="64294" y="51911"/>
                      <a:pt x="64294" y="35719"/>
                    </a:cubicBezTo>
                    <a:cubicBezTo>
                      <a:pt x="64294" y="19526"/>
                      <a:pt x="51911" y="7144"/>
                      <a:pt x="35719" y="7144"/>
                    </a:cubicBezTo>
                    <a:cubicBezTo>
                      <a:pt x="20479" y="7144"/>
                      <a:pt x="7144" y="19526"/>
                      <a:pt x="7144" y="35719"/>
                    </a:cubicBezTo>
                    <a:cubicBezTo>
                      <a:pt x="7144" y="51911"/>
                      <a:pt x="19526" y="64294"/>
                      <a:pt x="35719" y="642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8"/>
              <p:cNvSpPr/>
              <p:nvPr/>
            </p:nvSpPr>
            <p:spPr>
              <a:xfrm>
                <a:off x="6041231" y="415718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6669" y="18574"/>
                      <a:pt x="18574" y="15716"/>
                      <a:pt x="1857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8"/>
              <p:cNvSpPr/>
              <p:nvPr/>
            </p:nvSpPr>
            <p:spPr>
              <a:xfrm>
                <a:off x="6189821" y="276367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1909" y="19526"/>
                    </a:moveTo>
                    <a:cubicBezTo>
                      <a:pt x="31909" y="12859"/>
                      <a:pt x="26194" y="7144"/>
                      <a:pt x="19526" y="7144"/>
                    </a:cubicBezTo>
                    <a:cubicBezTo>
                      <a:pt x="12859" y="7144"/>
                      <a:pt x="7144" y="12859"/>
                      <a:pt x="7144" y="19526"/>
                    </a:cubicBezTo>
                    <a:cubicBezTo>
                      <a:pt x="7144" y="26194"/>
                      <a:pt x="12859" y="31909"/>
                      <a:pt x="19526" y="31909"/>
                    </a:cubicBezTo>
                    <a:cubicBezTo>
                      <a:pt x="26194" y="31909"/>
                      <a:pt x="31909" y="26194"/>
                      <a:pt x="31909" y="195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8"/>
              <p:cNvSpPr/>
              <p:nvPr/>
            </p:nvSpPr>
            <p:spPr>
              <a:xfrm>
                <a:off x="5636419" y="341804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8574" y="7144"/>
                    </a:moveTo>
                    <a:cubicBezTo>
                      <a:pt x="11906" y="7144"/>
                      <a:pt x="7144" y="11906"/>
                      <a:pt x="7144" y="18574"/>
                    </a:cubicBezTo>
                    <a:cubicBezTo>
                      <a:pt x="7144" y="25241"/>
                      <a:pt x="11906" y="30004"/>
                      <a:pt x="18574" y="30004"/>
                    </a:cubicBezTo>
                    <a:cubicBezTo>
                      <a:pt x="25241" y="30004"/>
                      <a:pt x="30004" y="25241"/>
                      <a:pt x="30004" y="18574"/>
                    </a:cubicBezTo>
                    <a:cubicBezTo>
                      <a:pt x="30004" y="11906"/>
                      <a:pt x="25241" y="7144"/>
                      <a:pt x="18574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8"/>
              <p:cNvSpPr/>
              <p:nvPr/>
            </p:nvSpPr>
            <p:spPr>
              <a:xfrm>
                <a:off x="5991701" y="415147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7144" y="14764"/>
                    </a:moveTo>
                    <a:cubicBezTo>
                      <a:pt x="7144" y="18574"/>
                      <a:pt x="10001" y="22384"/>
                      <a:pt x="14764" y="22384"/>
                    </a:cubicBezTo>
                    <a:cubicBezTo>
                      <a:pt x="19526" y="22384"/>
                      <a:pt x="22384" y="19526"/>
                      <a:pt x="22384" y="14764"/>
                    </a:cubicBezTo>
                    <a:cubicBezTo>
                      <a:pt x="22384" y="10001"/>
                      <a:pt x="19526" y="7144"/>
                      <a:pt x="14764" y="7144"/>
                    </a:cubicBezTo>
                    <a:cubicBezTo>
                      <a:pt x="10001" y="7144"/>
                      <a:pt x="7144" y="10954"/>
                      <a:pt x="7144" y="1476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8"/>
              <p:cNvSpPr/>
              <p:nvPr/>
            </p:nvSpPr>
            <p:spPr>
              <a:xfrm>
                <a:off x="5809774" y="426577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7144" y="13811"/>
                    </a:move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20479"/>
                      <a:pt x="20479" y="17621"/>
                      <a:pt x="20479" y="13811"/>
                    </a:cubicBez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8"/>
              <p:cNvSpPr/>
              <p:nvPr/>
            </p:nvSpPr>
            <p:spPr>
              <a:xfrm>
                <a:off x="5965984" y="319897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20479" y="13811"/>
                    </a:moveTo>
                    <a:cubicBezTo>
                      <a:pt x="20479" y="10001"/>
                      <a:pt x="17621" y="7144"/>
                      <a:pt x="13811" y="7144"/>
                    </a:cubicBezTo>
                    <a:cubicBezTo>
                      <a:pt x="10001" y="7144"/>
                      <a:pt x="7144" y="10001"/>
                      <a:pt x="7144" y="13811"/>
                    </a:cubicBezTo>
                    <a:cubicBezTo>
                      <a:pt x="7144" y="17621"/>
                      <a:pt x="10001" y="20479"/>
                      <a:pt x="13811" y="20479"/>
                    </a:cubicBezTo>
                    <a:cubicBezTo>
                      <a:pt x="17621" y="19526"/>
                      <a:pt x="20479" y="16669"/>
                      <a:pt x="20479" y="138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8"/>
              <p:cNvSpPr/>
              <p:nvPr/>
            </p:nvSpPr>
            <p:spPr>
              <a:xfrm>
                <a:off x="5540216" y="351329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5719" y="21431"/>
                    </a:moveTo>
                    <a:cubicBezTo>
                      <a:pt x="35719" y="13811"/>
                      <a:pt x="29051" y="7144"/>
                      <a:pt x="21431" y="7144"/>
                    </a:cubicBez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8"/>
              <p:cNvSpPr/>
              <p:nvPr/>
            </p:nvSpPr>
            <p:spPr>
              <a:xfrm>
                <a:off x="5640229" y="394001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2859" y="7144"/>
                    </a:move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ubicBezTo>
                      <a:pt x="18574" y="10001"/>
                      <a:pt x="15716" y="7144"/>
                      <a:pt x="12859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8"/>
              <p:cNvSpPr/>
              <p:nvPr/>
            </p:nvSpPr>
            <p:spPr>
              <a:xfrm>
                <a:off x="5954554" y="3885724"/>
                <a:ext cx="476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8100" extrusionOk="0">
                    <a:moveTo>
                      <a:pt x="7144" y="17621"/>
                    </a:moveTo>
                    <a:cubicBezTo>
                      <a:pt x="7144" y="21431"/>
                      <a:pt x="10001" y="25241"/>
                      <a:pt x="14764" y="25241"/>
                    </a:cubicBezTo>
                    <a:cubicBezTo>
                      <a:pt x="15716" y="25241"/>
                      <a:pt x="15716" y="25241"/>
                      <a:pt x="16669" y="25241"/>
                    </a:cubicBezTo>
                    <a:cubicBezTo>
                      <a:pt x="18574" y="30004"/>
                      <a:pt x="23336" y="33814"/>
                      <a:pt x="29051" y="33814"/>
                    </a:cubicBezTo>
                    <a:cubicBezTo>
                      <a:pt x="36671" y="33814"/>
                      <a:pt x="42386" y="28099"/>
                      <a:pt x="42386" y="20479"/>
                    </a:cubicBezTo>
                    <a:cubicBezTo>
                      <a:pt x="42386" y="12859"/>
                      <a:pt x="36671" y="7144"/>
                      <a:pt x="29051" y="7144"/>
                    </a:cubicBezTo>
                    <a:cubicBezTo>
                      <a:pt x="25241" y="7144"/>
                      <a:pt x="21431" y="9049"/>
                      <a:pt x="18574" y="11906"/>
                    </a:cubicBezTo>
                    <a:cubicBezTo>
                      <a:pt x="17621" y="10954"/>
                      <a:pt x="15716" y="10954"/>
                      <a:pt x="14764" y="10954"/>
                    </a:cubicBezTo>
                    <a:cubicBezTo>
                      <a:pt x="10954" y="10001"/>
                      <a:pt x="7144" y="13811"/>
                      <a:pt x="7144" y="176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8"/>
              <p:cNvSpPr/>
              <p:nvPr/>
            </p:nvSpPr>
            <p:spPr>
              <a:xfrm>
                <a:off x="6050756" y="3398044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6669" y="11906"/>
                    </a:moveTo>
                    <a:cubicBezTo>
                      <a:pt x="16669" y="9049"/>
                      <a:pt x="14764" y="7144"/>
                      <a:pt x="11906" y="7144"/>
                    </a:cubicBezTo>
                    <a:cubicBezTo>
                      <a:pt x="9049" y="7144"/>
                      <a:pt x="7144" y="9049"/>
                      <a:pt x="7144" y="11906"/>
                    </a:cubicBezTo>
                    <a:cubicBezTo>
                      <a:pt x="7144" y="14764"/>
                      <a:pt x="9049" y="16669"/>
                      <a:pt x="11906" y="16669"/>
                    </a:cubicBezTo>
                    <a:cubicBezTo>
                      <a:pt x="14764" y="17621"/>
                      <a:pt x="16669" y="14764"/>
                      <a:pt x="16669" y="119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8"/>
              <p:cNvSpPr/>
              <p:nvPr/>
            </p:nvSpPr>
            <p:spPr>
              <a:xfrm>
                <a:off x="5799296" y="4277201"/>
                <a:ext cx="14287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3825" extrusionOk="0">
                    <a:moveTo>
                      <a:pt x="109061" y="26194"/>
                    </a:moveTo>
                    <a:cubicBezTo>
                      <a:pt x="104299" y="26194"/>
                      <a:pt x="99536" y="27146"/>
                      <a:pt x="95726" y="29051"/>
                    </a:cubicBezTo>
                    <a:cubicBezTo>
                      <a:pt x="91916" y="27146"/>
                      <a:pt x="87154" y="25241"/>
                      <a:pt x="81439" y="25241"/>
                    </a:cubicBezTo>
                    <a:cubicBezTo>
                      <a:pt x="80486" y="25241"/>
                      <a:pt x="79534" y="25241"/>
                      <a:pt x="79534" y="25241"/>
                    </a:cubicBezTo>
                    <a:cubicBezTo>
                      <a:pt x="81439" y="23336"/>
                      <a:pt x="82391" y="20479"/>
                      <a:pt x="82391" y="17621"/>
                    </a:cubicBezTo>
                    <a:cubicBezTo>
                      <a:pt x="82391" y="11906"/>
                      <a:pt x="77629" y="7144"/>
                      <a:pt x="71914" y="7144"/>
                    </a:cubicBezTo>
                    <a:cubicBezTo>
                      <a:pt x="66199" y="7144"/>
                      <a:pt x="61436" y="11906"/>
                      <a:pt x="61436" y="17621"/>
                    </a:cubicBezTo>
                    <a:cubicBezTo>
                      <a:pt x="61436" y="22384"/>
                      <a:pt x="65246" y="26194"/>
                      <a:pt x="69056" y="28099"/>
                    </a:cubicBezTo>
                    <a:cubicBezTo>
                      <a:pt x="61436" y="31909"/>
                      <a:pt x="55721" y="38576"/>
                      <a:pt x="52864" y="47149"/>
                    </a:cubicBezTo>
                    <a:cubicBezTo>
                      <a:pt x="51911" y="47149"/>
                      <a:pt x="50006" y="46196"/>
                      <a:pt x="49054" y="46196"/>
                    </a:cubicBezTo>
                    <a:cubicBezTo>
                      <a:pt x="49054" y="46196"/>
                      <a:pt x="49054" y="45244"/>
                      <a:pt x="48101" y="45244"/>
                    </a:cubicBezTo>
                    <a:cubicBezTo>
                      <a:pt x="52864" y="42386"/>
                      <a:pt x="55721" y="37624"/>
                      <a:pt x="55721" y="30956"/>
                    </a:cubicBezTo>
                    <a:cubicBezTo>
                      <a:pt x="55721" y="22384"/>
                      <a:pt x="48101" y="14764"/>
                      <a:pt x="39529" y="14764"/>
                    </a:cubicBezTo>
                    <a:cubicBezTo>
                      <a:pt x="30956" y="14764"/>
                      <a:pt x="23336" y="22384"/>
                      <a:pt x="23336" y="30956"/>
                    </a:cubicBezTo>
                    <a:cubicBezTo>
                      <a:pt x="23336" y="31909"/>
                      <a:pt x="23336" y="33814"/>
                      <a:pt x="23336" y="34766"/>
                    </a:cubicBezTo>
                    <a:cubicBezTo>
                      <a:pt x="13811" y="36671"/>
                      <a:pt x="7144" y="45244"/>
                      <a:pt x="7144" y="55721"/>
                    </a:cubicBezTo>
                    <a:cubicBezTo>
                      <a:pt x="7144" y="66199"/>
                      <a:pt x="14764" y="75724"/>
                      <a:pt x="25241" y="76676"/>
                    </a:cubicBezTo>
                    <a:cubicBezTo>
                      <a:pt x="27146" y="81439"/>
                      <a:pt x="30004" y="85249"/>
                      <a:pt x="34766" y="87154"/>
                    </a:cubicBezTo>
                    <a:cubicBezTo>
                      <a:pt x="34766" y="88106"/>
                      <a:pt x="34766" y="89059"/>
                      <a:pt x="34766" y="90011"/>
                    </a:cubicBezTo>
                    <a:cubicBezTo>
                      <a:pt x="34766" y="103346"/>
                      <a:pt x="45244" y="113824"/>
                      <a:pt x="58579" y="113824"/>
                    </a:cubicBezTo>
                    <a:cubicBezTo>
                      <a:pt x="70009" y="113824"/>
                      <a:pt x="79534" y="105251"/>
                      <a:pt x="81439" y="94774"/>
                    </a:cubicBezTo>
                    <a:cubicBezTo>
                      <a:pt x="81439" y="94774"/>
                      <a:pt x="82391" y="94774"/>
                      <a:pt x="82391" y="94774"/>
                    </a:cubicBezTo>
                    <a:cubicBezTo>
                      <a:pt x="81439" y="96679"/>
                      <a:pt x="80486" y="98584"/>
                      <a:pt x="80486" y="100489"/>
                    </a:cubicBezTo>
                    <a:cubicBezTo>
                      <a:pt x="79534" y="101441"/>
                      <a:pt x="79534" y="102394"/>
                      <a:pt x="79534" y="104299"/>
                    </a:cubicBezTo>
                    <a:cubicBezTo>
                      <a:pt x="79534" y="106204"/>
                      <a:pt x="80486" y="107156"/>
                      <a:pt x="80486" y="109061"/>
                    </a:cubicBezTo>
                    <a:cubicBezTo>
                      <a:pt x="82391" y="117634"/>
                      <a:pt x="90011" y="123349"/>
                      <a:pt x="99536" y="123349"/>
                    </a:cubicBezTo>
                    <a:cubicBezTo>
                      <a:pt x="110014" y="123349"/>
                      <a:pt x="119539" y="114776"/>
                      <a:pt x="119539" y="103346"/>
                    </a:cubicBezTo>
                    <a:cubicBezTo>
                      <a:pt x="119539" y="96679"/>
                      <a:pt x="115729" y="90011"/>
                      <a:pt x="110014" y="87154"/>
                    </a:cubicBezTo>
                    <a:cubicBezTo>
                      <a:pt x="126206" y="86201"/>
                      <a:pt x="139541" y="72866"/>
                      <a:pt x="139541" y="56674"/>
                    </a:cubicBezTo>
                    <a:cubicBezTo>
                      <a:pt x="140494" y="40481"/>
                      <a:pt x="126206" y="26194"/>
                      <a:pt x="109061" y="26194"/>
                    </a:cubicBezTo>
                    <a:close/>
                    <a:moveTo>
                      <a:pt x="94774" y="85249"/>
                    </a:moveTo>
                    <a:cubicBezTo>
                      <a:pt x="94774" y="85249"/>
                      <a:pt x="94774" y="84296"/>
                      <a:pt x="94774" y="84296"/>
                    </a:cubicBezTo>
                    <a:cubicBezTo>
                      <a:pt x="95726" y="84296"/>
                      <a:pt x="95726" y="85249"/>
                      <a:pt x="96679" y="85249"/>
                    </a:cubicBezTo>
                    <a:cubicBezTo>
                      <a:pt x="95726" y="85249"/>
                      <a:pt x="95726" y="85249"/>
                      <a:pt x="94774" y="8524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8"/>
              <p:cNvSpPr/>
              <p:nvPr/>
            </p:nvSpPr>
            <p:spPr>
              <a:xfrm>
                <a:off x="5920160" y="323897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8678" y="30004"/>
                    </a:moveTo>
                    <a:cubicBezTo>
                      <a:pt x="25345" y="30004"/>
                      <a:pt x="30108" y="25241"/>
                      <a:pt x="30108" y="18574"/>
                    </a:cubicBezTo>
                    <a:cubicBezTo>
                      <a:pt x="30108" y="11906"/>
                      <a:pt x="25345" y="7144"/>
                      <a:pt x="18678" y="7144"/>
                    </a:cubicBezTo>
                    <a:cubicBezTo>
                      <a:pt x="12010" y="7144"/>
                      <a:pt x="7248" y="11906"/>
                      <a:pt x="7248" y="18574"/>
                    </a:cubicBezTo>
                    <a:cubicBezTo>
                      <a:pt x="6295" y="24289"/>
                      <a:pt x="12010" y="30004"/>
                      <a:pt x="18678" y="300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8"/>
              <p:cNvSpPr/>
              <p:nvPr/>
            </p:nvSpPr>
            <p:spPr>
              <a:xfrm>
                <a:off x="5753576" y="3219926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6669"/>
                      <a:pt x="1857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8"/>
              <p:cNvSpPr/>
              <p:nvPr/>
            </p:nvSpPr>
            <p:spPr>
              <a:xfrm>
                <a:off x="6035516" y="2895124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21431" y="7144"/>
                    </a:moveTo>
                    <a:cubicBezTo>
                      <a:pt x="13811" y="7144"/>
                      <a:pt x="7144" y="13811"/>
                      <a:pt x="7144" y="21431"/>
                    </a:cubicBezTo>
                    <a:cubicBezTo>
                      <a:pt x="7144" y="29051"/>
                      <a:pt x="13811" y="35719"/>
                      <a:pt x="21431" y="35719"/>
                    </a:cubicBezTo>
                    <a:cubicBezTo>
                      <a:pt x="29051" y="35719"/>
                      <a:pt x="35719" y="29051"/>
                      <a:pt x="35719" y="21431"/>
                    </a:cubicBezTo>
                    <a:cubicBezTo>
                      <a:pt x="36671" y="13811"/>
                      <a:pt x="30004" y="7144"/>
                      <a:pt x="2143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8"/>
              <p:cNvSpPr/>
              <p:nvPr/>
            </p:nvSpPr>
            <p:spPr>
              <a:xfrm>
                <a:off x="5612606" y="3429476"/>
                <a:ext cx="1714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0500" extrusionOk="0">
                    <a:moveTo>
                      <a:pt x="60484" y="172879"/>
                    </a:moveTo>
                    <a:cubicBezTo>
                      <a:pt x="60484" y="181451"/>
                      <a:pt x="67151" y="188119"/>
                      <a:pt x="75724" y="188119"/>
                    </a:cubicBezTo>
                    <a:cubicBezTo>
                      <a:pt x="84296" y="188119"/>
                      <a:pt x="90964" y="181451"/>
                      <a:pt x="90964" y="172879"/>
                    </a:cubicBezTo>
                    <a:cubicBezTo>
                      <a:pt x="90964" y="169069"/>
                      <a:pt x="90011" y="166211"/>
                      <a:pt x="88106" y="164306"/>
                    </a:cubicBezTo>
                    <a:cubicBezTo>
                      <a:pt x="101441" y="159544"/>
                      <a:pt x="110966" y="147161"/>
                      <a:pt x="110966" y="131921"/>
                    </a:cubicBezTo>
                    <a:cubicBezTo>
                      <a:pt x="110966" y="124301"/>
                      <a:pt x="108109" y="116681"/>
                      <a:pt x="103346" y="110966"/>
                    </a:cubicBezTo>
                    <a:cubicBezTo>
                      <a:pt x="104299" y="108109"/>
                      <a:pt x="104299" y="105251"/>
                      <a:pt x="104299" y="102394"/>
                    </a:cubicBezTo>
                    <a:cubicBezTo>
                      <a:pt x="104299" y="99536"/>
                      <a:pt x="104299" y="97631"/>
                      <a:pt x="103346" y="94774"/>
                    </a:cubicBezTo>
                    <a:cubicBezTo>
                      <a:pt x="104299" y="94774"/>
                      <a:pt x="106204" y="94774"/>
                      <a:pt x="107156" y="94774"/>
                    </a:cubicBezTo>
                    <a:cubicBezTo>
                      <a:pt x="122396" y="94774"/>
                      <a:pt x="134779" y="84296"/>
                      <a:pt x="137636" y="70009"/>
                    </a:cubicBezTo>
                    <a:cubicBezTo>
                      <a:pt x="140494" y="70961"/>
                      <a:pt x="143351" y="71914"/>
                      <a:pt x="146209" y="71914"/>
                    </a:cubicBezTo>
                    <a:cubicBezTo>
                      <a:pt x="161449" y="71914"/>
                      <a:pt x="172879" y="59531"/>
                      <a:pt x="172879" y="45244"/>
                    </a:cubicBezTo>
                    <a:cubicBezTo>
                      <a:pt x="172879" y="30956"/>
                      <a:pt x="160496" y="18574"/>
                      <a:pt x="146209" y="18574"/>
                    </a:cubicBezTo>
                    <a:cubicBezTo>
                      <a:pt x="144304" y="18574"/>
                      <a:pt x="141446" y="18574"/>
                      <a:pt x="139541" y="19526"/>
                    </a:cubicBezTo>
                    <a:cubicBezTo>
                      <a:pt x="138589" y="11906"/>
                      <a:pt x="131921" y="7144"/>
                      <a:pt x="124301" y="7144"/>
                    </a:cubicBezTo>
                    <a:cubicBezTo>
                      <a:pt x="115729" y="7144"/>
                      <a:pt x="108109" y="13811"/>
                      <a:pt x="108109" y="23336"/>
                    </a:cubicBezTo>
                    <a:cubicBezTo>
                      <a:pt x="108109" y="27146"/>
                      <a:pt x="110014" y="30956"/>
                      <a:pt x="111919" y="33814"/>
                    </a:cubicBezTo>
                    <a:cubicBezTo>
                      <a:pt x="110014" y="33814"/>
                      <a:pt x="108109" y="32861"/>
                      <a:pt x="106204" y="32861"/>
                    </a:cubicBezTo>
                    <a:cubicBezTo>
                      <a:pt x="100489" y="32861"/>
                      <a:pt x="95726" y="34766"/>
                      <a:pt x="90964" y="36671"/>
                    </a:cubicBezTo>
                    <a:cubicBezTo>
                      <a:pt x="85249" y="27146"/>
                      <a:pt x="75724" y="19526"/>
                      <a:pt x="63341" y="19526"/>
                    </a:cubicBezTo>
                    <a:cubicBezTo>
                      <a:pt x="46196" y="19526"/>
                      <a:pt x="31909" y="33814"/>
                      <a:pt x="31909" y="50959"/>
                    </a:cubicBezTo>
                    <a:cubicBezTo>
                      <a:pt x="31909" y="58579"/>
                      <a:pt x="34766" y="65246"/>
                      <a:pt x="39529" y="70961"/>
                    </a:cubicBezTo>
                    <a:cubicBezTo>
                      <a:pt x="30004" y="78581"/>
                      <a:pt x="24289" y="89059"/>
                      <a:pt x="24289" y="101441"/>
                    </a:cubicBezTo>
                    <a:cubicBezTo>
                      <a:pt x="24289" y="103346"/>
                      <a:pt x="24289" y="104299"/>
                      <a:pt x="24289" y="105251"/>
                    </a:cubicBezTo>
                    <a:cubicBezTo>
                      <a:pt x="22384" y="104299"/>
                      <a:pt x="20479" y="103346"/>
                      <a:pt x="18574" y="103346"/>
                    </a:cubicBezTo>
                    <a:cubicBezTo>
                      <a:pt x="12859" y="103346"/>
                      <a:pt x="7144" y="108109"/>
                      <a:pt x="7144" y="114776"/>
                    </a:cubicBezTo>
                    <a:cubicBezTo>
                      <a:pt x="7144" y="120491"/>
                      <a:pt x="11906" y="126206"/>
                      <a:pt x="18574" y="126206"/>
                    </a:cubicBezTo>
                    <a:cubicBezTo>
                      <a:pt x="21431" y="126206"/>
                      <a:pt x="24289" y="125254"/>
                      <a:pt x="26194" y="123349"/>
                    </a:cubicBezTo>
                    <a:cubicBezTo>
                      <a:pt x="28099" y="130969"/>
                      <a:pt x="33814" y="137636"/>
                      <a:pt x="41434" y="140494"/>
                    </a:cubicBezTo>
                    <a:cubicBezTo>
                      <a:pt x="44291" y="151924"/>
                      <a:pt x="51911" y="160496"/>
                      <a:pt x="62389" y="164306"/>
                    </a:cubicBezTo>
                    <a:cubicBezTo>
                      <a:pt x="61436" y="166211"/>
                      <a:pt x="60484" y="169069"/>
                      <a:pt x="60484" y="1728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8"/>
              <p:cNvSpPr/>
              <p:nvPr/>
            </p:nvSpPr>
            <p:spPr>
              <a:xfrm>
                <a:off x="5805011" y="4197191"/>
                <a:ext cx="666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7150" extrusionOk="0">
                    <a:moveTo>
                      <a:pt x="39529" y="50959"/>
                    </a:moveTo>
                    <a:cubicBezTo>
                      <a:pt x="51911" y="50959"/>
                      <a:pt x="61436" y="41434"/>
                      <a:pt x="61436" y="29051"/>
                    </a:cubicBezTo>
                    <a:cubicBezTo>
                      <a:pt x="61436" y="16669"/>
                      <a:pt x="51911" y="7144"/>
                      <a:pt x="39529" y="7144"/>
                    </a:cubicBezTo>
                    <a:cubicBezTo>
                      <a:pt x="31909" y="7144"/>
                      <a:pt x="24289" y="11906"/>
                      <a:pt x="20479" y="17621"/>
                    </a:cubicBezTo>
                    <a:cubicBezTo>
                      <a:pt x="20479" y="17621"/>
                      <a:pt x="20479" y="17621"/>
                      <a:pt x="19526" y="17621"/>
                    </a:cubicBezTo>
                    <a:cubicBezTo>
                      <a:pt x="12859" y="17621"/>
                      <a:pt x="7144" y="23336"/>
                      <a:pt x="7144" y="30004"/>
                    </a:cubicBezTo>
                    <a:cubicBezTo>
                      <a:pt x="7144" y="36671"/>
                      <a:pt x="12859" y="42386"/>
                      <a:pt x="19526" y="42386"/>
                    </a:cubicBezTo>
                    <a:cubicBezTo>
                      <a:pt x="20479" y="42386"/>
                      <a:pt x="21431" y="42386"/>
                      <a:pt x="22384" y="41434"/>
                    </a:cubicBezTo>
                    <a:cubicBezTo>
                      <a:pt x="27146" y="48101"/>
                      <a:pt x="32861" y="50959"/>
                      <a:pt x="39529" y="509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8"/>
              <p:cNvSpPr/>
              <p:nvPr/>
            </p:nvSpPr>
            <p:spPr>
              <a:xfrm>
                <a:off x="5743099" y="3115151"/>
                <a:ext cx="6667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6200" extrusionOk="0">
                    <a:moveTo>
                      <a:pt x="18574" y="56674"/>
                    </a:moveTo>
                    <a:cubicBezTo>
                      <a:pt x="13811" y="57626"/>
                      <a:pt x="10954" y="62389"/>
                      <a:pt x="10954" y="67151"/>
                    </a:cubicBezTo>
                    <a:cubicBezTo>
                      <a:pt x="10954" y="72866"/>
                      <a:pt x="15716" y="77629"/>
                      <a:pt x="21431" y="77629"/>
                    </a:cubicBezTo>
                    <a:cubicBezTo>
                      <a:pt x="27146" y="77629"/>
                      <a:pt x="31909" y="72866"/>
                      <a:pt x="31909" y="67151"/>
                    </a:cubicBezTo>
                    <a:cubicBezTo>
                      <a:pt x="31909" y="65246"/>
                      <a:pt x="30956" y="63341"/>
                      <a:pt x="30956" y="62389"/>
                    </a:cubicBezTo>
                    <a:cubicBezTo>
                      <a:pt x="31909" y="62389"/>
                      <a:pt x="33814" y="62389"/>
                      <a:pt x="34766" y="62389"/>
                    </a:cubicBezTo>
                    <a:cubicBezTo>
                      <a:pt x="50006" y="62389"/>
                      <a:pt x="62389" y="50006"/>
                      <a:pt x="62389" y="34766"/>
                    </a:cubicBezTo>
                    <a:cubicBezTo>
                      <a:pt x="62389" y="19526"/>
                      <a:pt x="50006" y="7144"/>
                      <a:pt x="34766" y="7144"/>
                    </a:cubicBezTo>
                    <a:cubicBezTo>
                      <a:pt x="19526" y="7144"/>
                      <a:pt x="7144" y="19526"/>
                      <a:pt x="7144" y="34766"/>
                    </a:cubicBezTo>
                    <a:cubicBezTo>
                      <a:pt x="7144" y="44291"/>
                      <a:pt x="11906" y="51911"/>
                      <a:pt x="18574" y="566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8"/>
              <p:cNvSpPr/>
              <p:nvPr/>
            </p:nvSpPr>
            <p:spPr>
              <a:xfrm>
                <a:off x="5561171" y="365617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7621" y="7144"/>
                    </a:moveTo>
                    <a:cubicBezTo>
                      <a:pt x="11906" y="7144"/>
                      <a:pt x="7144" y="11906"/>
                      <a:pt x="7144" y="17621"/>
                    </a:cubicBezTo>
                    <a:cubicBezTo>
                      <a:pt x="7144" y="23336"/>
                      <a:pt x="11906" y="28099"/>
                      <a:pt x="17621" y="28099"/>
                    </a:cubicBezTo>
                    <a:cubicBezTo>
                      <a:pt x="23336" y="28099"/>
                      <a:pt x="28099" y="23336"/>
                      <a:pt x="28099" y="17621"/>
                    </a:cubicBezTo>
                    <a:cubicBezTo>
                      <a:pt x="27146" y="11906"/>
                      <a:pt x="23336" y="7144"/>
                      <a:pt x="17621" y="71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8"/>
              <p:cNvSpPr/>
              <p:nvPr/>
            </p:nvSpPr>
            <p:spPr>
              <a:xfrm>
                <a:off x="5945981" y="3291038"/>
                <a:ext cx="476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8100" extrusionOk="0">
                    <a:moveTo>
                      <a:pt x="7144" y="21757"/>
                    </a:moveTo>
                    <a:cubicBezTo>
                      <a:pt x="7144" y="30330"/>
                      <a:pt x="13811" y="37950"/>
                      <a:pt x="23336" y="37950"/>
                    </a:cubicBezTo>
                    <a:cubicBezTo>
                      <a:pt x="30004" y="37950"/>
                      <a:pt x="35719" y="34140"/>
                      <a:pt x="37624" y="28425"/>
                    </a:cubicBezTo>
                    <a:cubicBezTo>
                      <a:pt x="43339" y="27472"/>
                      <a:pt x="47149" y="23662"/>
                      <a:pt x="47149" y="17947"/>
                    </a:cubicBezTo>
                    <a:cubicBezTo>
                      <a:pt x="47149" y="12232"/>
                      <a:pt x="42386" y="7470"/>
                      <a:pt x="36671" y="7470"/>
                    </a:cubicBezTo>
                    <a:cubicBezTo>
                      <a:pt x="34766" y="7470"/>
                      <a:pt x="32861" y="8422"/>
                      <a:pt x="30956" y="9375"/>
                    </a:cubicBezTo>
                    <a:cubicBezTo>
                      <a:pt x="29051" y="8422"/>
                      <a:pt x="26194" y="7470"/>
                      <a:pt x="23336" y="7470"/>
                    </a:cubicBezTo>
                    <a:cubicBezTo>
                      <a:pt x="14764" y="5565"/>
                      <a:pt x="7144" y="12232"/>
                      <a:pt x="7144" y="217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8"/>
              <p:cNvSpPr/>
              <p:nvPr/>
            </p:nvSpPr>
            <p:spPr>
              <a:xfrm>
                <a:off x="5442109" y="3480911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 extrusionOk="0">
                    <a:moveTo>
                      <a:pt x="18574" y="12859"/>
                    </a:moveTo>
                    <a:cubicBezTo>
                      <a:pt x="18574" y="10001"/>
                      <a:pt x="15716" y="7144"/>
                      <a:pt x="12859" y="7144"/>
                    </a:cubicBezTo>
                    <a:cubicBezTo>
                      <a:pt x="10001" y="7144"/>
                      <a:pt x="7144" y="10001"/>
                      <a:pt x="7144" y="12859"/>
                    </a:cubicBezTo>
                    <a:cubicBezTo>
                      <a:pt x="7144" y="15716"/>
                      <a:pt x="10001" y="18574"/>
                      <a:pt x="12859" y="18574"/>
                    </a:cubicBezTo>
                    <a:cubicBezTo>
                      <a:pt x="15716" y="18574"/>
                      <a:pt x="18574" y="15716"/>
                      <a:pt x="18574" y="128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8"/>
              <p:cNvSpPr/>
              <p:nvPr/>
            </p:nvSpPr>
            <p:spPr>
              <a:xfrm>
                <a:off x="5835491" y="2999899"/>
                <a:ext cx="476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8100" extrusionOk="0">
                    <a:moveTo>
                      <a:pt x="15716" y="15716"/>
                    </a:moveTo>
                    <a:cubicBezTo>
                      <a:pt x="10954" y="15716"/>
                      <a:pt x="7144" y="19526"/>
                      <a:pt x="7144" y="24289"/>
                    </a:cubicBezTo>
                    <a:cubicBezTo>
                      <a:pt x="7144" y="29051"/>
                      <a:pt x="10954" y="32861"/>
                      <a:pt x="15716" y="32861"/>
                    </a:cubicBezTo>
                    <a:cubicBezTo>
                      <a:pt x="17621" y="32861"/>
                      <a:pt x="19526" y="31909"/>
                      <a:pt x="21431" y="30956"/>
                    </a:cubicBezTo>
                    <a:cubicBezTo>
                      <a:pt x="24289" y="34766"/>
                      <a:pt x="29051" y="37624"/>
                      <a:pt x="33814" y="37624"/>
                    </a:cubicBezTo>
                    <a:cubicBezTo>
                      <a:pt x="42386" y="37624"/>
                      <a:pt x="49054" y="30956"/>
                      <a:pt x="49054" y="22384"/>
                    </a:cubicBezTo>
                    <a:cubicBezTo>
                      <a:pt x="49054" y="13811"/>
                      <a:pt x="42386" y="7144"/>
                      <a:pt x="33814" y="7144"/>
                    </a:cubicBezTo>
                    <a:cubicBezTo>
                      <a:pt x="27146" y="7144"/>
                      <a:pt x="21431" y="11906"/>
                      <a:pt x="18574" y="17621"/>
                    </a:cubicBezTo>
                    <a:cubicBezTo>
                      <a:pt x="17621" y="15716"/>
                      <a:pt x="16669" y="15716"/>
                      <a:pt x="15716" y="157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8"/>
              <p:cNvSpPr/>
              <p:nvPr/>
            </p:nvSpPr>
            <p:spPr>
              <a:xfrm>
                <a:off x="5748814" y="3547586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7144" y="30956"/>
                    </a:moveTo>
                    <a:cubicBezTo>
                      <a:pt x="7144" y="44291"/>
                      <a:pt x="17621" y="54769"/>
                      <a:pt x="30956" y="54769"/>
                    </a:cubicBezTo>
                    <a:cubicBezTo>
                      <a:pt x="44291" y="54769"/>
                      <a:pt x="54769" y="44291"/>
                      <a:pt x="54769" y="30956"/>
                    </a:cubicBezTo>
                    <a:cubicBezTo>
                      <a:pt x="54769" y="17621"/>
                      <a:pt x="44291" y="7144"/>
                      <a:pt x="30956" y="7144"/>
                    </a:cubicBezTo>
                    <a:cubicBezTo>
                      <a:pt x="17621" y="7144"/>
                      <a:pt x="7144" y="17621"/>
                      <a:pt x="7144" y="309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8"/>
              <p:cNvSpPr/>
              <p:nvPr/>
            </p:nvSpPr>
            <p:spPr>
              <a:xfrm>
                <a:off x="6052661" y="2749336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 extrusionOk="0">
                    <a:moveTo>
                      <a:pt x="7144" y="31012"/>
                    </a:moveTo>
                    <a:cubicBezTo>
                      <a:pt x="7144" y="44347"/>
                      <a:pt x="17621" y="54824"/>
                      <a:pt x="30956" y="54824"/>
                    </a:cubicBezTo>
                    <a:cubicBezTo>
                      <a:pt x="44291" y="54824"/>
                      <a:pt x="54769" y="44347"/>
                      <a:pt x="54769" y="31012"/>
                    </a:cubicBezTo>
                    <a:cubicBezTo>
                      <a:pt x="54769" y="17677"/>
                      <a:pt x="44291" y="7199"/>
                      <a:pt x="30956" y="7199"/>
                    </a:cubicBezTo>
                    <a:cubicBezTo>
                      <a:pt x="17621" y="6247"/>
                      <a:pt x="7144" y="17677"/>
                      <a:pt x="7144" y="310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8"/>
              <p:cNvSpPr/>
              <p:nvPr/>
            </p:nvSpPr>
            <p:spPr>
              <a:xfrm>
                <a:off x="5403056" y="339518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7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8"/>
              <p:cNvSpPr/>
              <p:nvPr/>
            </p:nvSpPr>
            <p:spPr>
              <a:xfrm>
                <a:off x="5899309" y="3254216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16669" y="26194"/>
                    </a:moveTo>
                    <a:cubicBezTo>
                      <a:pt x="22384" y="26194"/>
                      <a:pt x="26194" y="22384"/>
                      <a:pt x="26194" y="16669"/>
                    </a:cubicBezTo>
                    <a:cubicBezTo>
                      <a:pt x="26194" y="10954"/>
                      <a:pt x="22384" y="7144"/>
                      <a:pt x="16669" y="7144"/>
                    </a:cubicBezTo>
                    <a:cubicBezTo>
                      <a:pt x="10954" y="7144"/>
                      <a:pt x="7144" y="10954"/>
                      <a:pt x="7144" y="16669"/>
                    </a:cubicBezTo>
                    <a:cubicBezTo>
                      <a:pt x="7144" y="22384"/>
                      <a:pt x="10954" y="26194"/>
                      <a:pt x="16669" y="26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8"/>
              <p:cNvSpPr/>
              <p:nvPr/>
            </p:nvSpPr>
            <p:spPr>
              <a:xfrm>
                <a:off x="5721191" y="4040029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9529" y="23336"/>
                    </a:moveTo>
                    <a:cubicBezTo>
                      <a:pt x="39529" y="14764"/>
                      <a:pt x="31909" y="7144"/>
                      <a:pt x="23336" y="7144"/>
                    </a:cubicBezTo>
                    <a:cubicBezTo>
                      <a:pt x="14764" y="7144"/>
                      <a:pt x="7144" y="14764"/>
                      <a:pt x="7144" y="23336"/>
                    </a:cubicBezTo>
                    <a:cubicBezTo>
                      <a:pt x="7144" y="31909"/>
                      <a:pt x="14764" y="39529"/>
                      <a:pt x="23336" y="39529"/>
                    </a:cubicBezTo>
                    <a:cubicBezTo>
                      <a:pt x="31909" y="39529"/>
                      <a:pt x="39529" y="31909"/>
                      <a:pt x="39529" y="2333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8"/>
              <p:cNvSpPr/>
              <p:nvPr/>
            </p:nvSpPr>
            <p:spPr>
              <a:xfrm>
                <a:off x="5850731" y="3401854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 extrusionOk="0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8"/>
              <p:cNvSpPr/>
              <p:nvPr/>
            </p:nvSpPr>
            <p:spPr>
              <a:xfrm>
                <a:off x="5676424" y="2450306"/>
                <a:ext cx="1247775" cy="1857375"/>
              </a:xfrm>
              <a:custGeom>
                <a:avLst/>
                <a:gdLst/>
                <a:ahLst/>
                <a:cxnLst/>
                <a:rect l="l" t="t" r="r" b="b"/>
                <a:pathLst>
                  <a:path w="1247775" h="1857375" extrusionOk="0">
                    <a:moveTo>
                      <a:pt x="1172051" y="974884"/>
                    </a:moveTo>
                    <a:cubicBezTo>
                      <a:pt x="1133951" y="944404"/>
                      <a:pt x="1065371" y="835819"/>
                      <a:pt x="1037749" y="787241"/>
                    </a:cubicBezTo>
                    <a:lnTo>
                      <a:pt x="1026319" y="764381"/>
                    </a:lnTo>
                    <a:cubicBezTo>
                      <a:pt x="1025366" y="760571"/>
                      <a:pt x="1024414" y="755809"/>
                      <a:pt x="1023461" y="751046"/>
                    </a:cubicBezTo>
                    <a:cubicBezTo>
                      <a:pt x="1024414" y="751046"/>
                      <a:pt x="1024414" y="750094"/>
                      <a:pt x="1024414" y="750094"/>
                    </a:cubicBezTo>
                    <a:cubicBezTo>
                      <a:pt x="1024414" y="748189"/>
                      <a:pt x="1025366" y="746284"/>
                      <a:pt x="1025366" y="744379"/>
                    </a:cubicBezTo>
                    <a:cubicBezTo>
                      <a:pt x="1025366" y="739616"/>
                      <a:pt x="1024414" y="735806"/>
                      <a:pt x="1022509" y="731996"/>
                    </a:cubicBezTo>
                    <a:cubicBezTo>
                      <a:pt x="1021556" y="691039"/>
                      <a:pt x="1032986" y="639604"/>
                      <a:pt x="1037749" y="609124"/>
                    </a:cubicBezTo>
                    <a:cubicBezTo>
                      <a:pt x="1041559" y="583406"/>
                      <a:pt x="1035844" y="532924"/>
                      <a:pt x="1025366" y="473869"/>
                    </a:cubicBezTo>
                    <a:cubicBezTo>
                      <a:pt x="1025366" y="473869"/>
                      <a:pt x="1025366" y="472916"/>
                      <a:pt x="1025366" y="472916"/>
                    </a:cubicBezTo>
                    <a:cubicBezTo>
                      <a:pt x="1025366" y="469106"/>
                      <a:pt x="1024414" y="466249"/>
                      <a:pt x="1023461" y="463391"/>
                    </a:cubicBezTo>
                    <a:cubicBezTo>
                      <a:pt x="1022509" y="459581"/>
                      <a:pt x="1021556" y="454819"/>
                      <a:pt x="1020604" y="450056"/>
                    </a:cubicBezTo>
                    <a:cubicBezTo>
                      <a:pt x="1021556" y="447199"/>
                      <a:pt x="1021556" y="445294"/>
                      <a:pt x="1021556" y="442436"/>
                    </a:cubicBezTo>
                    <a:cubicBezTo>
                      <a:pt x="1021556" y="435769"/>
                      <a:pt x="1018699" y="429101"/>
                      <a:pt x="1014889" y="424339"/>
                    </a:cubicBezTo>
                    <a:cubicBezTo>
                      <a:pt x="1010126" y="404336"/>
                      <a:pt x="1005364" y="383381"/>
                      <a:pt x="1000601" y="362426"/>
                    </a:cubicBezTo>
                    <a:cubicBezTo>
                      <a:pt x="999649" y="357664"/>
                      <a:pt x="997744" y="351949"/>
                      <a:pt x="996791" y="347186"/>
                    </a:cubicBezTo>
                    <a:cubicBezTo>
                      <a:pt x="996791" y="344329"/>
                      <a:pt x="995839" y="342424"/>
                      <a:pt x="994886" y="339566"/>
                    </a:cubicBezTo>
                    <a:cubicBezTo>
                      <a:pt x="967264" y="254794"/>
                      <a:pt x="902494" y="161449"/>
                      <a:pt x="892969" y="148114"/>
                    </a:cubicBezTo>
                    <a:cubicBezTo>
                      <a:pt x="892016" y="147161"/>
                      <a:pt x="892016" y="146209"/>
                      <a:pt x="891064" y="144304"/>
                    </a:cubicBezTo>
                    <a:cubicBezTo>
                      <a:pt x="891064" y="144304"/>
                      <a:pt x="891064" y="144304"/>
                      <a:pt x="891064" y="144304"/>
                    </a:cubicBezTo>
                    <a:cubicBezTo>
                      <a:pt x="890111" y="141446"/>
                      <a:pt x="888206" y="139541"/>
                      <a:pt x="886301" y="137636"/>
                    </a:cubicBezTo>
                    <a:cubicBezTo>
                      <a:pt x="884396" y="114776"/>
                      <a:pt x="865346" y="97631"/>
                      <a:pt x="842486" y="97631"/>
                    </a:cubicBezTo>
                    <a:cubicBezTo>
                      <a:pt x="834866" y="97631"/>
                      <a:pt x="828199" y="99536"/>
                      <a:pt x="821531" y="103346"/>
                    </a:cubicBezTo>
                    <a:cubicBezTo>
                      <a:pt x="820579" y="92869"/>
                      <a:pt x="812959" y="83344"/>
                      <a:pt x="803434" y="80486"/>
                    </a:cubicBezTo>
                    <a:cubicBezTo>
                      <a:pt x="799624" y="72866"/>
                      <a:pt x="792956" y="66199"/>
                      <a:pt x="784384" y="63341"/>
                    </a:cubicBezTo>
                    <a:cubicBezTo>
                      <a:pt x="779621" y="50006"/>
                      <a:pt x="766286" y="40481"/>
                      <a:pt x="751046" y="40481"/>
                    </a:cubicBezTo>
                    <a:cubicBezTo>
                      <a:pt x="737711" y="40481"/>
                      <a:pt x="726281" y="48101"/>
                      <a:pt x="719614" y="58579"/>
                    </a:cubicBezTo>
                    <a:cubicBezTo>
                      <a:pt x="715804" y="56674"/>
                      <a:pt x="712946" y="55721"/>
                      <a:pt x="708184" y="55721"/>
                    </a:cubicBezTo>
                    <a:cubicBezTo>
                      <a:pt x="707231" y="55721"/>
                      <a:pt x="705326" y="55721"/>
                      <a:pt x="704374" y="55721"/>
                    </a:cubicBezTo>
                    <a:cubicBezTo>
                      <a:pt x="703421" y="52864"/>
                      <a:pt x="700564" y="50006"/>
                      <a:pt x="698659" y="48101"/>
                    </a:cubicBezTo>
                    <a:cubicBezTo>
                      <a:pt x="701516" y="45244"/>
                      <a:pt x="703421" y="41434"/>
                      <a:pt x="703421" y="37624"/>
                    </a:cubicBezTo>
                    <a:cubicBezTo>
                      <a:pt x="703421" y="29051"/>
                      <a:pt x="696754" y="22384"/>
                      <a:pt x="688181" y="22384"/>
                    </a:cubicBezTo>
                    <a:cubicBezTo>
                      <a:pt x="685324" y="22384"/>
                      <a:pt x="681514" y="23336"/>
                      <a:pt x="679609" y="25241"/>
                    </a:cubicBezTo>
                    <a:cubicBezTo>
                      <a:pt x="676751" y="20479"/>
                      <a:pt x="672941" y="16669"/>
                      <a:pt x="667226" y="16669"/>
                    </a:cubicBezTo>
                    <a:cubicBezTo>
                      <a:pt x="667226" y="16669"/>
                      <a:pt x="667226" y="16669"/>
                      <a:pt x="667226" y="16669"/>
                    </a:cubicBezTo>
                    <a:cubicBezTo>
                      <a:pt x="665321" y="10954"/>
                      <a:pt x="659606" y="7144"/>
                      <a:pt x="652939" y="7144"/>
                    </a:cubicBezTo>
                    <a:cubicBezTo>
                      <a:pt x="644366" y="7144"/>
                      <a:pt x="637699" y="13811"/>
                      <a:pt x="637699" y="22384"/>
                    </a:cubicBezTo>
                    <a:cubicBezTo>
                      <a:pt x="637699" y="30956"/>
                      <a:pt x="644366" y="37624"/>
                      <a:pt x="652939" y="37624"/>
                    </a:cubicBezTo>
                    <a:cubicBezTo>
                      <a:pt x="654844" y="37624"/>
                      <a:pt x="656749" y="37624"/>
                      <a:pt x="658654" y="36671"/>
                    </a:cubicBezTo>
                    <a:cubicBezTo>
                      <a:pt x="660559" y="38576"/>
                      <a:pt x="663416" y="40481"/>
                      <a:pt x="667226" y="40481"/>
                    </a:cubicBezTo>
                    <a:cubicBezTo>
                      <a:pt x="669131" y="40481"/>
                      <a:pt x="670084" y="40481"/>
                      <a:pt x="671989" y="39529"/>
                    </a:cubicBezTo>
                    <a:cubicBezTo>
                      <a:pt x="671989" y="41434"/>
                      <a:pt x="672941" y="43339"/>
                      <a:pt x="673894" y="45244"/>
                    </a:cubicBezTo>
                    <a:cubicBezTo>
                      <a:pt x="671036" y="46196"/>
                      <a:pt x="669131" y="48101"/>
                      <a:pt x="667226" y="50006"/>
                    </a:cubicBezTo>
                    <a:cubicBezTo>
                      <a:pt x="659606" y="50959"/>
                      <a:pt x="652939" y="57626"/>
                      <a:pt x="652939" y="65246"/>
                    </a:cubicBezTo>
                    <a:cubicBezTo>
                      <a:pt x="652939" y="72866"/>
                      <a:pt x="657701" y="78581"/>
                      <a:pt x="664369" y="80486"/>
                    </a:cubicBezTo>
                    <a:cubicBezTo>
                      <a:pt x="665321" y="81439"/>
                      <a:pt x="666274" y="82391"/>
                      <a:pt x="666274" y="83344"/>
                    </a:cubicBezTo>
                    <a:cubicBezTo>
                      <a:pt x="663416" y="86201"/>
                      <a:pt x="661511" y="90011"/>
                      <a:pt x="661511" y="94774"/>
                    </a:cubicBezTo>
                    <a:cubicBezTo>
                      <a:pt x="661511" y="96679"/>
                      <a:pt x="661511" y="99536"/>
                      <a:pt x="662464" y="101441"/>
                    </a:cubicBezTo>
                    <a:cubicBezTo>
                      <a:pt x="662464" y="101441"/>
                      <a:pt x="661511" y="101441"/>
                      <a:pt x="661511" y="101441"/>
                    </a:cubicBezTo>
                    <a:cubicBezTo>
                      <a:pt x="650081" y="101441"/>
                      <a:pt x="640556" y="110966"/>
                      <a:pt x="640556" y="122396"/>
                    </a:cubicBezTo>
                    <a:cubicBezTo>
                      <a:pt x="640556" y="130016"/>
                      <a:pt x="644366" y="136684"/>
                      <a:pt x="651034" y="140494"/>
                    </a:cubicBezTo>
                    <a:cubicBezTo>
                      <a:pt x="650081" y="142399"/>
                      <a:pt x="649129" y="144304"/>
                      <a:pt x="649129" y="146209"/>
                    </a:cubicBezTo>
                    <a:cubicBezTo>
                      <a:pt x="649129" y="151924"/>
                      <a:pt x="653891" y="156686"/>
                      <a:pt x="659606" y="156686"/>
                    </a:cubicBezTo>
                    <a:cubicBezTo>
                      <a:pt x="665321" y="156686"/>
                      <a:pt x="670084" y="151924"/>
                      <a:pt x="670084" y="146209"/>
                    </a:cubicBezTo>
                    <a:cubicBezTo>
                      <a:pt x="670084" y="145256"/>
                      <a:pt x="670084" y="143351"/>
                      <a:pt x="669131" y="142399"/>
                    </a:cubicBezTo>
                    <a:cubicBezTo>
                      <a:pt x="670084" y="141446"/>
                      <a:pt x="671989" y="141446"/>
                      <a:pt x="672941" y="140494"/>
                    </a:cubicBezTo>
                    <a:cubicBezTo>
                      <a:pt x="672941" y="141446"/>
                      <a:pt x="671989" y="143351"/>
                      <a:pt x="671989" y="145256"/>
                    </a:cubicBezTo>
                    <a:cubicBezTo>
                      <a:pt x="671989" y="152876"/>
                      <a:pt x="677704" y="158591"/>
                      <a:pt x="685324" y="158591"/>
                    </a:cubicBezTo>
                    <a:cubicBezTo>
                      <a:pt x="692944" y="158591"/>
                      <a:pt x="698659" y="152876"/>
                      <a:pt x="698659" y="145256"/>
                    </a:cubicBezTo>
                    <a:cubicBezTo>
                      <a:pt x="698659" y="137636"/>
                      <a:pt x="692944" y="131921"/>
                      <a:pt x="685324" y="131921"/>
                    </a:cubicBezTo>
                    <a:cubicBezTo>
                      <a:pt x="683419" y="131921"/>
                      <a:pt x="681514" y="132874"/>
                      <a:pt x="679609" y="132874"/>
                    </a:cubicBezTo>
                    <a:cubicBezTo>
                      <a:pt x="680561" y="130016"/>
                      <a:pt x="681514" y="128111"/>
                      <a:pt x="681514" y="125254"/>
                    </a:cubicBezTo>
                    <a:cubicBezTo>
                      <a:pt x="681514" y="125254"/>
                      <a:pt x="682466" y="125254"/>
                      <a:pt x="682466" y="125254"/>
                    </a:cubicBezTo>
                    <a:cubicBezTo>
                      <a:pt x="691039" y="125254"/>
                      <a:pt x="698659" y="118586"/>
                      <a:pt x="699611" y="110014"/>
                    </a:cubicBezTo>
                    <a:cubicBezTo>
                      <a:pt x="701516" y="110966"/>
                      <a:pt x="704374" y="111919"/>
                      <a:pt x="706279" y="111919"/>
                    </a:cubicBezTo>
                    <a:cubicBezTo>
                      <a:pt x="706279" y="112871"/>
                      <a:pt x="706279" y="112871"/>
                      <a:pt x="706279" y="113824"/>
                    </a:cubicBezTo>
                    <a:cubicBezTo>
                      <a:pt x="706279" y="117634"/>
                      <a:pt x="709136" y="120491"/>
                      <a:pt x="711994" y="122396"/>
                    </a:cubicBezTo>
                    <a:cubicBezTo>
                      <a:pt x="712946" y="135731"/>
                      <a:pt x="724376" y="146209"/>
                      <a:pt x="738664" y="146209"/>
                    </a:cubicBezTo>
                    <a:cubicBezTo>
                      <a:pt x="749141" y="146209"/>
                      <a:pt x="758666" y="139541"/>
                      <a:pt x="763429" y="130969"/>
                    </a:cubicBezTo>
                    <a:cubicBezTo>
                      <a:pt x="765334" y="131921"/>
                      <a:pt x="767239" y="131921"/>
                      <a:pt x="770096" y="132874"/>
                    </a:cubicBezTo>
                    <a:cubicBezTo>
                      <a:pt x="772001" y="135731"/>
                      <a:pt x="774859" y="138589"/>
                      <a:pt x="778669" y="140494"/>
                    </a:cubicBezTo>
                    <a:cubicBezTo>
                      <a:pt x="776764" y="141446"/>
                      <a:pt x="774859" y="143351"/>
                      <a:pt x="773906" y="145256"/>
                    </a:cubicBezTo>
                    <a:cubicBezTo>
                      <a:pt x="772954" y="141446"/>
                      <a:pt x="770096" y="138589"/>
                      <a:pt x="765334" y="138589"/>
                    </a:cubicBezTo>
                    <a:cubicBezTo>
                      <a:pt x="760571" y="138589"/>
                      <a:pt x="756761" y="142399"/>
                      <a:pt x="756761" y="147161"/>
                    </a:cubicBezTo>
                    <a:cubicBezTo>
                      <a:pt x="756761" y="150971"/>
                      <a:pt x="758666" y="153829"/>
                      <a:pt x="761524" y="154781"/>
                    </a:cubicBezTo>
                    <a:cubicBezTo>
                      <a:pt x="759619" y="156686"/>
                      <a:pt x="757714" y="158591"/>
                      <a:pt x="757714" y="161449"/>
                    </a:cubicBezTo>
                    <a:cubicBezTo>
                      <a:pt x="757714" y="163354"/>
                      <a:pt x="758666" y="165259"/>
                      <a:pt x="759619" y="167164"/>
                    </a:cubicBezTo>
                    <a:cubicBezTo>
                      <a:pt x="759619" y="168116"/>
                      <a:pt x="759619" y="168116"/>
                      <a:pt x="759619" y="169069"/>
                    </a:cubicBezTo>
                    <a:cubicBezTo>
                      <a:pt x="755809" y="161449"/>
                      <a:pt x="748189" y="155734"/>
                      <a:pt x="738664" y="155734"/>
                    </a:cubicBezTo>
                    <a:cubicBezTo>
                      <a:pt x="737711" y="155734"/>
                      <a:pt x="736759" y="155734"/>
                      <a:pt x="735806" y="155734"/>
                    </a:cubicBezTo>
                    <a:cubicBezTo>
                      <a:pt x="733901" y="153829"/>
                      <a:pt x="731996" y="152876"/>
                      <a:pt x="729139" y="152876"/>
                    </a:cubicBezTo>
                    <a:cubicBezTo>
                      <a:pt x="724376" y="152876"/>
                      <a:pt x="719614" y="156686"/>
                      <a:pt x="719614" y="162401"/>
                    </a:cubicBezTo>
                    <a:cubicBezTo>
                      <a:pt x="719614" y="163354"/>
                      <a:pt x="719614" y="164306"/>
                      <a:pt x="720566" y="165259"/>
                    </a:cubicBezTo>
                    <a:cubicBezTo>
                      <a:pt x="718661" y="168116"/>
                      <a:pt x="716756" y="170974"/>
                      <a:pt x="716756" y="173831"/>
                    </a:cubicBezTo>
                    <a:cubicBezTo>
                      <a:pt x="714851" y="173831"/>
                      <a:pt x="713899" y="172879"/>
                      <a:pt x="711994" y="172879"/>
                    </a:cubicBezTo>
                    <a:cubicBezTo>
                      <a:pt x="704374" y="172879"/>
                      <a:pt x="697706" y="174784"/>
                      <a:pt x="691991" y="178594"/>
                    </a:cubicBezTo>
                    <a:cubicBezTo>
                      <a:pt x="688181" y="176689"/>
                      <a:pt x="684371" y="175736"/>
                      <a:pt x="680561" y="175736"/>
                    </a:cubicBezTo>
                    <a:cubicBezTo>
                      <a:pt x="678656" y="175736"/>
                      <a:pt x="675799" y="175736"/>
                      <a:pt x="673894" y="176689"/>
                    </a:cubicBezTo>
                    <a:cubicBezTo>
                      <a:pt x="674846" y="175736"/>
                      <a:pt x="675799" y="173831"/>
                      <a:pt x="675799" y="172879"/>
                    </a:cubicBezTo>
                    <a:cubicBezTo>
                      <a:pt x="675799" y="169069"/>
                      <a:pt x="671989" y="165259"/>
                      <a:pt x="668179" y="165259"/>
                    </a:cubicBezTo>
                    <a:cubicBezTo>
                      <a:pt x="664369" y="165259"/>
                      <a:pt x="660559" y="169069"/>
                      <a:pt x="660559" y="172879"/>
                    </a:cubicBezTo>
                    <a:cubicBezTo>
                      <a:pt x="660559" y="176689"/>
                      <a:pt x="663416" y="179546"/>
                      <a:pt x="667226" y="180499"/>
                    </a:cubicBezTo>
                    <a:cubicBezTo>
                      <a:pt x="661511" y="184309"/>
                      <a:pt x="657701" y="191929"/>
                      <a:pt x="657701" y="199549"/>
                    </a:cubicBezTo>
                    <a:cubicBezTo>
                      <a:pt x="657701" y="202406"/>
                      <a:pt x="658654" y="205264"/>
                      <a:pt x="659606" y="207169"/>
                    </a:cubicBezTo>
                    <a:cubicBezTo>
                      <a:pt x="657701" y="207169"/>
                      <a:pt x="655796" y="207169"/>
                      <a:pt x="654844" y="208121"/>
                    </a:cubicBezTo>
                    <a:cubicBezTo>
                      <a:pt x="652939" y="206216"/>
                      <a:pt x="651034" y="205264"/>
                      <a:pt x="648176" y="205264"/>
                    </a:cubicBezTo>
                    <a:cubicBezTo>
                      <a:pt x="643414" y="205264"/>
                      <a:pt x="639604" y="209074"/>
                      <a:pt x="639604" y="213836"/>
                    </a:cubicBezTo>
                    <a:cubicBezTo>
                      <a:pt x="639604" y="215741"/>
                      <a:pt x="640556" y="216694"/>
                      <a:pt x="640556" y="217646"/>
                    </a:cubicBezTo>
                    <a:cubicBezTo>
                      <a:pt x="637699" y="219551"/>
                      <a:pt x="635794" y="222409"/>
                      <a:pt x="634841" y="226219"/>
                    </a:cubicBezTo>
                    <a:cubicBezTo>
                      <a:pt x="632936" y="224314"/>
                      <a:pt x="630079" y="223361"/>
                      <a:pt x="627221" y="223361"/>
                    </a:cubicBezTo>
                    <a:cubicBezTo>
                      <a:pt x="626269" y="215741"/>
                      <a:pt x="621506" y="209074"/>
                      <a:pt x="613886" y="205264"/>
                    </a:cubicBezTo>
                    <a:cubicBezTo>
                      <a:pt x="617696" y="205264"/>
                      <a:pt x="620554" y="204311"/>
                      <a:pt x="623411" y="203359"/>
                    </a:cubicBezTo>
                    <a:cubicBezTo>
                      <a:pt x="625316" y="206216"/>
                      <a:pt x="629126" y="209074"/>
                      <a:pt x="632936" y="209074"/>
                    </a:cubicBezTo>
                    <a:cubicBezTo>
                      <a:pt x="639604" y="209074"/>
                      <a:pt x="644366" y="204311"/>
                      <a:pt x="644366" y="197644"/>
                    </a:cubicBezTo>
                    <a:cubicBezTo>
                      <a:pt x="644366" y="194786"/>
                      <a:pt x="643414" y="191929"/>
                      <a:pt x="640556" y="189071"/>
                    </a:cubicBezTo>
                    <a:cubicBezTo>
                      <a:pt x="644366" y="183356"/>
                      <a:pt x="646271" y="176689"/>
                      <a:pt x="646271" y="170021"/>
                    </a:cubicBezTo>
                    <a:cubicBezTo>
                      <a:pt x="646271" y="153829"/>
                      <a:pt x="634841" y="139541"/>
                      <a:pt x="619601" y="135731"/>
                    </a:cubicBezTo>
                    <a:cubicBezTo>
                      <a:pt x="617696" y="133826"/>
                      <a:pt x="615791" y="132874"/>
                      <a:pt x="612934" y="132874"/>
                    </a:cubicBezTo>
                    <a:cubicBezTo>
                      <a:pt x="611029" y="132874"/>
                      <a:pt x="609124" y="133826"/>
                      <a:pt x="607219" y="134779"/>
                    </a:cubicBezTo>
                    <a:cubicBezTo>
                      <a:pt x="605314" y="134779"/>
                      <a:pt x="602456" y="135731"/>
                      <a:pt x="600551" y="135731"/>
                    </a:cubicBezTo>
                    <a:cubicBezTo>
                      <a:pt x="601504" y="133826"/>
                      <a:pt x="601504" y="131921"/>
                      <a:pt x="601504" y="129064"/>
                    </a:cubicBezTo>
                    <a:cubicBezTo>
                      <a:pt x="603409" y="130016"/>
                      <a:pt x="605314" y="130969"/>
                      <a:pt x="607219" y="130969"/>
                    </a:cubicBezTo>
                    <a:cubicBezTo>
                      <a:pt x="611981" y="130969"/>
                      <a:pt x="616744" y="127159"/>
                      <a:pt x="616744" y="121444"/>
                    </a:cubicBezTo>
                    <a:cubicBezTo>
                      <a:pt x="616744" y="115729"/>
                      <a:pt x="612934" y="111919"/>
                      <a:pt x="607219" y="111919"/>
                    </a:cubicBezTo>
                    <a:cubicBezTo>
                      <a:pt x="604361" y="111919"/>
                      <a:pt x="601504" y="113824"/>
                      <a:pt x="599599" y="116681"/>
                    </a:cubicBezTo>
                    <a:cubicBezTo>
                      <a:pt x="597694" y="112871"/>
                      <a:pt x="594836" y="110014"/>
                      <a:pt x="591979" y="107156"/>
                    </a:cubicBezTo>
                    <a:cubicBezTo>
                      <a:pt x="593884" y="108109"/>
                      <a:pt x="596741" y="108109"/>
                      <a:pt x="598646" y="108109"/>
                    </a:cubicBezTo>
                    <a:cubicBezTo>
                      <a:pt x="612934" y="108109"/>
                      <a:pt x="624364" y="97631"/>
                      <a:pt x="626269" y="84296"/>
                    </a:cubicBezTo>
                    <a:cubicBezTo>
                      <a:pt x="628174" y="85249"/>
                      <a:pt x="629126" y="85249"/>
                      <a:pt x="631031" y="85249"/>
                    </a:cubicBezTo>
                    <a:cubicBezTo>
                      <a:pt x="638651" y="85249"/>
                      <a:pt x="644366" y="79534"/>
                      <a:pt x="644366" y="71914"/>
                    </a:cubicBezTo>
                    <a:cubicBezTo>
                      <a:pt x="644366" y="64294"/>
                      <a:pt x="638651" y="58579"/>
                      <a:pt x="631031" y="58579"/>
                    </a:cubicBezTo>
                    <a:cubicBezTo>
                      <a:pt x="626269" y="58579"/>
                      <a:pt x="622459" y="60484"/>
                      <a:pt x="620554" y="64294"/>
                    </a:cubicBezTo>
                    <a:cubicBezTo>
                      <a:pt x="615791" y="57626"/>
                      <a:pt x="607219" y="53816"/>
                      <a:pt x="598646" y="53816"/>
                    </a:cubicBezTo>
                    <a:cubicBezTo>
                      <a:pt x="591026" y="53816"/>
                      <a:pt x="584359" y="56674"/>
                      <a:pt x="578644" y="62389"/>
                    </a:cubicBezTo>
                    <a:cubicBezTo>
                      <a:pt x="578644" y="61436"/>
                      <a:pt x="578644" y="59531"/>
                      <a:pt x="578644" y="58579"/>
                    </a:cubicBezTo>
                    <a:cubicBezTo>
                      <a:pt x="578644" y="47149"/>
                      <a:pt x="569119" y="37624"/>
                      <a:pt x="557689" y="37624"/>
                    </a:cubicBezTo>
                    <a:cubicBezTo>
                      <a:pt x="546259" y="37624"/>
                      <a:pt x="536734" y="47149"/>
                      <a:pt x="536734" y="58579"/>
                    </a:cubicBezTo>
                    <a:cubicBezTo>
                      <a:pt x="536734" y="70009"/>
                      <a:pt x="546259" y="79534"/>
                      <a:pt x="557689" y="79534"/>
                    </a:cubicBezTo>
                    <a:cubicBezTo>
                      <a:pt x="562451" y="79534"/>
                      <a:pt x="567214" y="77629"/>
                      <a:pt x="571024" y="74771"/>
                    </a:cubicBezTo>
                    <a:cubicBezTo>
                      <a:pt x="570071" y="77629"/>
                      <a:pt x="570071" y="80486"/>
                      <a:pt x="570071" y="83344"/>
                    </a:cubicBezTo>
                    <a:cubicBezTo>
                      <a:pt x="570071" y="92869"/>
                      <a:pt x="574834" y="101441"/>
                      <a:pt x="582454" y="106204"/>
                    </a:cubicBezTo>
                    <a:cubicBezTo>
                      <a:pt x="580549" y="106204"/>
                      <a:pt x="579596" y="105251"/>
                      <a:pt x="577691" y="105251"/>
                    </a:cubicBezTo>
                    <a:cubicBezTo>
                      <a:pt x="570071" y="105251"/>
                      <a:pt x="563404" y="109061"/>
                      <a:pt x="559594" y="113824"/>
                    </a:cubicBezTo>
                    <a:cubicBezTo>
                      <a:pt x="555784" y="107156"/>
                      <a:pt x="549116" y="103346"/>
                      <a:pt x="541496" y="103346"/>
                    </a:cubicBezTo>
                    <a:cubicBezTo>
                      <a:pt x="530066" y="103346"/>
                      <a:pt x="519589" y="112871"/>
                      <a:pt x="519589" y="125254"/>
                    </a:cubicBezTo>
                    <a:cubicBezTo>
                      <a:pt x="519589" y="137636"/>
                      <a:pt x="529114" y="147161"/>
                      <a:pt x="541496" y="147161"/>
                    </a:cubicBezTo>
                    <a:cubicBezTo>
                      <a:pt x="547211" y="147161"/>
                      <a:pt x="552926" y="144304"/>
                      <a:pt x="556736" y="140494"/>
                    </a:cubicBezTo>
                    <a:cubicBezTo>
                      <a:pt x="560546" y="148114"/>
                      <a:pt x="569119" y="153829"/>
                      <a:pt x="578644" y="153829"/>
                    </a:cubicBezTo>
                    <a:cubicBezTo>
                      <a:pt x="579596" y="153829"/>
                      <a:pt x="580549" y="153829"/>
                      <a:pt x="581501" y="153829"/>
                    </a:cubicBezTo>
                    <a:cubicBezTo>
                      <a:pt x="578644" y="158591"/>
                      <a:pt x="576739" y="165259"/>
                      <a:pt x="576739" y="170974"/>
                    </a:cubicBezTo>
                    <a:cubicBezTo>
                      <a:pt x="576739" y="172879"/>
                      <a:pt x="576739" y="174784"/>
                      <a:pt x="577691" y="176689"/>
                    </a:cubicBezTo>
                    <a:cubicBezTo>
                      <a:pt x="571976" y="172879"/>
                      <a:pt x="565309" y="170974"/>
                      <a:pt x="557689" y="170974"/>
                    </a:cubicBezTo>
                    <a:cubicBezTo>
                      <a:pt x="545306" y="170974"/>
                      <a:pt x="533876" y="176689"/>
                      <a:pt x="526256" y="186214"/>
                    </a:cubicBezTo>
                    <a:cubicBezTo>
                      <a:pt x="523399" y="181451"/>
                      <a:pt x="518636" y="177641"/>
                      <a:pt x="512921" y="177641"/>
                    </a:cubicBezTo>
                    <a:cubicBezTo>
                      <a:pt x="504349" y="177641"/>
                      <a:pt x="497681" y="184309"/>
                      <a:pt x="497681" y="192881"/>
                    </a:cubicBezTo>
                    <a:cubicBezTo>
                      <a:pt x="497681" y="201454"/>
                      <a:pt x="504349" y="208121"/>
                      <a:pt x="512921" y="208121"/>
                    </a:cubicBezTo>
                    <a:cubicBezTo>
                      <a:pt x="514826" y="208121"/>
                      <a:pt x="516731" y="208121"/>
                      <a:pt x="518636" y="207169"/>
                    </a:cubicBezTo>
                    <a:cubicBezTo>
                      <a:pt x="518636" y="208121"/>
                      <a:pt x="518636" y="209074"/>
                      <a:pt x="518636" y="210026"/>
                    </a:cubicBezTo>
                    <a:cubicBezTo>
                      <a:pt x="518636" y="222409"/>
                      <a:pt x="524351" y="232886"/>
                      <a:pt x="532924" y="239554"/>
                    </a:cubicBezTo>
                    <a:cubicBezTo>
                      <a:pt x="531019" y="242411"/>
                      <a:pt x="530066" y="246221"/>
                      <a:pt x="530066" y="249079"/>
                    </a:cubicBezTo>
                    <a:cubicBezTo>
                      <a:pt x="530066" y="250031"/>
                      <a:pt x="530066" y="250031"/>
                      <a:pt x="530066" y="250984"/>
                    </a:cubicBezTo>
                    <a:cubicBezTo>
                      <a:pt x="523399" y="255746"/>
                      <a:pt x="517684" y="261461"/>
                      <a:pt x="514826" y="270034"/>
                    </a:cubicBezTo>
                    <a:cubicBezTo>
                      <a:pt x="508159" y="274796"/>
                      <a:pt x="503396" y="283369"/>
                      <a:pt x="503396" y="291941"/>
                    </a:cubicBezTo>
                    <a:cubicBezTo>
                      <a:pt x="503396" y="307181"/>
                      <a:pt x="515779" y="319564"/>
                      <a:pt x="531019" y="319564"/>
                    </a:cubicBezTo>
                    <a:cubicBezTo>
                      <a:pt x="534829" y="319564"/>
                      <a:pt x="537686" y="318611"/>
                      <a:pt x="540544" y="317659"/>
                    </a:cubicBezTo>
                    <a:cubicBezTo>
                      <a:pt x="543401" y="318611"/>
                      <a:pt x="546259" y="318611"/>
                      <a:pt x="549116" y="318611"/>
                    </a:cubicBezTo>
                    <a:cubicBezTo>
                      <a:pt x="564356" y="318611"/>
                      <a:pt x="577691" y="309086"/>
                      <a:pt x="582454" y="295751"/>
                    </a:cubicBezTo>
                    <a:cubicBezTo>
                      <a:pt x="583406" y="295751"/>
                      <a:pt x="583406" y="294799"/>
                      <a:pt x="584359" y="294799"/>
                    </a:cubicBezTo>
                    <a:cubicBezTo>
                      <a:pt x="584359" y="294799"/>
                      <a:pt x="585311" y="294799"/>
                      <a:pt x="585311" y="294799"/>
                    </a:cubicBezTo>
                    <a:cubicBezTo>
                      <a:pt x="587216" y="301466"/>
                      <a:pt x="591026" y="306229"/>
                      <a:pt x="596741" y="310991"/>
                    </a:cubicBezTo>
                    <a:cubicBezTo>
                      <a:pt x="596741" y="310991"/>
                      <a:pt x="596741" y="311944"/>
                      <a:pt x="596741" y="311944"/>
                    </a:cubicBezTo>
                    <a:cubicBezTo>
                      <a:pt x="596741" y="312896"/>
                      <a:pt x="596741" y="312896"/>
                      <a:pt x="596741" y="313849"/>
                    </a:cubicBezTo>
                    <a:cubicBezTo>
                      <a:pt x="595789" y="315754"/>
                      <a:pt x="595789" y="318611"/>
                      <a:pt x="595789" y="321469"/>
                    </a:cubicBezTo>
                    <a:cubicBezTo>
                      <a:pt x="595789" y="328136"/>
                      <a:pt x="598646" y="333851"/>
                      <a:pt x="603409" y="337661"/>
                    </a:cubicBezTo>
                    <a:cubicBezTo>
                      <a:pt x="603409" y="338614"/>
                      <a:pt x="603409" y="339566"/>
                      <a:pt x="603409" y="339566"/>
                    </a:cubicBezTo>
                    <a:cubicBezTo>
                      <a:pt x="603409" y="347186"/>
                      <a:pt x="608171" y="352901"/>
                      <a:pt x="614839" y="354806"/>
                    </a:cubicBezTo>
                    <a:cubicBezTo>
                      <a:pt x="612934" y="356711"/>
                      <a:pt x="611029" y="359569"/>
                      <a:pt x="611029" y="363379"/>
                    </a:cubicBezTo>
                    <a:cubicBezTo>
                      <a:pt x="604361" y="356711"/>
                      <a:pt x="595789" y="352901"/>
                      <a:pt x="586264" y="352901"/>
                    </a:cubicBezTo>
                    <a:cubicBezTo>
                      <a:pt x="567214" y="352901"/>
                      <a:pt x="551974" y="368141"/>
                      <a:pt x="551974" y="387191"/>
                    </a:cubicBezTo>
                    <a:cubicBezTo>
                      <a:pt x="551974" y="390049"/>
                      <a:pt x="551974" y="392906"/>
                      <a:pt x="552926" y="395764"/>
                    </a:cubicBezTo>
                    <a:cubicBezTo>
                      <a:pt x="550069" y="391001"/>
                      <a:pt x="546259" y="387191"/>
                      <a:pt x="541496" y="385286"/>
                    </a:cubicBezTo>
                    <a:cubicBezTo>
                      <a:pt x="539591" y="379571"/>
                      <a:pt x="533876" y="375761"/>
                      <a:pt x="527209" y="375761"/>
                    </a:cubicBezTo>
                    <a:cubicBezTo>
                      <a:pt x="518636" y="375761"/>
                      <a:pt x="511969" y="382429"/>
                      <a:pt x="511969" y="391001"/>
                    </a:cubicBezTo>
                    <a:cubicBezTo>
                      <a:pt x="511969" y="391954"/>
                      <a:pt x="511969" y="391954"/>
                      <a:pt x="511969" y="392906"/>
                    </a:cubicBezTo>
                    <a:cubicBezTo>
                      <a:pt x="508159" y="397669"/>
                      <a:pt x="506254" y="402431"/>
                      <a:pt x="506254" y="409099"/>
                    </a:cubicBezTo>
                    <a:cubicBezTo>
                      <a:pt x="506254" y="414814"/>
                      <a:pt x="508159" y="420529"/>
                      <a:pt x="511969" y="425291"/>
                    </a:cubicBezTo>
                    <a:cubicBezTo>
                      <a:pt x="511016" y="427196"/>
                      <a:pt x="511016" y="428149"/>
                      <a:pt x="511016" y="430054"/>
                    </a:cubicBezTo>
                    <a:cubicBezTo>
                      <a:pt x="511016" y="437674"/>
                      <a:pt x="516731" y="443389"/>
                      <a:pt x="524351" y="443389"/>
                    </a:cubicBezTo>
                    <a:cubicBezTo>
                      <a:pt x="530066" y="443389"/>
                      <a:pt x="535781" y="439579"/>
                      <a:pt x="537686" y="433864"/>
                    </a:cubicBezTo>
                    <a:cubicBezTo>
                      <a:pt x="537686" y="433864"/>
                      <a:pt x="537686" y="433864"/>
                      <a:pt x="537686" y="433864"/>
                    </a:cubicBezTo>
                    <a:cubicBezTo>
                      <a:pt x="537686" y="436721"/>
                      <a:pt x="538639" y="439579"/>
                      <a:pt x="539591" y="441484"/>
                    </a:cubicBezTo>
                    <a:cubicBezTo>
                      <a:pt x="535781" y="442436"/>
                      <a:pt x="531971" y="445294"/>
                      <a:pt x="531971" y="450056"/>
                    </a:cubicBezTo>
                    <a:cubicBezTo>
                      <a:pt x="531971" y="454819"/>
                      <a:pt x="535781" y="458629"/>
                      <a:pt x="540544" y="458629"/>
                    </a:cubicBezTo>
                    <a:cubicBezTo>
                      <a:pt x="545306" y="458629"/>
                      <a:pt x="549116" y="454819"/>
                      <a:pt x="549116" y="451009"/>
                    </a:cubicBezTo>
                    <a:cubicBezTo>
                      <a:pt x="551974" y="451961"/>
                      <a:pt x="554831" y="452914"/>
                      <a:pt x="557689" y="452914"/>
                    </a:cubicBezTo>
                    <a:cubicBezTo>
                      <a:pt x="559594" y="452914"/>
                      <a:pt x="561499" y="452914"/>
                      <a:pt x="563404" y="451961"/>
                    </a:cubicBezTo>
                    <a:cubicBezTo>
                      <a:pt x="563404" y="452914"/>
                      <a:pt x="564356" y="453866"/>
                      <a:pt x="565309" y="454819"/>
                    </a:cubicBezTo>
                    <a:cubicBezTo>
                      <a:pt x="562451" y="456724"/>
                      <a:pt x="560546" y="460534"/>
                      <a:pt x="560546" y="464344"/>
                    </a:cubicBezTo>
                    <a:cubicBezTo>
                      <a:pt x="560546" y="465296"/>
                      <a:pt x="560546" y="466249"/>
                      <a:pt x="560546" y="467201"/>
                    </a:cubicBezTo>
                    <a:cubicBezTo>
                      <a:pt x="555784" y="471964"/>
                      <a:pt x="551974" y="478631"/>
                      <a:pt x="551974" y="487204"/>
                    </a:cubicBezTo>
                    <a:cubicBezTo>
                      <a:pt x="551974" y="487204"/>
                      <a:pt x="551974" y="488156"/>
                      <a:pt x="551974" y="488156"/>
                    </a:cubicBezTo>
                    <a:cubicBezTo>
                      <a:pt x="549116" y="491014"/>
                      <a:pt x="548164" y="494824"/>
                      <a:pt x="548164" y="499586"/>
                    </a:cubicBezTo>
                    <a:cubicBezTo>
                      <a:pt x="548164" y="509111"/>
                      <a:pt x="555784" y="517684"/>
                      <a:pt x="566261" y="517684"/>
                    </a:cubicBezTo>
                    <a:cubicBezTo>
                      <a:pt x="569119" y="517684"/>
                      <a:pt x="571976" y="516731"/>
                      <a:pt x="573881" y="515779"/>
                    </a:cubicBezTo>
                    <a:cubicBezTo>
                      <a:pt x="571976" y="517684"/>
                      <a:pt x="571024" y="520541"/>
                      <a:pt x="571024" y="523399"/>
                    </a:cubicBezTo>
                    <a:cubicBezTo>
                      <a:pt x="571024" y="527209"/>
                      <a:pt x="572929" y="530066"/>
                      <a:pt x="574834" y="531971"/>
                    </a:cubicBezTo>
                    <a:cubicBezTo>
                      <a:pt x="574834" y="531971"/>
                      <a:pt x="574834" y="532924"/>
                      <a:pt x="574834" y="532924"/>
                    </a:cubicBezTo>
                    <a:cubicBezTo>
                      <a:pt x="574834" y="539591"/>
                      <a:pt x="580549" y="544354"/>
                      <a:pt x="586264" y="544354"/>
                    </a:cubicBezTo>
                    <a:cubicBezTo>
                      <a:pt x="591026" y="544354"/>
                      <a:pt x="594836" y="541496"/>
                      <a:pt x="596741" y="537686"/>
                    </a:cubicBezTo>
                    <a:cubicBezTo>
                      <a:pt x="597694" y="537686"/>
                      <a:pt x="597694" y="536734"/>
                      <a:pt x="598646" y="536734"/>
                    </a:cubicBezTo>
                    <a:cubicBezTo>
                      <a:pt x="602456" y="540544"/>
                      <a:pt x="607219" y="542449"/>
                      <a:pt x="611981" y="542449"/>
                    </a:cubicBezTo>
                    <a:cubicBezTo>
                      <a:pt x="622459" y="542449"/>
                      <a:pt x="631984" y="533876"/>
                      <a:pt x="631984" y="522446"/>
                    </a:cubicBezTo>
                    <a:cubicBezTo>
                      <a:pt x="635794" y="524351"/>
                      <a:pt x="639604" y="525304"/>
                      <a:pt x="643414" y="525304"/>
                    </a:cubicBezTo>
                    <a:cubicBezTo>
                      <a:pt x="636746" y="526256"/>
                      <a:pt x="632936" y="531971"/>
                      <a:pt x="632936" y="538639"/>
                    </a:cubicBezTo>
                    <a:cubicBezTo>
                      <a:pt x="632936" y="539591"/>
                      <a:pt x="632936" y="541496"/>
                      <a:pt x="633889" y="542449"/>
                    </a:cubicBezTo>
                    <a:cubicBezTo>
                      <a:pt x="629126" y="544354"/>
                      <a:pt x="626269" y="549116"/>
                      <a:pt x="626269" y="554831"/>
                    </a:cubicBezTo>
                    <a:cubicBezTo>
                      <a:pt x="626269" y="554831"/>
                      <a:pt x="626269" y="554831"/>
                      <a:pt x="626269" y="555784"/>
                    </a:cubicBezTo>
                    <a:cubicBezTo>
                      <a:pt x="624364" y="551021"/>
                      <a:pt x="619601" y="548164"/>
                      <a:pt x="614839" y="548164"/>
                    </a:cubicBezTo>
                    <a:cubicBezTo>
                      <a:pt x="608171" y="548164"/>
                      <a:pt x="602456" y="553879"/>
                      <a:pt x="602456" y="560546"/>
                    </a:cubicBezTo>
                    <a:cubicBezTo>
                      <a:pt x="602456" y="567214"/>
                      <a:pt x="608171" y="572929"/>
                      <a:pt x="614839" y="572929"/>
                    </a:cubicBezTo>
                    <a:cubicBezTo>
                      <a:pt x="621506" y="572929"/>
                      <a:pt x="627221" y="567214"/>
                      <a:pt x="627221" y="560546"/>
                    </a:cubicBezTo>
                    <a:cubicBezTo>
                      <a:pt x="627221" y="560546"/>
                      <a:pt x="627221" y="560546"/>
                      <a:pt x="627221" y="560546"/>
                    </a:cubicBezTo>
                    <a:cubicBezTo>
                      <a:pt x="628174" y="562451"/>
                      <a:pt x="629126" y="564356"/>
                      <a:pt x="631031" y="566261"/>
                    </a:cubicBezTo>
                    <a:cubicBezTo>
                      <a:pt x="629126" y="567214"/>
                      <a:pt x="628174" y="569119"/>
                      <a:pt x="628174" y="571024"/>
                    </a:cubicBezTo>
                    <a:cubicBezTo>
                      <a:pt x="628174" y="573881"/>
                      <a:pt x="631031" y="576739"/>
                      <a:pt x="633889" y="576739"/>
                    </a:cubicBezTo>
                    <a:cubicBezTo>
                      <a:pt x="636746" y="576739"/>
                      <a:pt x="639604" y="573881"/>
                      <a:pt x="639604" y="571024"/>
                    </a:cubicBezTo>
                    <a:cubicBezTo>
                      <a:pt x="639604" y="570071"/>
                      <a:pt x="639604" y="570071"/>
                      <a:pt x="639604" y="569119"/>
                    </a:cubicBezTo>
                    <a:cubicBezTo>
                      <a:pt x="639604" y="569119"/>
                      <a:pt x="640556" y="569119"/>
                      <a:pt x="640556" y="569119"/>
                    </a:cubicBezTo>
                    <a:cubicBezTo>
                      <a:pt x="642461" y="569119"/>
                      <a:pt x="644366" y="568166"/>
                      <a:pt x="646271" y="568166"/>
                    </a:cubicBezTo>
                    <a:cubicBezTo>
                      <a:pt x="647224" y="569119"/>
                      <a:pt x="647224" y="569119"/>
                      <a:pt x="648176" y="570071"/>
                    </a:cubicBezTo>
                    <a:cubicBezTo>
                      <a:pt x="647224" y="571024"/>
                      <a:pt x="647224" y="571976"/>
                      <a:pt x="647224" y="573881"/>
                    </a:cubicBezTo>
                    <a:cubicBezTo>
                      <a:pt x="647224" y="575786"/>
                      <a:pt x="648176" y="577691"/>
                      <a:pt x="650081" y="579596"/>
                    </a:cubicBezTo>
                    <a:cubicBezTo>
                      <a:pt x="646271" y="580549"/>
                      <a:pt x="642461" y="584359"/>
                      <a:pt x="642461" y="589121"/>
                    </a:cubicBezTo>
                    <a:cubicBezTo>
                      <a:pt x="642461" y="592931"/>
                      <a:pt x="644366" y="595789"/>
                      <a:pt x="648176" y="597694"/>
                    </a:cubicBezTo>
                    <a:cubicBezTo>
                      <a:pt x="649129" y="601504"/>
                      <a:pt x="651986" y="604361"/>
                      <a:pt x="656749" y="605314"/>
                    </a:cubicBezTo>
                    <a:lnTo>
                      <a:pt x="656749" y="608171"/>
                    </a:lnTo>
                    <a:cubicBezTo>
                      <a:pt x="654844" y="605314"/>
                      <a:pt x="651034" y="603409"/>
                      <a:pt x="647224" y="603409"/>
                    </a:cubicBezTo>
                    <a:cubicBezTo>
                      <a:pt x="640556" y="603409"/>
                      <a:pt x="635794" y="609124"/>
                      <a:pt x="635794" y="614839"/>
                    </a:cubicBezTo>
                    <a:cubicBezTo>
                      <a:pt x="635794" y="615791"/>
                      <a:pt x="635794" y="616744"/>
                      <a:pt x="636746" y="617696"/>
                    </a:cubicBezTo>
                    <a:cubicBezTo>
                      <a:pt x="635794" y="617696"/>
                      <a:pt x="634841" y="617696"/>
                      <a:pt x="634841" y="617696"/>
                    </a:cubicBezTo>
                    <a:cubicBezTo>
                      <a:pt x="627221" y="617696"/>
                      <a:pt x="620554" y="619601"/>
                      <a:pt x="614839" y="623411"/>
                    </a:cubicBezTo>
                    <a:cubicBezTo>
                      <a:pt x="614839" y="623411"/>
                      <a:pt x="614839" y="623411"/>
                      <a:pt x="613886" y="623411"/>
                    </a:cubicBezTo>
                    <a:cubicBezTo>
                      <a:pt x="611981" y="623411"/>
                      <a:pt x="610076" y="623411"/>
                      <a:pt x="609124" y="624364"/>
                    </a:cubicBezTo>
                    <a:cubicBezTo>
                      <a:pt x="609124" y="624364"/>
                      <a:pt x="609124" y="624364"/>
                      <a:pt x="609124" y="624364"/>
                    </a:cubicBezTo>
                    <a:cubicBezTo>
                      <a:pt x="609124" y="617696"/>
                      <a:pt x="603409" y="611981"/>
                      <a:pt x="596741" y="611981"/>
                    </a:cubicBezTo>
                    <a:cubicBezTo>
                      <a:pt x="592931" y="611981"/>
                      <a:pt x="589121" y="613886"/>
                      <a:pt x="587216" y="617696"/>
                    </a:cubicBezTo>
                    <a:cubicBezTo>
                      <a:pt x="582454" y="610076"/>
                      <a:pt x="573881" y="605314"/>
                      <a:pt x="564356" y="605314"/>
                    </a:cubicBezTo>
                    <a:cubicBezTo>
                      <a:pt x="554831" y="605314"/>
                      <a:pt x="547211" y="610076"/>
                      <a:pt x="542449" y="616744"/>
                    </a:cubicBezTo>
                    <a:cubicBezTo>
                      <a:pt x="541496" y="616744"/>
                      <a:pt x="541496" y="616744"/>
                      <a:pt x="540544" y="615791"/>
                    </a:cubicBezTo>
                    <a:cubicBezTo>
                      <a:pt x="539591" y="613886"/>
                      <a:pt x="537686" y="611029"/>
                      <a:pt x="536734" y="609124"/>
                    </a:cubicBezTo>
                    <a:cubicBezTo>
                      <a:pt x="546259" y="608171"/>
                      <a:pt x="553879" y="602456"/>
                      <a:pt x="556736" y="593884"/>
                    </a:cubicBezTo>
                    <a:cubicBezTo>
                      <a:pt x="560546" y="590074"/>
                      <a:pt x="563404" y="585311"/>
                      <a:pt x="563404" y="579596"/>
                    </a:cubicBezTo>
                    <a:cubicBezTo>
                      <a:pt x="563404" y="578644"/>
                      <a:pt x="563404" y="576739"/>
                      <a:pt x="563404" y="575786"/>
                    </a:cubicBezTo>
                    <a:cubicBezTo>
                      <a:pt x="563404" y="575786"/>
                      <a:pt x="564356" y="575786"/>
                      <a:pt x="564356" y="575786"/>
                    </a:cubicBezTo>
                    <a:cubicBezTo>
                      <a:pt x="567214" y="575786"/>
                      <a:pt x="570071" y="574834"/>
                      <a:pt x="572929" y="573881"/>
                    </a:cubicBezTo>
                    <a:cubicBezTo>
                      <a:pt x="571024" y="577691"/>
                      <a:pt x="569119" y="581501"/>
                      <a:pt x="569119" y="585311"/>
                    </a:cubicBezTo>
                    <a:cubicBezTo>
                      <a:pt x="569119" y="597694"/>
                      <a:pt x="578644" y="607219"/>
                      <a:pt x="591026" y="607219"/>
                    </a:cubicBezTo>
                    <a:cubicBezTo>
                      <a:pt x="603409" y="607219"/>
                      <a:pt x="612934" y="597694"/>
                      <a:pt x="612934" y="585311"/>
                    </a:cubicBezTo>
                    <a:cubicBezTo>
                      <a:pt x="612934" y="572929"/>
                      <a:pt x="603409" y="563404"/>
                      <a:pt x="591026" y="563404"/>
                    </a:cubicBezTo>
                    <a:cubicBezTo>
                      <a:pt x="586264" y="563404"/>
                      <a:pt x="582454" y="564356"/>
                      <a:pt x="579596" y="567214"/>
                    </a:cubicBezTo>
                    <a:cubicBezTo>
                      <a:pt x="580549" y="564356"/>
                      <a:pt x="581501" y="561499"/>
                      <a:pt x="581501" y="558641"/>
                    </a:cubicBezTo>
                    <a:cubicBezTo>
                      <a:pt x="581501" y="549116"/>
                      <a:pt x="573881" y="541496"/>
                      <a:pt x="564356" y="541496"/>
                    </a:cubicBezTo>
                    <a:cubicBezTo>
                      <a:pt x="554831" y="541496"/>
                      <a:pt x="547211" y="549116"/>
                      <a:pt x="547211" y="558641"/>
                    </a:cubicBezTo>
                    <a:cubicBezTo>
                      <a:pt x="547211" y="559594"/>
                      <a:pt x="547211" y="559594"/>
                      <a:pt x="547211" y="560546"/>
                    </a:cubicBezTo>
                    <a:cubicBezTo>
                      <a:pt x="546259" y="560546"/>
                      <a:pt x="545306" y="560546"/>
                      <a:pt x="543401" y="560546"/>
                    </a:cubicBezTo>
                    <a:cubicBezTo>
                      <a:pt x="537686" y="560546"/>
                      <a:pt x="531971" y="563404"/>
                      <a:pt x="528161" y="567214"/>
                    </a:cubicBezTo>
                    <a:cubicBezTo>
                      <a:pt x="527209" y="567214"/>
                      <a:pt x="527209" y="568166"/>
                      <a:pt x="526256" y="568166"/>
                    </a:cubicBezTo>
                    <a:cubicBezTo>
                      <a:pt x="526256" y="567214"/>
                      <a:pt x="526256" y="567214"/>
                      <a:pt x="526256" y="566261"/>
                    </a:cubicBezTo>
                    <a:cubicBezTo>
                      <a:pt x="526256" y="556736"/>
                      <a:pt x="518636" y="548164"/>
                      <a:pt x="508159" y="548164"/>
                    </a:cubicBezTo>
                    <a:cubicBezTo>
                      <a:pt x="498634" y="548164"/>
                      <a:pt x="490061" y="555784"/>
                      <a:pt x="490061" y="566261"/>
                    </a:cubicBezTo>
                    <a:cubicBezTo>
                      <a:pt x="490061" y="575786"/>
                      <a:pt x="497681" y="584359"/>
                      <a:pt x="508159" y="584359"/>
                    </a:cubicBezTo>
                    <a:cubicBezTo>
                      <a:pt x="510064" y="584359"/>
                      <a:pt x="511969" y="584359"/>
                      <a:pt x="513874" y="583406"/>
                    </a:cubicBezTo>
                    <a:cubicBezTo>
                      <a:pt x="513874" y="585311"/>
                      <a:pt x="512921" y="587216"/>
                      <a:pt x="512921" y="588169"/>
                    </a:cubicBezTo>
                    <a:cubicBezTo>
                      <a:pt x="512921" y="591979"/>
                      <a:pt x="513874" y="595789"/>
                      <a:pt x="515779" y="599599"/>
                    </a:cubicBezTo>
                    <a:cubicBezTo>
                      <a:pt x="514826" y="599599"/>
                      <a:pt x="512921" y="599599"/>
                      <a:pt x="511969" y="599599"/>
                    </a:cubicBezTo>
                    <a:cubicBezTo>
                      <a:pt x="510064" y="599599"/>
                      <a:pt x="508159" y="599599"/>
                      <a:pt x="506254" y="600551"/>
                    </a:cubicBezTo>
                    <a:cubicBezTo>
                      <a:pt x="504349" y="596741"/>
                      <a:pt x="501491" y="594836"/>
                      <a:pt x="497681" y="594836"/>
                    </a:cubicBezTo>
                    <a:cubicBezTo>
                      <a:pt x="492919" y="594836"/>
                      <a:pt x="490061" y="597694"/>
                      <a:pt x="489109" y="602456"/>
                    </a:cubicBezTo>
                    <a:cubicBezTo>
                      <a:pt x="488156" y="602456"/>
                      <a:pt x="487204" y="602456"/>
                      <a:pt x="487204" y="603409"/>
                    </a:cubicBezTo>
                    <a:cubicBezTo>
                      <a:pt x="483394" y="601504"/>
                      <a:pt x="479584" y="599599"/>
                      <a:pt x="475774" y="599599"/>
                    </a:cubicBezTo>
                    <a:cubicBezTo>
                      <a:pt x="464344" y="599599"/>
                      <a:pt x="454819" y="609124"/>
                      <a:pt x="454819" y="620554"/>
                    </a:cubicBezTo>
                    <a:cubicBezTo>
                      <a:pt x="454819" y="622459"/>
                      <a:pt x="454819" y="624364"/>
                      <a:pt x="455771" y="625316"/>
                    </a:cubicBezTo>
                    <a:cubicBezTo>
                      <a:pt x="452914" y="626269"/>
                      <a:pt x="450056" y="630079"/>
                      <a:pt x="450056" y="633889"/>
                    </a:cubicBezTo>
                    <a:cubicBezTo>
                      <a:pt x="450056" y="638651"/>
                      <a:pt x="453866" y="643414"/>
                      <a:pt x="459581" y="643414"/>
                    </a:cubicBezTo>
                    <a:cubicBezTo>
                      <a:pt x="459581" y="656749"/>
                      <a:pt x="471011" y="668179"/>
                      <a:pt x="484346" y="668179"/>
                    </a:cubicBezTo>
                    <a:cubicBezTo>
                      <a:pt x="490061" y="668179"/>
                      <a:pt x="494824" y="666274"/>
                      <a:pt x="498634" y="663416"/>
                    </a:cubicBezTo>
                    <a:cubicBezTo>
                      <a:pt x="500539" y="663416"/>
                      <a:pt x="501491" y="663416"/>
                      <a:pt x="503396" y="662464"/>
                    </a:cubicBezTo>
                    <a:cubicBezTo>
                      <a:pt x="505301" y="663416"/>
                      <a:pt x="508159" y="663416"/>
                      <a:pt x="511016" y="664369"/>
                    </a:cubicBezTo>
                    <a:cubicBezTo>
                      <a:pt x="511016" y="665321"/>
                      <a:pt x="511969" y="666274"/>
                      <a:pt x="511969" y="667226"/>
                    </a:cubicBezTo>
                    <a:cubicBezTo>
                      <a:pt x="511969" y="667226"/>
                      <a:pt x="511969" y="668179"/>
                      <a:pt x="511969" y="668179"/>
                    </a:cubicBezTo>
                    <a:cubicBezTo>
                      <a:pt x="511969" y="671989"/>
                      <a:pt x="512921" y="674846"/>
                      <a:pt x="513874" y="677704"/>
                    </a:cubicBezTo>
                    <a:cubicBezTo>
                      <a:pt x="512921" y="677704"/>
                      <a:pt x="512921" y="677704"/>
                      <a:pt x="511969" y="678656"/>
                    </a:cubicBezTo>
                    <a:cubicBezTo>
                      <a:pt x="509111" y="673894"/>
                      <a:pt x="504349" y="671036"/>
                      <a:pt x="498634" y="671036"/>
                    </a:cubicBezTo>
                    <a:cubicBezTo>
                      <a:pt x="493871" y="671036"/>
                      <a:pt x="490061" y="672941"/>
                      <a:pt x="487204" y="675799"/>
                    </a:cubicBezTo>
                    <a:cubicBezTo>
                      <a:pt x="485299" y="674846"/>
                      <a:pt x="483394" y="673894"/>
                      <a:pt x="481489" y="673894"/>
                    </a:cubicBezTo>
                    <a:cubicBezTo>
                      <a:pt x="474821" y="673894"/>
                      <a:pt x="470059" y="678656"/>
                      <a:pt x="470059" y="685324"/>
                    </a:cubicBezTo>
                    <a:cubicBezTo>
                      <a:pt x="470059" y="691991"/>
                      <a:pt x="474821" y="696754"/>
                      <a:pt x="481489" y="696754"/>
                    </a:cubicBezTo>
                    <a:cubicBezTo>
                      <a:pt x="482441" y="696754"/>
                      <a:pt x="483394" y="696754"/>
                      <a:pt x="484346" y="695801"/>
                    </a:cubicBezTo>
                    <a:cubicBezTo>
                      <a:pt x="485299" y="697706"/>
                      <a:pt x="486251" y="698659"/>
                      <a:pt x="488156" y="700564"/>
                    </a:cubicBezTo>
                    <a:cubicBezTo>
                      <a:pt x="487204" y="704374"/>
                      <a:pt x="486251" y="708184"/>
                      <a:pt x="486251" y="712946"/>
                    </a:cubicBezTo>
                    <a:cubicBezTo>
                      <a:pt x="486251" y="713899"/>
                      <a:pt x="486251" y="714851"/>
                      <a:pt x="486251" y="715804"/>
                    </a:cubicBezTo>
                    <a:cubicBezTo>
                      <a:pt x="480536" y="707231"/>
                      <a:pt x="471011" y="701516"/>
                      <a:pt x="460534" y="701516"/>
                    </a:cubicBezTo>
                    <a:cubicBezTo>
                      <a:pt x="450056" y="701516"/>
                      <a:pt x="441484" y="706279"/>
                      <a:pt x="435769" y="714851"/>
                    </a:cubicBezTo>
                    <a:cubicBezTo>
                      <a:pt x="432911" y="712946"/>
                      <a:pt x="429101" y="711994"/>
                      <a:pt x="426244" y="711041"/>
                    </a:cubicBezTo>
                    <a:cubicBezTo>
                      <a:pt x="429101" y="708184"/>
                      <a:pt x="431006" y="705326"/>
                      <a:pt x="432911" y="701516"/>
                    </a:cubicBezTo>
                    <a:cubicBezTo>
                      <a:pt x="435769" y="698659"/>
                      <a:pt x="437674" y="695801"/>
                      <a:pt x="437674" y="691039"/>
                    </a:cubicBezTo>
                    <a:cubicBezTo>
                      <a:pt x="437674" y="686276"/>
                      <a:pt x="434816" y="681514"/>
                      <a:pt x="431006" y="679609"/>
                    </a:cubicBezTo>
                    <a:cubicBezTo>
                      <a:pt x="426244" y="672941"/>
                      <a:pt x="418624" y="668179"/>
                      <a:pt x="410051" y="668179"/>
                    </a:cubicBezTo>
                    <a:cubicBezTo>
                      <a:pt x="408146" y="668179"/>
                      <a:pt x="406241" y="668179"/>
                      <a:pt x="404336" y="669131"/>
                    </a:cubicBezTo>
                    <a:cubicBezTo>
                      <a:pt x="403384" y="666274"/>
                      <a:pt x="402431" y="663416"/>
                      <a:pt x="401479" y="661511"/>
                    </a:cubicBezTo>
                    <a:cubicBezTo>
                      <a:pt x="404336" y="657701"/>
                      <a:pt x="407194" y="653891"/>
                      <a:pt x="409099" y="650081"/>
                    </a:cubicBezTo>
                    <a:cubicBezTo>
                      <a:pt x="410051" y="649129"/>
                      <a:pt x="410051" y="648176"/>
                      <a:pt x="410051" y="647224"/>
                    </a:cubicBezTo>
                    <a:cubicBezTo>
                      <a:pt x="410051" y="647224"/>
                      <a:pt x="410051" y="647224"/>
                      <a:pt x="410051" y="647224"/>
                    </a:cubicBezTo>
                    <a:cubicBezTo>
                      <a:pt x="411004" y="643414"/>
                      <a:pt x="411956" y="638651"/>
                      <a:pt x="411956" y="634841"/>
                    </a:cubicBezTo>
                    <a:cubicBezTo>
                      <a:pt x="411956" y="611981"/>
                      <a:pt x="392906" y="592931"/>
                      <a:pt x="370046" y="592931"/>
                    </a:cubicBezTo>
                    <a:cubicBezTo>
                      <a:pt x="366236" y="592931"/>
                      <a:pt x="363379" y="593884"/>
                      <a:pt x="360521" y="593884"/>
                    </a:cubicBezTo>
                    <a:cubicBezTo>
                      <a:pt x="361474" y="591979"/>
                      <a:pt x="362426" y="590074"/>
                      <a:pt x="362426" y="588169"/>
                    </a:cubicBezTo>
                    <a:cubicBezTo>
                      <a:pt x="362426" y="581501"/>
                      <a:pt x="356711" y="576739"/>
                      <a:pt x="350996" y="576739"/>
                    </a:cubicBezTo>
                    <a:cubicBezTo>
                      <a:pt x="347186" y="576739"/>
                      <a:pt x="344329" y="578644"/>
                      <a:pt x="342424" y="580549"/>
                    </a:cubicBezTo>
                    <a:cubicBezTo>
                      <a:pt x="340519" y="579596"/>
                      <a:pt x="338614" y="578644"/>
                      <a:pt x="335756" y="578644"/>
                    </a:cubicBezTo>
                    <a:cubicBezTo>
                      <a:pt x="329089" y="578644"/>
                      <a:pt x="324326" y="583406"/>
                      <a:pt x="324326" y="590074"/>
                    </a:cubicBezTo>
                    <a:cubicBezTo>
                      <a:pt x="324326" y="596741"/>
                      <a:pt x="329089" y="601504"/>
                      <a:pt x="335756" y="601504"/>
                    </a:cubicBezTo>
                    <a:cubicBezTo>
                      <a:pt x="339566" y="601504"/>
                      <a:pt x="342424" y="599599"/>
                      <a:pt x="344329" y="597694"/>
                    </a:cubicBezTo>
                    <a:cubicBezTo>
                      <a:pt x="345281" y="598646"/>
                      <a:pt x="346234" y="598646"/>
                      <a:pt x="348139" y="599599"/>
                    </a:cubicBezTo>
                    <a:cubicBezTo>
                      <a:pt x="331946" y="597694"/>
                      <a:pt x="324326" y="611029"/>
                      <a:pt x="324326" y="625316"/>
                    </a:cubicBezTo>
                    <a:cubicBezTo>
                      <a:pt x="324326" y="626269"/>
                      <a:pt x="324326" y="626269"/>
                      <a:pt x="324326" y="627221"/>
                    </a:cubicBezTo>
                    <a:cubicBezTo>
                      <a:pt x="321469" y="629126"/>
                      <a:pt x="318611" y="631031"/>
                      <a:pt x="316706" y="633889"/>
                    </a:cubicBezTo>
                    <a:cubicBezTo>
                      <a:pt x="316706" y="633889"/>
                      <a:pt x="316706" y="633889"/>
                      <a:pt x="316706" y="633889"/>
                    </a:cubicBezTo>
                    <a:cubicBezTo>
                      <a:pt x="316706" y="632936"/>
                      <a:pt x="316706" y="631984"/>
                      <a:pt x="316706" y="631031"/>
                    </a:cubicBezTo>
                    <a:cubicBezTo>
                      <a:pt x="316706" y="625316"/>
                      <a:pt x="313849" y="620554"/>
                      <a:pt x="310039" y="616744"/>
                    </a:cubicBezTo>
                    <a:cubicBezTo>
                      <a:pt x="310039" y="609124"/>
                      <a:pt x="303371" y="602456"/>
                      <a:pt x="294799" y="602456"/>
                    </a:cubicBezTo>
                    <a:cubicBezTo>
                      <a:pt x="286226" y="602456"/>
                      <a:pt x="279559" y="609124"/>
                      <a:pt x="279559" y="617696"/>
                    </a:cubicBezTo>
                    <a:cubicBezTo>
                      <a:pt x="279559" y="619601"/>
                      <a:pt x="280511" y="621506"/>
                      <a:pt x="280511" y="623411"/>
                    </a:cubicBezTo>
                    <a:cubicBezTo>
                      <a:pt x="279559" y="625316"/>
                      <a:pt x="278606" y="628174"/>
                      <a:pt x="278606" y="631031"/>
                    </a:cubicBezTo>
                    <a:cubicBezTo>
                      <a:pt x="278606" y="641509"/>
                      <a:pt x="287179" y="650081"/>
                      <a:pt x="297656" y="650081"/>
                    </a:cubicBezTo>
                    <a:cubicBezTo>
                      <a:pt x="302419" y="650081"/>
                      <a:pt x="306229" y="648176"/>
                      <a:pt x="310039" y="645319"/>
                    </a:cubicBezTo>
                    <a:cubicBezTo>
                      <a:pt x="310039" y="645319"/>
                      <a:pt x="310039" y="645319"/>
                      <a:pt x="310991" y="645319"/>
                    </a:cubicBezTo>
                    <a:cubicBezTo>
                      <a:pt x="310039" y="648176"/>
                      <a:pt x="310039" y="650081"/>
                      <a:pt x="310039" y="652939"/>
                    </a:cubicBezTo>
                    <a:cubicBezTo>
                      <a:pt x="310039" y="657701"/>
                      <a:pt x="310991" y="662464"/>
                      <a:pt x="312896" y="666274"/>
                    </a:cubicBezTo>
                    <a:cubicBezTo>
                      <a:pt x="310991" y="666274"/>
                      <a:pt x="310039" y="665321"/>
                      <a:pt x="308134" y="665321"/>
                    </a:cubicBezTo>
                    <a:cubicBezTo>
                      <a:pt x="306229" y="665321"/>
                      <a:pt x="305276" y="665321"/>
                      <a:pt x="304324" y="666274"/>
                    </a:cubicBezTo>
                    <a:cubicBezTo>
                      <a:pt x="304324" y="665321"/>
                      <a:pt x="304324" y="665321"/>
                      <a:pt x="304324" y="664369"/>
                    </a:cubicBezTo>
                    <a:cubicBezTo>
                      <a:pt x="304324" y="656749"/>
                      <a:pt x="297656" y="650081"/>
                      <a:pt x="290036" y="650081"/>
                    </a:cubicBezTo>
                    <a:cubicBezTo>
                      <a:pt x="282416" y="650081"/>
                      <a:pt x="275749" y="656749"/>
                      <a:pt x="275749" y="664369"/>
                    </a:cubicBezTo>
                    <a:cubicBezTo>
                      <a:pt x="275749" y="671989"/>
                      <a:pt x="282416" y="678656"/>
                      <a:pt x="290036" y="678656"/>
                    </a:cubicBezTo>
                    <a:cubicBezTo>
                      <a:pt x="289084" y="680561"/>
                      <a:pt x="289084" y="683419"/>
                      <a:pt x="289084" y="685324"/>
                    </a:cubicBezTo>
                    <a:cubicBezTo>
                      <a:pt x="289084" y="696754"/>
                      <a:pt x="297656" y="705326"/>
                      <a:pt x="309086" y="705326"/>
                    </a:cubicBezTo>
                    <a:cubicBezTo>
                      <a:pt x="320516" y="705326"/>
                      <a:pt x="329089" y="696754"/>
                      <a:pt x="329089" y="685324"/>
                    </a:cubicBezTo>
                    <a:cubicBezTo>
                      <a:pt x="329089" y="683419"/>
                      <a:pt x="329089" y="681514"/>
                      <a:pt x="328136" y="679609"/>
                    </a:cubicBezTo>
                    <a:cubicBezTo>
                      <a:pt x="330994" y="680561"/>
                      <a:pt x="333851" y="681514"/>
                      <a:pt x="337661" y="682466"/>
                    </a:cubicBezTo>
                    <a:cubicBezTo>
                      <a:pt x="338614" y="685324"/>
                      <a:pt x="340519" y="688181"/>
                      <a:pt x="342424" y="690086"/>
                    </a:cubicBezTo>
                    <a:cubicBezTo>
                      <a:pt x="342424" y="692944"/>
                      <a:pt x="343376" y="695801"/>
                      <a:pt x="345281" y="698659"/>
                    </a:cubicBezTo>
                    <a:cubicBezTo>
                      <a:pt x="345281" y="698659"/>
                      <a:pt x="344329" y="698659"/>
                      <a:pt x="344329" y="698659"/>
                    </a:cubicBezTo>
                    <a:cubicBezTo>
                      <a:pt x="335756" y="698659"/>
                      <a:pt x="329089" y="705326"/>
                      <a:pt x="329089" y="713899"/>
                    </a:cubicBezTo>
                    <a:cubicBezTo>
                      <a:pt x="329089" y="714851"/>
                      <a:pt x="329089" y="714851"/>
                      <a:pt x="329089" y="715804"/>
                    </a:cubicBezTo>
                    <a:cubicBezTo>
                      <a:pt x="328136" y="716756"/>
                      <a:pt x="328136" y="717709"/>
                      <a:pt x="327184" y="719614"/>
                    </a:cubicBezTo>
                    <a:cubicBezTo>
                      <a:pt x="324326" y="716756"/>
                      <a:pt x="320516" y="715804"/>
                      <a:pt x="316706" y="715804"/>
                    </a:cubicBezTo>
                    <a:cubicBezTo>
                      <a:pt x="308134" y="715804"/>
                      <a:pt x="300514" y="722471"/>
                      <a:pt x="300514" y="731996"/>
                    </a:cubicBezTo>
                    <a:cubicBezTo>
                      <a:pt x="300514" y="740569"/>
                      <a:pt x="307181" y="748189"/>
                      <a:pt x="316706" y="748189"/>
                    </a:cubicBezTo>
                    <a:cubicBezTo>
                      <a:pt x="321469" y="748189"/>
                      <a:pt x="325279" y="746284"/>
                      <a:pt x="328136" y="743426"/>
                    </a:cubicBezTo>
                    <a:cubicBezTo>
                      <a:pt x="330041" y="746284"/>
                      <a:pt x="331946" y="748189"/>
                      <a:pt x="333851" y="750094"/>
                    </a:cubicBezTo>
                    <a:cubicBezTo>
                      <a:pt x="333851" y="750094"/>
                      <a:pt x="333851" y="750094"/>
                      <a:pt x="333851" y="750094"/>
                    </a:cubicBezTo>
                    <a:cubicBezTo>
                      <a:pt x="328136" y="750094"/>
                      <a:pt x="324326" y="754856"/>
                      <a:pt x="324326" y="759619"/>
                    </a:cubicBezTo>
                    <a:cubicBezTo>
                      <a:pt x="324326" y="764381"/>
                      <a:pt x="329089" y="769144"/>
                      <a:pt x="333851" y="769144"/>
                    </a:cubicBezTo>
                    <a:cubicBezTo>
                      <a:pt x="336709" y="769144"/>
                      <a:pt x="339566" y="767239"/>
                      <a:pt x="341471" y="765334"/>
                    </a:cubicBezTo>
                    <a:cubicBezTo>
                      <a:pt x="340519" y="768191"/>
                      <a:pt x="339566" y="772001"/>
                      <a:pt x="339566" y="774859"/>
                    </a:cubicBezTo>
                    <a:cubicBezTo>
                      <a:pt x="339566" y="779621"/>
                      <a:pt x="340519" y="783431"/>
                      <a:pt x="342424" y="788194"/>
                    </a:cubicBezTo>
                    <a:cubicBezTo>
                      <a:pt x="338614" y="789146"/>
                      <a:pt x="334804" y="792004"/>
                      <a:pt x="332899" y="794861"/>
                    </a:cubicBezTo>
                    <a:cubicBezTo>
                      <a:pt x="332899" y="793909"/>
                      <a:pt x="332899" y="793909"/>
                      <a:pt x="332899" y="792956"/>
                    </a:cubicBezTo>
                    <a:cubicBezTo>
                      <a:pt x="332899" y="782479"/>
                      <a:pt x="324326" y="772954"/>
                      <a:pt x="313849" y="772954"/>
                    </a:cubicBezTo>
                    <a:cubicBezTo>
                      <a:pt x="312896" y="772001"/>
                      <a:pt x="310991" y="772001"/>
                      <a:pt x="309086" y="772001"/>
                    </a:cubicBezTo>
                    <a:cubicBezTo>
                      <a:pt x="305276" y="772001"/>
                      <a:pt x="301466" y="774859"/>
                      <a:pt x="299561" y="777716"/>
                    </a:cubicBezTo>
                    <a:cubicBezTo>
                      <a:pt x="294799" y="781526"/>
                      <a:pt x="292894" y="787241"/>
                      <a:pt x="292894" y="792956"/>
                    </a:cubicBezTo>
                    <a:cubicBezTo>
                      <a:pt x="292894" y="804386"/>
                      <a:pt x="302419" y="812959"/>
                      <a:pt x="312896" y="812959"/>
                    </a:cubicBezTo>
                    <a:cubicBezTo>
                      <a:pt x="318611" y="812959"/>
                      <a:pt x="324326" y="810101"/>
                      <a:pt x="328136" y="806291"/>
                    </a:cubicBezTo>
                    <a:cubicBezTo>
                      <a:pt x="328136" y="807244"/>
                      <a:pt x="328136" y="807244"/>
                      <a:pt x="328136" y="808196"/>
                    </a:cubicBezTo>
                    <a:cubicBezTo>
                      <a:pt x="328136" y="812959"/>
                      <a:pt x="330041" y="816769"/>
                      <a:pt x="331946" y="820579"/>
                    </a:cubicBezTo>
                    <a:cubicBezTo>
                      <a:pt x="321469" y="824389"/>
                      <a:pt x="314801" y="832961"/>
                      <a:pt x="314801" y="844391"/>
                    </a:cubicBezTo>
                    <a:cubicBezTo>
                      <a:pt x="314801" y="858679"/>
                      <a:pt x="326231" y="870109"/>
                      <a:pt x="340519" y="870109"/>
                    </a:cubicBezTo>
                    <a:cubicBezTo>
                      <a:pt x="344329" y="870109"/>
                      <a:pt x="348139" y="869156"/>
                      <a:pt x="351949" y="867251"/>
                    </a:cubicBezTo>
                    <a:cubicBezTo>
                      <a:pt x="352901" y="867251"/>
                      <a:pt x="352901" y="867251"/>
                      <a:pt x="353854" y="867251"/>
                    </a:cubicBezTo>
                    <a:cubicBezTo>
                      <a:pt x="353854" y="868204"/>
                      <a:pt x="352901" y="870109"/>
                      <a:pt x="352901" y="871061"/>
                    </a:cubicBezTo>
                    <a:cubicBezTo>
                      <a:pt x="352901" y="878681"/>
                      <a:pt x="359569" y="885349"/>
                      <a:pt x="367189" y="885349"/>
                    </a:cubicBezTo>
                    <a:cubicBezTo>
                      <a:pt x="367189" y="885349"/>
                      <a:pt x="368141" y="885349"/>
                      <a:pt x="368141" y="885349"/>
                    </a:cubicBezTo>
                    <a:cubicBezTo>
                      <a:pt x="369094" y="887254"/>
                      <a:pt x="370046" y="888206"/>
                      <a:pt x="371951" y="890111"/>
                    </a:cubicBezTo>
                    <a:cubicBezTo>
                      <a:pt x="371951" y="891064"/>
                      <a:pt x="372904" y="891064"/>
                      <a:pt x="372904" y="892016"/>
                    </a:cubicBezTo>
                    <a:cubicBezTo>
                      <a:pt x="370999" y="891064"/>
                      <a:pt x="369094" y="890111"/>
                      <a:pt x="367189" y="890111"/>
                    </a:cubicBezTo>
                    <a:cubicBezTo>
                      <a:pt x="362426" y="890111"/>
                      <a:pt x="358616" y="893921"/>
                      <a:pt x="358616" y="898684"/>
                    </a:cubicBezTo>
                    <a:cubicBezTo>
                      <a:pt x="358616" y="903446"/>
                      <a:pt x="362426" y="907256"/>
                      <a:pt x="367189" y="907256"/>
                    </a:cubicBezTo>
                    <a:cubicBezTo>
                      <a:pt x="371951" y="907256"/>
                      <a:pt x="375761" y="903446"/>
                      <a:pt x="375761" y="898684"/>
                    </a:cubicBezTo>
                    <a:cubicBezTo>
                      <a:pt x="375761" y="896779"/>
                      <a:pt x="374809" y="894874"/>
                      <a:pt x="373856" y="892969"/>
                    </a:cubicBezTo>
                    <a:cubicBezTo>
                      <a:pt x="376714" y="896779"/>
                      <a:pt x="381476" y="899636"/>
                      <a:pt x="386239" y="899636"/>
                    </a:cubicBezTo>
                    <a:cubicBezTo>
                      <a:pt x="386239" y="899636"/>
                      <a:pt x="386239" y="899636"/>
                      <a:pt x="386239" y="899636"/>
                    </a:cubicBezTo>
                    <a:cubicBezTo>
                      <a:pt x="391954" y="912019"/>
                      <a:pt x="404336" y="920591"/>
                      <a:pt x="417671" y="920591"/>
                    </a:cubicBezTo>
                    <a:cubicBezTo>
                      <a:pt x="417671" y="920591"/>
                      <a:pt x="417671" y="920591"/>
                      <a:pt x="417671" y="920591"/>
                    </a:cubicBezTo>
                    <a:cubicBezTo>
                      <a:pt x="418624" y="923449"/>
                      <a:pt x="421481" y="926306"/>
                      <a:pt x="425291" y="926306"/>
                    </a:cubicBezTo>
                    <a:cubicBezTo>
                      <a:pt x="428149" y="926306"/>
                      <a:pt x="430054" y="925354"/>
                      <a:pt x="431006" y="923449"/>
                    </a:cubicBezTo>
                    <a:cubicBezTo>
                      <a:pt x="432911" y="924401"/>
                      <a:pt x="433864" y="924401"/>
                      <a:pt x="435769" y="924401"/>
                    </a:cubicBezTo>
                    <a:cubicBezTo>
                      <a:pt x="440531" y="924401"/>
                      <a:pt x="445294" y="921544"/>
                      <a:pt x="447199" y="916781"/>
                    </a:cubicBezTo>
                    <a:cubicBezTo>
                      <a:pt x="448151" y="916781"/>
                      <a:pt x="449104" y="917734"/>
                      <a:pt x="450056" y="917734"/>
                    </a:cubicBezTo>
                    <a:cubicBezTo>
                      <a:pt x="450056" y="918686"/>
                      <a:pt x="449104" y="920591"/>
                      <a:pt x="449104" y="922496"/>
                    </a:cubicBezTo>
                    <a:cubicBezTo>
                      <a:pt x="449104" y="928211"/>
                      <a:pt x="451009" y="932974"/>
                      <a:pt x="454819" y="935831"/>
                    </a:cubicBezTo>
                    <a:cubicBezTo>
                      <a:pt x="454819" y="935831"/>
                      <a:pt x="454819" y="935831"/>
                      <a:pt x="454819" y="935831"/>
                    </a:cubicBezTo>
                    <a:cubicBezTo>
                      <a:pt x="452914" y="935831"/>
                      <a:pt x="451009" y="935831"/>
                      <a:pt x="449104" y="936784"/>
                    </a:cubicBezTo>
                    <a:cubicBezTo>
                      <a:pt x="446246" y="935831"/>
                      <a:pt x="442436" y="934879"/>
                      <a:pt x="438626" y="934879"/>
                    </a:cubicBezTo>
                    <a:cubicBezTo>
                      <a:pt x="430054" y="934879"/>
                      <a:pt x="422434" y="937736"/>
                      <a:pt x="415766" y="942499"/>
                    </a:cubicBezTo>
                    <a:cubicBezTo>
                      <a:pt x="415766" y="941546"/>
                      <a:pt x="415766" y="940594"/>
                      <a:pt x="415766" y="939641"/>
                    </a:cubicBezTo>
                    <a:cubicBezTo>
                      <a:pt x="415766" y="932021"/>
                      <a:pt x="410051" y="925354"/>
                      <a:pt x="401479" y="925354"/>
                    </a:cubicBezTo>
                    <a:cubicBezTo>
                      <a:pt x="393859" y="925354"/>
                      <a:pt x="387191" y="932021"/>
                      <a:pt x="387191" y="939641"/>
                    </a:cubicBezTo>
                    <a:cubicBezTo>
                      <a:pt x="387191" y="947261"/>
                      <a:pt x="393859" y="953929"/>
                      <a:pt x="401479" y="953929"/>
                    </a:cubicBezTo>
                    <a:cubicBezTo>
                      <a:pt x="402431" y="953929"/>
                      <a:pt x="403384" y="953929"/>
                      <a:pt x="405289" y="953929"/>
                    </a:cubicBezTo>
                    <a:cubicBezTo>
                      <a:pt x="401479" y="959644"/>
                      <a:pt x="399574" y="966311"/>
                      <a:pt x="399574" y="973931"/>
                    </a:cubicBezTo>
                    <a:cubicBezTo>
                      <a:pt x="397669" y="973931"/>
                      <a:pt x="395764" y="972979"/>
                      <a:pt x="392906" y="972979"/>
                    </a:cubicBezTo>
                    <a:cubicBezTo>
                      <a:pt x="374809" y="972979"/>
                      <a:pt x="359569" y="988219"/>
                      <a:pt x="359569" y="1006316"/>
                    </a:cubicBezTo>
                    <a:cubicBezTo>
                      <a:pt x="359569" y="1024414"/>
                      <a:pt x="374809" y="1039654"/>
                      <a:pt x="392906" y="1039654"/>
                    </a:cubicBezTo>
                    <a:cubicBezTo>
                      <a:pt x="396716" y="1039654"/>
                      <a:pt x="400526" y="1038701"/>
                      <a:pt x="404336" y="1037749"/>
                    </a:cubicBezTo>
                    <a:cubicBezTo>
                      <a:pt x="405289" y="1038701"/>
                      <a:pt x="407194" y="1038701"/>
                      <a:pt x="409099" y="1038701"/>
                    </a:cubicBezTo>
                    <a:cubicBezTo>
                      <a:pt x="414814" y="1038701"/>
                      <a:pt x="418624" y="1034891"/>
                      <a:pt x="418624" y="1029176"/>
                    </a:cubicBezTo>
                    <a:cubicBezTo>
                      <a:pt x="418624" y="1029176"/>
                      <a:pt x="418624" y="1028224"/>
                      <a:pt x="418624" y="1028224"/>
                    </a:cubicBezTo>
                    <a:cubicBezTo>
                      <a:pt x="419576" y="1027271"/>
                      <a:pt x="420529" y="1025366"/>
                      <a:pt x="421481" y="1024414"/>
                    </a:cubicBezTo>
                    <a:cubicBezTo>
                      <a:pt x="422434" y="1025366"/>
                      <a:pt x="423386" y="1025366"/>
                      <a:pt x="424339" y="1026319"/>
                    </a:cubicBezTo>
                    <a:cubicBezTo>
                      <a:pt x="426244" y="1030129"/>
                      <a:pt x="429101" y="1033939"/>
                      <a:pt x="432911" y="1035844"/>
                    </a:cubicBezTo>
                    <a:cubicBezTo>
                      <a:pt x="431006" y="1036796"/>
                      <a:pt x="429101" y="1039654"/>
                      <a:pt x="429101" y="1042511"/>
                    </a:cubicBezTo>
                    <a:cubicBezTo>
                      <a:pt x="429101" y="1046321"/>
                      <a:pt x="431959" y="1050131"/>
                      <a:pt x="436721" y="1050131"/>
                    </a:cubicBezTo>
                    <a:cubicBezTo>
                      <a:pt x="440531" y="1050131"/>
                      <a:pt x="444341" y="1047274"/>
                      <a:pt x="444341" y="1042511"/>
                    </a:cubicBezTo>
                    <a:cubicBezTo>
                      <a:pt x="444341" y="1040606"/>
                      <a:pt x="443389" y="1038701"/>
                      <a:pt x="442436" y="1037749"/>
                    </a:cubicBezTo>
                    <a:cubicBezTo>
                      <a:pt x="444341" y="1037749"/>
                      <a:pt x="446246" y="1036796"/>
                      <a:pt x="447199" y="1036796"/>
                    </a:cubicBezTo>
                    <a:cubicBezTo>
                      <a:pt x="449104" y="1038701"/>
                      <a:pt x="451009" y="1040606"/>
                      <a:pt x="452914" y="1042511"/>
                    </a:cubicBezTo>
                    <a:cubicBezTo>
                      <a:pt x="451009" y="1044416"/>
                      <a:pt x="449104" y="1046321"/>
                      <a:pt x="447199" y="1048226"/>
                    </a:cubicBezTo>
                    <a:cubicBezTo>
                      <a:pt x="447199" y="1048226"/>
                      <a:pt x="447199" y="1048226"/>
                      <a:pt x="447199" y="1048226"/>
                    </a:cubicBezTo>
                    <a:cubicBezTo>
                      <a:pt x="434816" y="1048226"/>
                      <a:pt x="424339" y="1058704"/>
                      <a:pt x="424339" y="1071086"/>
                    </a:cubicBezTo>
                    <a:cubicBezTo>
                      <a:pt x="424339" y="1072991"/>
                      <a:pt x="424339" y="1074896"/>
                      <a:pt x="425291" y="1076801"/>
                    </a:cubicBezTo>
                    <a:cubicBezTo>
                      <a:pt x="421481" y="1073944"/>
                      <a:pt x="416719" y="1072991"/>
                      <a:pt x="412909" y="1072991"/>
                    </a:cubicBezTo>
                    <a:cubicBezTo>
                      <a:pt x="399574" y="1072991"/>
                      <a:pt x="389096" y="1083469"/>
                      <a:pt x="389096" y="1096804"/>
                    </a:cubicBezTo>
                    <a:cubicBezTo>
                      <a:pt x="389096" y="1097756"/>
                      <a:pt x="389096" y="1097756"/>
                      <a:pt x="389096" y="1098709"/>
                    </a:cubicBezTo>
                    <a:cubicBezTo>
                      <a:pt x="389096" y="1098709"/>
                      <a:pt x="389096" y="1098709"/>
                      <a:pt x="389096" y="1098709"/>
                    </a:cubicBezTo>
                    <a:cubicBezTo>
                      <a:pt x="387191" y="1093946"/>
                      <a:pt x="382429" y="1091089"/>
                      <a:pt x="377666" y="1091089"/>
                    </a:cubicBezTo>
                    <a:cubicBezTo>
                      <a:pt x="375761" y="1091089"/>
                      <a:pt x="373856" y="1092041"/>
                      <a:pt x="371951" y="1092994"/>
                    </a:cubicBezTo>
                    <a:cubicBezTo>
                      <a:pt x="373856" y="1090136"/>
                      <a:pt x="374809" y="1086326"/>
                      <a:pt x="374809" y="1082516"/>
                    </a:cubicBezTo>
                    <a:cubicBezTo>
                      <a:pt x="374809" y="1078706"/>
                      <a:pt x="373856" y="1074896"/>
                      <a:pt x="371951" y="1072039"/>
                    </a:cubicBezTo>
                    <a:cubicBezTo>
                      <a:pt x="372904" y="1072039"/>
                      <a:pt x="374809" y="1072991"/>
                      <a:pt x="375761" y="1072991"/>
                    </a:cubicBezTo>
                    <a:cubicBezTo>
                      <a:pt x="382429" y="1072991"/>
                      <a:pt x="388144" y="1067276"/>
                      <a:pt x="388144" y="1060609"/>
                    </a:cubicBezTo>
                    <a:cubicBezTo>
                      <a:pt x="388144" y="1060609"/>
                      <a:pt x="388144" y="1060609"/>
                      <a:pt x="388144" y="1060609"/>
                    </a:cubicBezTo>
                    <a:cubicBezTo>
                      <a:pt x="389096" y="1058704"/>
                      <a:pt x="390049" y="1056799"/>
                      <a:pt x="390049" y="1054894"/>
                    </a:cubicBezTo>
                    <a:cubicBezTo>
                      <a:pt x="390049" y="1050131"/>
                      <a:pt x="386239" y="1046321"/>
                      <a:pt x="381476" y="1046321"/>
                    </a:cubicBezTo>
                    <a:cubicBezTo>
                      <a:pt x="379571" y="1046321"/>
                      <a:pt x="377666" y="1047274"/>
                      <a:pt x="375761" y="1048226"/>
                    </a:cubicBezTo>
                    <a:cubicBezTo>
                      <a:pt x="375761" y="1048226"/>
                      <a:pt x="375761" y="1048226"/>
                      <a:pt x="374809" y="1048226"/>
                    </a:cubicBezTo>
                    <a:cubicBezTo>
                      <a:pt x="368141" y="1048226"/>
                      <a:pt x="362426" y="1053941"/>
                      <a:pt x="362426" y="1060609"/>
                    </a:cubicBezTo>
                    <a:cubicBezTo>
                      <a:pt x="362426" y="1062514"/>
                      <a:pt x="362426" y="1063466"/>
                      <a:pt x="363379" y="1065371"/>
                    </a:cubicBezTo>
                    <a:cubicBezTo>
                      <a:pt x="360521" y="1063466"/>
                      <a:pt x="357664" y="1062514"/>
                      <a:pt x="353854" y="1062514"/>
                    </a:cubicBezTo>
                    <a:cubicBezTo>
                      <a:pt x="342424" y="1062514"/>
                      <a:pt x="333851" y="1072039"/>
                      <a:pt x="333851" y="1082516"/>
                    </a:cubicBezTo>
                    <a:cubicBezTo>
                      <a:pt x="333851" y="1087279"/>
                      <a:pt x="335756" y="1091089"/>
                      <a:pt x="338614" y="1094899"/>
                    </a:cubicBezTo>
                    <a:cubicBezTo>
                      <a:pt x="337661" y="1094899"/>
                      <a:pt x="337661" y="1094899"/>
                      <a:pt x="336709" y="1094899"/>
                    </a:cubicBezTo>
                    <a:cubicBezTo>
                      <a:pt x="330994" y="1094899"/>
                      <a:pt x="327184" y="1099661"/>
                      <a:pt x="327184" y="1104424"/>
                    </a:cubicBezTo>
                    <a:cubicBezTo>
                      <a:pt x="327184" y="1105376"/>
                      <a:pt x="327184" y="1106329"/>
                      <a:pt x="328136" y="1107281"/>
                    </a:cubicBezTo>
                    <a:cubicBezTo>
                      <a:pt x="327184" y="1107281"/>
                      <a:pt x="325279" y="1107281"/>
                      <a:pt x="324326" y="1108234"/>
                    </a:cubicBezTo>
                    <a:cubicBezTo>
                      <a:pt x="324326" y="1108234"/>
                      <a:pt x="324326" y="1108234"/>
                      <a:pt x="324326" y="1108234"/>
                    </a:cubicBezTo>
                    <a:cubicBezTo>
                      <a:pt x="324326" y="1108234"/>
                      <a:pt x="323374" y="1108234"/>
                      <a:pt x="323374" y="1108234"/>
                    </a:cubicBezTo>
                    <a:cubicBezTo>
                      <a:pt x="325279" y="1106329"/>
                      <a:pt x="326231" y="1103471"/>
                      <a:pt x="326231" y="1100614"/>
                    </a:cubicBezTo>
                    <a:cubicBezTo>
                      <a:pt x="326231" y="1092994"/>
                      <a:pt x="319564" y="1086326"/>
                      <a:pt x="311944" y="1086326"/>
                    </a:cubicBezTo>
                    <a:cubicBezTo>
                      <a:pt x="310039" y="1086326"/>
                      <a:pt x="308134" y="1086326"/>
                      <a:pt x="307181" y="1087279"/>
                    </a:cubicBezTo>
                    <a:cubicBezTo>
                      <a:pt x="309086" y="1085374"/>
                      <a:pt x="310039" y="1083469"/>
                      <a:pt x="310991" y="1080611"/>
                    </a:cubicBezTo>
                    <a:cubicBezTo>
                      <a:pt x="311944" y="1080611"/>
                      <a:pt x="311944" y="1080611"/>
                      <a:pt x="312896" y="1080611"/>
                    </a:cubicBezTo>
                    <a:cubicBezTo>
                      <a:pt x="330041" y="1080611"/>
                      <a:pt x="343376" y="1067276"/>
                      <a:pt x="343376" y="1050131"/>
                    </a:cubicBezTo>
                    <a:cubicBezTo>
                      <a:pt x="343376" y="1048226"/>
                      <a:pt x="343376" y="1046321"/>
                      <a:pt x="342424" y="1044416"/>
                    </a:cubicBezTo>
                    <a:cubicBezTo>
                      <a:pt x="347186" y="1042511"/>
                      <a:pt x="350996" y="1037749"/>
                      <a:pt x="350996" y="1032034"/>
                    </a:cubicBezTo>
                    <a:cubicBezTo>
                      <a:pt x="350996" y="1024414"/>
                      <a:pt x="345281" y="1018699"/>
                      <a:pt x="337661" y="1018699"/>
                    </a:cubicBezTo>
                    <a:cubicBezTo>
                      <a:pt x="333851" y="1018699"/>
                      <a:pt x="330041" y="1020604"/>
                      <a:pt x="327184" y="1023461"/>
                    </a:cubicBezTo>
                    <a:cubicBezTo>
                      <a:pt x="325279" y="1022509"/>
                      <a:pt x="324326" y="1021556"/>
                      <a:pt x="322421" y="1021556"/>
                    </a:cubicBezTo>
                    <a:cubicBezTo>
                      <a:pt x="322421" y="1021556"/>
                      <a:pt x="322421" y="1020604"/>
                      <a:pt x="322421" y="1020604"/>
                    </a:cubicBezTo>
                    <a:cubicBezTo>
                      <a:pt x="327184" y="1016794"/>
                      <a:pt x="330041" y="1012031"/>
                      <a:pt x="330041" y="1005364"/>
                    </a:cubicBezTo>
                    <a:cubicBezTo>
                      <a:pt x="330041" y="995839"/>
                      <a:pt x="322421" y="988219"/>
                      <a:pt x="312896" y="987266"/>
                    </a:cubicBezTo>
                    <a:cubicBezTo>
                      <a:pt x="314801" y="985361"/>
                      <a:pt x="316706" y="982504"/>
                      <a:pt x="317659" y="978694"/>
                    </a:cubicBezTo>
                    <a:cubicBezTo>
                      <a:pt x="321469" y="976789"/>
                      <a:pt x="325279" y="973931"/>
                      <a:pt x="328136" y="971074"/>
                    </a:cubicBezTo>
                    <a:cubicBezTo>
                      <a:pt x="332899" y="974884"/>
                      <a:pt x="338614" y="976789"/>
                      <a:pt x="345281" y="976789"/>
                    </a:cubicBezTo>
                    <a:cubicBezTo>
                      <a:pt x="361474" y="976789"/>
                      <a:pt x="374809" y="963454"/>
                      <a:pt x="374809" y="947261"/>
                    </a:cubicBezTo>
                    <a:cubicBezTo>
                      <a:pt x="374809" y="932974"/>
                      <a:pt x="364331" y="921544"/>
                      <a:pt x="350996" y="918686"/>
                    </a:cubicBezTo>
                    <a:cubicBezTo>
                      <a:pt x="350996" y="917734"/>
                      <a:pt x="350044" y="916781"/>
                      <a:pt x="350044" y="915829"/>
                    </a:cubicBezTo>
                    <a:cubicBezTo>
                      <a:pt x="354806" y="913924"/>
                      <a:pt x="357664" y="909161"/>
                      <a:pt x="357664" y="903446"/>
                    </a:cubicBezTo>
                    <a:cubicBezTo>
                      <a:pt x="357664" y="895826"/>
                      <a:pt x="351949" y="890111"/>
                      <a:pt x="344329" y="890111"/>
                    </a:cubicBezTo>
                    <a:cubicBezTo>
                      <a:pt x="336709" y="890111"/>
                      <a:pt x="330994" y="895826"/>
                      <a:pt x="330994" y="903446"/>
                    </a:cubicBezTo>
                    <a:cubicBezTo>
                      <a:pt x="330994" y="905351"/>
                      <a:pt x="330994" y="906304"/>
                      <a:pt x="331946" y="908209"/>
                    </a:cubicBezTo>
                    <a:cubicBezTo>
                      <a:pt x="327184" y="910114"/>
                      <a:pt x="324326" y="913924"/>
                      <a:pt x="323374" y="918686"/>
                    </a:cubicBezTo>
                    <a:cubicBezTo>
                      <a:pt x="317659" y="914876"/>
                      <a:pt x="310991" y="912971"/>
                      <a:pt x="304324" y="912971"/>
                    </a:cubicBezTo>
                    <a:cubicBezTo>
                      <a:pt x="295751" y="912971"/>
                      <a:pt x="287179" y="916781"/>
                      <a:pt x="281464" y="921544"/>
                    </a:cubicBezTo>
                    <a:cubicBezTo>
                      <a:pt x="281464" y="921544"/>
                      <a:pt x="281464" y="920591"/>
                      <a:pt x="281464" y="920591"/>
                    </a:cubicBezTo>
                    <a:cubicBezTo>
                      <a:pt x="281464" y="907256"/>
                      <a:pt x="270034" y="895826"/>
                      <a:pt x="256699" y="895826"/>
                    </a:cubicBezTo>
                    <a:cubicBezTo>
                      <a:pt x="254794" y="895826"/>
                      <a:pt x="252889" y="895826"/>
                      <a:pt x="251936" y="896779"/>
                    </a:cubicBezTo>
                    <a:cubicBezTo>
                      <a:pt x="250984" y="886301"/>
                      <a:pt x="244316" y="877729"/>
                      <a:pt x="234791" y="872966"/>
                    </a:cubicBezTo>
                    <a:cubicBezTo>
                      <a:pt x="234791" y="872966"/>
                      <a:pt x="234791" y="872966"/>
                      <a:pt x="234791" y="872966"/>
                    </a:cubicBezTo>
                    <a:cubicBezTo>
                      <a:pt x="244316" y="872966"/>
                      <a:pt x="250984" y="865346"/>
                      <a:pt x="250984" y="856774"/>
                    </a:cubicBezTo>
                    <a:cubicBezTo>
                      <a:pt x="250984" y="847249"/>
                      <a:pt x="243364" y="840581"/>
                      <a:pt x="234791" y="840581"/>
                    </a:cubicBezTo>
                    <a:cubicBezTo>
                      <a:pt x="226219" y="840581"/>
                      <a:pt x="218599" y="848201"/>
                      <a:pt x="218599" y="856774"/>
                    </a:cubicBezTo>
                    <a:cubicBezTo>
                      <a:pt x="218599" y="862489"/>
                      <a:pt x="222409" y="868204"/>
                      <a:pt x="227171" y="871061"/>
                    </a:cubicBezTo>
                    <a:cubicBezTo>
                      <a:pt x="226219" y="871061"/>
                      <a:pt x="224314" y="871061"/>
                      <a:pt x="223361" y="871061"/>
                    </a:cubicBezTo>
                    <a:cubicBezTo>
                      <a:pt x="221456" y="871061"/>
                      <a:pt x="218599" y="871061"/>
                      <a:pt x="216694" y="872014"/>
                    </a:cubicBezTo>
                    <a:cubicBezTo>
                      <a:pt x="215741" y="871061"/>
                      <a:pt x="214789" y="871061"/>
                      <a:pt x="213836" y="870109"/>
                    </a:cubicBezTo>
                    <a:cubicBezTo>
                      <a:pt x="211931" y="864394"/>
                      <a:pt x="207169" y="859631"/>
                      <a:pt x="200501" y="859631"/>
                    </a:cubicBezTo>
                    <a:cubicBezTo>
                      <a:pt x="199549" y="859631"/>
                      <a:pt x="197644" y="859631"/>
                      <a:pt x="196691" y="860584"/>
                    </a:cubicBezTo>
                    <a:cubicBezTo>
                      <a:pt x="196691" y="860584"/>
                      <a:pt x="196691" y="860584"/>
                      <a:pt x="196691" y="860584"/>
                    </a:cubicBezTo>
                    <a:cubicBezTo>
                      <a:pt x="196691" y="856774"/>
                      <a:pt x="195739" y="852964"/>
                      <a:pt x="194786" y="849154"/>
                    </a:cubicBezTo>
                    <a:cubicBezTo>
                      <a:pt x="196691" y="847249"/>
                      <a:pt x="197644" y="845344"/>
                      <a:pt x="198596" y="842486"/>
                    </a:cubicBezTo>
                    <a:cubicBezTo>
                      <a:pt x="201454" y="838676"/>
                      <a:pt x="203359" y="832961"/>
                      <a:pt x="203359" y="827246"/>
                    </a:cubicBezTo>
                    <a:cubicBezTo>
                      <a:pt x="203359" y="823436"/>
                      <a:pt x="202406" y="819626"/>
                      <a:pt x="200501" y="815816"/>
                    </a:cubicBezTo>
                    <a:cubicBezTo>
                      <a:pt x="202406" y="815816"/>
                      <a:pt x="203359" y="816769"/>
                      <a:pt x="205264" y="816769"/>
                    </a:cubicBezTo>
                    <a:cubicBezTo>
                      <a:pt x="216694" y="816769"/>
                      <a:pt x="226219" y="807244"/>
                      <a:pt x="226219" y="795814"/>
                    </a:cubicBezTo>
                    <a:cubicBezTo>
                      <a:pt x="226219" y="784384"/>
                      <a:pt x="216694" y="774859"/>
                      <a:pt x="205264" y="774859"/>
                    </a:cubicBezTo>
                    <a:cubicBezTo>
                      <a:pt x="193834" y="774859"/>
                      <a:pt x="184309" y="784384"/>
                      <a:pt x="184309" y="795814"/>
                    </a:cubicBezTo>
                    <a:cubicBezTo>
                      <a:pt x="184309" y="798671"/>
                      <a:pt x="185261" y="801529"/>
                      <a:pt x="186214" y="803434"/>
                    </a:cubicBezTo>
                    <a:cubicBezTo>
                      <a:pt x="183356" y="802481"/>
                      <a:pt x="180499" y="802481"/>
                      <a:pt x="177641" y="802481"/>
                    </a:cubicBezTo>
                    <a:cubicBezTo>
                      <a:pt x="170021" y="802481"/>
                      <a:pt x="162401" y="806291"/>
                      <a:pt x="157639" y="812006"/>
                    </a:cubicBezTo>
                    <a:cubicBezTo>
                      <a:pt x="153829" y="806291"/>
                      <a:pt x="147161" y="802481"/>
                      <a:pt x="140494" y="802481"/>
                    </a:cubicBezTo>
                    <a:cubicBezTo>
                      <a:pt x="136684" y="802481"/>
                      <a:pt x="133826" y="803434"/>
                      <a:pt x="130969" y="804386"/>
                    </a:cubicBezTo>
                    <a:cubicBezTo>
                      <a:pt x="130016" y="798671"/>
                      <a:pt x="126206" y="794861"/>
                      <a:pt x="120491" y="794861"/>
                    </a:cubicBezTo>
                    <a:cubicBezTo>
                      <a:pt x="116681" y="794861"/>
                      <a:pt x="112871" y="797719"/>
                      <a:pt x="110966" y="800576"/>
                    </a:cubicBezTo>
                    <a:cubicBezTo>
                      <a:pt x="103346" y="803434"/>
                      <a:pt x="98584" y="811054"/>
                      <a:pt x="98584" y="818674"/>
                    </a:cubicBezTo>
                    <a:cubicBezTo>
                      <a:pt x="98584" y="829151"/>
                      <a:pt x="107156" y="838676"/>
                      <a:pt x="118586" y="838676"/>
                    </a:cubicBezTo>
                    <a:cubicBezTo>
                      <a:pt x="121444" y="838676"/>
                      <a:pt x="124301" y="837724"/>
                      <a:pt x="126206" y="836771"/>
                    </a:cubicBezTo>
                    <a:cubicBezTo>
                      <a:pt x="130016" y="840581"/>
                      <a:pt x="134779" y="842486"/>
                      <a:pt x="140494" y="842486"/>
                    </a:cubicBezTo>
                    <a:cubicBezTo>
                      <a:pt x="143351" y="842486"/>
                      <a:pt x="146209" y="841534"/>
                      <a:pt x="148114" y="840581"/>
                    </a:cubicBezTo>
                    <a:cubicBezTo>
                      <a:pt x="144304" y="845344"/>
                      <a:pt x="141446" y="852011"/>
                      <a:pt x="141446" y="858679"/>
                    </a:cubicBezTo>
                    <a:cubicBezTo>
                      <a:pt x="141446" y="871061"/>
                      <a:pt x="150019" y="881539"/>
                      <a:pt x="161449" y="885349"/>
                    </a:cubicBezTo>
                    <a:cubicBezTo>
                      <a:pt x="156686" y="892969"/>
                      <a:pt x="153829" y="901541"/>
                      <a:pt x="153829" y="911066"/>
                    </a:cubicBezTo>
                    <a:cubicBezTo>
                      <a:pt x="153829" y="922496"/>
                      <a:pt x="158591" y="932974"/>
                      <a:pt x="165259" y="940594"/>
                    </a:cubicBezTo>
                    <a:cubicBezTo>
                      <a:pt x="159544" y="942499"/>
                      <a:pt x="154781" y="948214"/>
                      <a:pt x="154781" y="955834"/>
                    </a:cubicBezTo>
                    <a:cubicBezTo>
                      <a:pt x="154781" y="964406"/>
                      <a:pt x="161449" y="972026"/>
                      <a:pt x="170974" y="972026"/>
                    </a:cubicBezTo>
                    <a:cubicBezTo>
                      <a:pt x="179546" y="972026"/>
                      <a:pt x="186214" y="965359"/>
                      <a:pt x="187166" y="957739"/>
                    </a:cubicBezTo>
                    <a:cubicBezTo>
                      <a:pt x="187166" y="957739"/>
                      <a:pt x="188119" y="957739"/>
                      <a:pt x="188119" y="957739"/>
                    </a:cubicBezTo>
                    <a:cubicBezTo>
                      <a:pt x="190024" y="957739"/>
                      <a:pt x="191929" y="956786"/>
                      <a:pt x="192881" y="955834"/>
                    </a:cubicBezTo>
                    <a:cubicBezTo>
                      <a:pt x="194786" y="955834"/>
                      <a:pt x="196691" y="956786"/>
                      <a:pt x="199549" y="956786"/>
                    </a:cubicBezTo>
                    <a:cubicBezTo>
                      <a:pt x="204311" y="956786"/>
                      <a:pt x="208121" y="955834"/>
                      <a:pt x="211931" y="954881"/>
                    </a:cubicBezTo>
                    <a:cubicBezTo>
                      <a:pt x="211931" y="954881"/>
                      <a:pt x="211931" y="954881"/>
                      <a:pt x="211931" y="954881"/>
                    </a:cubicBezTo>
                    <a:cubicBezTo>
                      <a:pt x="218599" y="954881"/>
                      <a:pt x="224314" y="952024"/>
                      <a:pt x="228124" y="948214"/>
                    </a:cubicBezTo>
                    <a:cubicBezTo>
                      <a:pt x="230029" y="952024"/>
                      <a:pt x="233839" y="954881"/>
                      <a:pt x="237649" y="954881"/>
                    </a:cubicBezTo>
                    <a:cubicBezTo>
                      <a:pt x="239554" y="954881"/>
                      <a:pt x="240506" y="954881"/>
                      <a:pt x="241459" y="953929"/>
                    </a:cubicBezTo>
                    <a:cubicBezTo>
                      <a:pt x="245269" y="956786"/>
                      <a:pt x="249079" y="957739"/>
                      <a:pt x="254794" y="957739"/>
                    </a:cubicBezTo>
                    <a:cubicBezTo>
                      <a:pt x="259556" y="957739"/>
                      <a:pt x="263366" y="956786"/>
                      <a:pt x="267176" y="953929"/>
                    </a:cubicBezTo>
                    <a:cubicBezTo>
                      <a:pt x="268129" y="953929"/>
                      <a:pt x="268129" y="953929"/>
                      <a:pt x="269081" y="953929"/>
                    </a:cubicBezTo>
                    <a:cubicBezTo>
                      <a:pt x="270034" y="953929"/>
                      <a:pt x="271939" y="953929"/>
                      <a:pt x="272891" y="952976"/>
                    </a:cubicBezTo>
                    <a:cubicBezTo>
                      <a:pt x="273844" y="959644"/>
                      <a:pt x="276701" y="965359"/>
                      <a:pt x="281464" y="970121"/>
                    </a:cubicBezTo>
                    <a:cubicBezTo>
                      <a:pt x="280511" y="970121"/>
                      <a:pt x="278606" y="970121"/>
                      <a:pt x="277654" y="970121"/>
                    </a:cubicBezTo>
                    <a:cubicBezTo>
                      <a:pt x="276701" y="970121"/>
                      <a:pt x="276701" y="970121"/>
                      <a:pt x="275749" y="970121"/>
                    </a:cubicBezTo>
                    <a:cubicBezTo>
                      <a:pt x="275749" y="964406"/>
                      <a:pt x="270986" y="959644"/>
                      <a:pt x="265271" y="959644"/>
                    </a:cubicBezTo>
                    <a:cubicBezTo>
                      <a:pt x="259556" y="959644"/>
                      <a:pt x="254794" y="964406"/>
                      <a:pt x="254794" y="970121"/>
                    </a:cubicBezTo>
                    <a:cubicBezTo>
                      <a:pt x="254794" y="973931"/>
                      <a:pt x="256699" y="977741"/>
                      <a:pt x="260509" y="979646"/>
                    </a:cubicBezTo>
                    <a:cubicBezTo>
                      <a:pt x="259556" y="981551"/>
                      <a:pt x="258604" y="983456"/>
                      <a:pt x="257651" y="986314"/>
                    </a:cubicBezTo>
                    <a:cubicBezTo>
                      <a:pt x="254794" y="984409"/>
                      <a:pt x="250984" y="982504"/>
                      <a:pt x="247174" y="982504"/>
                    </a:cubicBezTo>
                    <a:cubicBezTo>
                      <a:pt x="246221" y="972979"/>
                      <a:pt x="239554" y="966311"/>
                      <a:pt x="230029" y="966311"/>
                    </a:cubicBezTo>
                    <a:cubicBezTo>
                      <a:pt x="220504" y="966311"/>
                      <a:pt x="212884" y="973931"/>
                      <a:pt x="212884" y="983456"/>
                    </a:cubicBezTo>
                    <a:cubicBezTo>
                      <a:pt x="212884" y="986314"/>
                      <a:pt x="213836" y="989171"/>
                      <a:pt x="215741" y="992029"/>
                    </a:cubicBezTo>
                    <a:cubicBezTo>
                      <a:pt x="210026" y="997744"/>
                      <a:pt x="206216" y="1006316"/>
                      <a:pt x="206216" y="1014889"/>
                    </a:cubicBezTo>
                    <a:cubicBezTo>
                      <a:pt x="206216" y="1017746"/>
                      <a:pt x="206216" y="1020604"/>
                      <a:pt x="207169" y="1022509"/>
                    </a:cubicBezTo>
                    <a:cubicBezTo>
                      <a:pt x="205264" y="1022509"/>
                      <a:pt x="203359" y="1021556"/>
                      <a:pt x="200501" y="1021556"/>
                    </a:cubicBezTo>
                    <a:cubicBezTo>
                      <a:pt x="198596" y="1021556"/>
                      <a:pt x="197644" y="1021556"/>
                      <a:pt x="195739" y="1022509"/>
                    </a:cubicBezTo>
                    <a:cubicBezTo>
                      <a:pt x="192881" y="1018699"/>
                      <a:pt x="188119" y="1015841"/>
                      <a:pt x="182404" y="1015841"/>
                    </a:cubicBezTo>
                    <a:cubicBezTo>
                      <a:pt x="172879" y="1015841"/>
                      <a:pt x="165259" y="1023461"/>
                      <a:pt x="165259" y="1032986"/>
                    </a:cubicBezTo>
                    <a:cubicBezTo>
                      <a:pt x="165259" y="1037749"/>
                      <a:pt x="167164" y="1042511"/>
                      <a:pt x="170974" y="1045369"/>
                    </a:cubicBezTo>
                    <a:cubicBezTo>
                      <a:pt x="170974" y="1047274"/>
                      <a:pt x="170021" y="1049179"/>
                      <a:pt x="170021" y="1051084"/>
                    </a:cubicBezTo>
                    <a:cubicBezTo>
                      <a:pt x="170021" y="1052989"/>
                      <a:pt x="170021" y="1055846"/>
                      <a:pt x="170974" y="1057751"/>
                    </a:cubicBezTo>
                    <a:cubicBezTo>
                      <a:pt x="167164" y="1061561"/>
                      <a:pt x="164306" y="1067276"/>
                      <a:pt x="164306" y="1073944"/>
                    </a:cubicBezTo>
                    <a:cubicBezTo>
                      <a:pt x="164306" y="1076801"/>
                      <a:pt x="165259" y="1079659"/>
                      <a:pt x="166211" y="1081564"/>
                    </a:cubicBezTo>
                    <a:cubicBezTo>
                      <a:pt x="165259" y="1081564"/>
                      <a:pt x="164306" y="1081564"/>
                      <a:pt x="162401" y="1081564"/>
                    </a:cubicBezTo>
                    <a:cubicBezTo>
                      <a:pt x="162401" y="1081564"/>
                      <a:pt x="162401" y="1080611"/>
                      <a:pt x="162401" y="1080611"/>
                    </a:cubicBezTo>
                    <a:cubicBezTo>
                      <a:pt x="162401" y="1078706"/>
                      <a:pt x="162401" y="1076801"/>
                      <a:pt x="161449" y="1074896"/>
                    </a:cubicBezTo>
                    <a:cubicBezTo>
                      <a:pt x="161449" y="1072991"/>
                      <a:pt x="162401" y="1072039"/>
                      <a:pt x="162401" y="1070134"/>
                    </a:cubicBezTo>
                    <a:cubicBezTo>
                      <a:pt x="162401" y="1061561"/>
                      <a:pt x="155734" y="1054894"/>
                      <a:pt x="147161" y="1054894"/>
                    </a:cubicBezTo>
                    <a:cubicBezTo>
                      <a:pt x="143351" y="1054894"/>
                      <a:pt x="140494" y="1055846"/>
                      <a:pt x="137636" y="1057751"/>
                    </a:cubicBezTo>
                    <a:cubicBezTo>
                      <a:pt x="126206" y="1058704"/>
                      <a:pt x="116681" y="1068229"/>
                      <a:pt x="116681" y="1080611"/>
                    </a:cubicBezTo>
                    <a:cubicBezTo>
                      <a:pt x="116681" y="1092041"/>
                      <a:pt x="125254" y="1101566"/>
                      <a:pt x="135731" y="1103471"/>
                    </a:cubicBezTo>
                    <a:cubicBezTo>
                      <a:pt x="133826" y="1107281"/>
                      <a:pt x="132874" y="1112044"/>
                      <a:pt x="132874" y="1115854"/>
                    </a:cubicBezTo>
                    <a:cubicBezTo>
                      <a:pt x="132874" y="1132046"/>
                      <a:pt x="143351" y="1144429"/>
                      <a:pt x="157639" y="1149191"/>
                    </a:cubicBezTo>
                    <a:cubicBezTo>
                      <a:pt x="155734" y="1149191"/>
                      <a:pt x="153829" y="1148239"/>
                      <a:pt x="151924" y="1148239"/>
                    </a:cubicBezTo>
                    <a:cubicBezTo>
                      <a:pt x="139541" y="1148239"/>
                      <a:pt x="128111" y="1155859"/>
                      <a:pt x="123349" y="1166336"/>
                    </a:cubicBezTo>
                    <a:cubicBezTo>
                      <a:pt x="118586" y="1160621"/>
                      <a:pt x="110966" y="1157764"/>
                      <a:pt x="102394" y="1157764"/>
                    </a:cubicBezTo>
                    <a:cubicBezTo>
                      <a:pt x="86201" y="1157764"/>
                      <a:pt x="73819" y="1170146"/>
                      <a:pt x="73819" y="1186339"/>
                    </a:cubicBezTo>
                    <a:cubicBezTo>
                      <a:pt x="73819" y="1195864"/>
                      <a:pt x="78581" y="1204436"/>
                      <a:pt x="85249" y="1209199"/>
                    </a:cubicBezTo>
                    <a:cubicBezTo>
                      <a:pt x="85249" y="1209199"/>
                      <a:pt x="85249" y="1209199"/>
                      <a:pt x="85249" y="1210151"/>
                    </a:cubicBezTo>
                    <a:cubicBezTo>
                      <a:pt x="85249" y="1216819"/>
                      <a:pt x="90011" y="1221581"/>
                      <a:pt x="96679" y="1222534"/>
                    </a:cubicBezTo>
                    <a:cubicBezTo>
                      <a:pt x="90011" y="1224439"/>
                      <a:pt x="84296" y="1230154"/>
                      <a:pt x="84296" y="1237774"/>
                    </a:cubicBezTo>
                    <a:cubicBezTo>
                      <a:pt x="84296" y="1246346"/>
                      <a:pt x="90964" y="1253966"/>
                      <a:pt x="100489" y="1253966"/>
                    </a:cubicBezTo>
                    <a:cubicBezTo>
                      <a:pt x="108109" y="1253966"/>
                      <a:pt x="113824" y="1248251"/>
                      <a:pt x="115729" y="1241584"/>
                    </a:cubicBezTo>
                    <a:cubicBezTo>
                      <a:pt x="119539" y="1250156"/>
                      <a:pt x="129064" y="1256824"/>
                      <a:pt x="139541" y="1256824"/>
                    </a:cubicBezTo>
                    <a:cubicBezTo>
                      <a:pt x="139541" y="1256824"/>
                      <a:pt x="140494" y="1256824"/>
                      <a:pt x="140494" y="1256824"/>
                    </a:cubicBezTo>
                    <a:cubicBezTo>
                      <a:pt x="140494" y="1256824"/>
                      <a:pt x="140494" y="1257776"/>
                      <a:pt x="140494" y="1257776"/>
                    </a:cubicBezTo>
                    <a:cubicBezTo>
                      <a:pt x="135731" y="1260634"/>
                      <a:pt x="131921" y="1266349"/>
                      <a:pt x="130016" y="1272064"/>
                    </a:cubicBezTo>
                    <a:cubicBezTo>
                      <a:pt x="124301" y="1269206"/>
                      <a:pt x="117634" y="1267301"/>
                      <a:pt x="110966" y="1267301"/>
                    </a:cubicBezTo>
                    <a:cubicBezTo>
                      <a:pt x="101441" y="1267301"/>
                      <a:pt x="91916" y="1271111"/>
                      <a:pt x="85249" y="1276826"/>
                    </a:cubicBezTo>
                    <a:cubicBezTo>
                      <a:pt x="83344" y="1274921"/>
                      <a:pt x="80486" y="1273969"/>
                      <a:pt x="77629" y="1273969"/>
                    </a:cubicBezTo>
                    <a:cubicBezTo>
                      <a:pt x="70009" y="1273969"/>
                      <a:pt x="64294" y="1279684"/>
                      <a:pt x="64294" y="1287304"/>
                    </a:cubicBezTo>
                    <a:cubicBezTo>
                      <a:pt x="64294" y="1288256"/>
                      <a:pt x="64294" y="1289209"/>
                      <a:pt x="64294" y="1290161"/>
                    </a:cubicBezTo>
                    <a:cubicBezTo>
                      <a:pt x="64294" y="1290161"/>
                      <a:pt x="64294" y="1290161"/>
                      <a:pt x="64294" y="1291114"/>
                    </a:cubicBezTo>
                    <a:cubicBezTo>
                      <a:pt x="62389" y="1291114"/>
                      <a:pt x="61436" y="1290161"/>
                      <a:pt x="59531" y="1290161"/>
                    </a:cubicBezTo>
                    <a:cubicBezTo>
                      <a:pt x="49054" y="1290161"/>
                      <a:pt x="40481" y="1298734"/>
                      <a:pt x="40481" y="1309211"/>
                    </a:cubicBezTo>
                    <a:cubicBezTo>
                      <a:pt x="40481" y="1319689"/>
                      <a:pt x="49054" y="1328261"/>
                      <a:pt x="59531" y="1328261"/>
                    </a:cubicBezTo>
                    <a:cubicBezTo>
                      <a:pt x="65246" y="1328261"/>
                      <a:pt x="70009" y="1326356"/>
                      <a:pt x="73819" y="1322546"/>
                    </a:cubicBezTo>
                    <a:cubicBezTo>
                      <a:pt x="79534" y="1337786"/>
                      <a:pt x="94774" y="1348264"/>
                      <a:pt x="111919" y="1348264"/>
                    </a:cubicBezTo>
                    <a:cubicBezTo>
                      <a:pt x="122396" y="1348264"/>
                      <a:pt x="131921" y="1344454"/>
                      <a:pt x="139541" y="1337786"/>
                    </a:cubicBezTo>
                    <a:cubicBezTo>
                      <a:pt x="137636" y="1339691"/>
                      <a:pt x="136684" y="1342549"/>
                      <a:pt x="136684" y="1345406"/>
                    </a:cubicBezTo>
                    <a:cubicBezTo>
                      <a:pt x="136684" y="1345406"/>
                      <a:pt x="136684" y="1345406"/>
                      <a:pt x="136684" y="1345406"/>
                    </a:cubicBezTo>
                    <a:cubicBezTo>
                      <a:pt x="125254" y="1350169"/>
                      <a:pt x="116681" y="1360646"/>
                      <a:pt x="116681" y="1373981"/>
                    </a:cubicBezTo>
                    <a:cubicBezTo>
                      <a:pt x="116681" y="1380649"/>
                      <a:pt x="119539" y="1387316"/>
                      <a:pt x="123349" y="1393031"/>
                    </a:cubicBezTo>
                    <a:cubicBezTo>
                      <a:pt x="120491" y="1391126"/>
                      <a:pt x="117634" y="1390174"/>
                      <a:pt x="113824" y="1390174"/>
                    </a:cubicBezTo>
                    <a:cubicBezTo>
                      <a:pt x="108109" y="1390174"/>
                      <a:pt x="102394" y="1393984"/>
                      <a:pt x="99536" y="1398746"/>
                    </a:cubicBezTo>
                    <a:cubicBezTo>
                      <a:pt x="99536" y="1398746"/>
                      <a:pt x="99536" y="1398746"/>
                      <a:pt x="98584" y="1398746"/>
                    </a:cubicBezTo>
                    <a:cubicBezTo>
                      <a:pt x="95726" y="1398746"/>
                      <a:pt x="92869" y="1399699"/>
                      <a:pt x="90964" y="1400651"/>
                    </a:cubicBezTo>
                    <a:cubicBezTo>
                      <a:pt x="83344" y="1391126"/>
                      <a:pt x="71914" y="1384459"/>
                      <a:pt x="59531" y="1384459"/>
                    </a:cubicBezTo>
                    <a:cubicBezTo>
                      <a:pt x="50006" y="1384459"/>
                      <a:pt x="40481" y="1388269"/>
                      <a:pt x="33814" y="1393984"/>
                    </a:cubicBezTo>
                    <a:cubicBezTo>
                      <a:pt x="33814" y="1393984"/>
                      <a:pt x="32861" y="1393984"/>
                      <a:pt x="32861" y="1393984"/>
                    </a:cubicBezTo>
                    <a:cubicBezTo>
                      <a:pt x="30004" y="1393984"/>
                      <a:pt x="27146" y="1396841"/>
                      <a:pt x="27146" y="1399699"/>
                    </a:cubicBezTo>
                    <a:cubicBezTo>
                      <a:pt x="27146" y="1400651"/>
                      <a:pt x="27146" y="1400651"/>
                      <a:pt x="27146" y="1400651"/>
                    </a:cubicBezTo>
                    <a:cubicBezTo>
                      <a:pt x="23336" y="1406366"/>
                      <a:pt x="20479" y="1413034"/>
                      <a:pt x="19526" y="1420654"/>
                    </a:cubicBezTo>
                    <a:cubicBezTo>
                      <a:pt x="11906" y="1423511"/>
                      <a:pt x="7144" y="1430179"/>
                      <a:pt x="7144" y="1437799"/>
                    </a:cubicBezTo>
                    <a:cubicBezTo>
                      <a:pt x="7144" y="1448276"/>
                      <a:pt x="15716" y="1456849"/>
                      <a:pt x="26194" y="1456849"/>
                    </a:cubicBezTo>
                    <a:cubicBezTo>
                      <a:pt x="29051" y="1456849"/>
                      <a:pt x="31909" y="1455896"/>
                      <a:pt x="34766" y="1454944"/>
                    </a:cubicBezTo>
                    <a:cubicBezTo>
                      <a:pt x="41434" y="1460659"/>
                      <a:pt x="50006" y="1463516"/>
                      <a:pt x="59531" y="1463516"/>
                    </a:cubicBezTo>
                    <a:cubicBezTo>
                      <a:pt x="79534" y="1463516"/>
                      <a:pt x="96679" y="1448276"/>
                      <a:pt x="98584" y="1429226"/>
                    </a:cubicBezTo>
                    <a:cubicBezTo>
                      <a:pt x="98584" y="1429226"/>
                      <a:pt x="98584" y="1429226"/>
                      <a:pt x="98584" y="1429226"/>
                    </a:cubicBezTo>
                    <a:cubicBezTo>
                      <a:pt x="103346" y="1429226"/>
                      <a:pt x="108109" y="1426369"/>
                      <a:pt x="110966" y="1422559"/>
                    </a:cubicBezTo>
                    <a:cubicBezTo>
                      <a:pt x="111919" y="1422559"/>
                      <a:pt x="112871" y="1422559"/>
                      <a:pt x="112871" y="1422559"/>
                    </a:cubicBezTo>
                    <a:cubicBezTo>
                      <a:pt x="122396" y="1422559"/>
                      <a:pt x="129064" y="1414939"/>
                      <a:pt x="129064" y="1406366"/>
                    </a:cubicBezTo>
                    <a:cubicBezTo>
                      <a:pt x="129064" y="1403509"/>
                      <a:pt x="128111" y="1399699"/>
                      <a:pt x="126206" y="1397794"/>
                    </a:cubicBezTo>
                    <a:cubicBezTo>
                      <a:pt x="131921" y="1402556"/>
                      <a:pt x="138589" y="1405414"/>
                      <a:pt x="146209" y="1405414"/>
                    </a:cubicBezTo>
                    <a:cubicBezTo>
                      <a:pt x="158591" y="1405414"/>
                      <a:pt x="169069" y="1398746"/>
                      <a:pt x="173831" y="1388269"/>
                    </a:cubicBezTo>
                    <a:cubicBezTo>
                      <a:pt x="174784" y="1388269"/>
                      <a:pt x="175736" y="1388269"/>
                      <a:pt x="176689" y="1388269"/>
                    </a:cubicBezTo>
                    <a:cubicBezTo>
                      <a:pt x="176689" y="1388269"/>
                      <a:pt x="177641" y="1388269"/>
                      <a:pt x="177641" y="1388269"/>
                    </a:cubicBezTo>
                    <a:cubicBezTo>
                      <a:pt x="184309" y="1401604"/>
                      <a:pt x="197644" y="1410176"/>
                      <a:pt x="212884" y="1410176"/>
                    </a:cubicBezTo>
                    <a:cubicBezTo>
                      <a:pt x="227171" y="1410176"/>
                      <a:pt x="239554" y="1402556"/>
                      <a:pt x="246221" y="1391126"/>
                    </a:cubicBezTo>
                    <a:cubicBezTo>
                      <a:pt x="246221" y="1391126"/>
                      <a:pt x="247174" y="1391126"/>
                      <a:pt x="247174" y="1391126"/>
                    </a:cubicBezTo>
                    <a:cubicBezTo>
                      <a:pt x="250984" y="1391126"/>
                      <a:pt x="253841" y="1388269"/>
                      <a:pt x="253841" y="1383506"/>
                    </a:cubicBezTo>
                    <a:cubicBezTo>
                      <a:pt x="253841" y="1380649"/>
                      <a:pt x="252889" y="1378744"/>
                      <a:pt x="250984" y="1377791"/>
                    </a:cubicBezTo>
                    <a:cubicBezTo>
                      <a:pt x="251936" y="1374934"/>
                      <a:pt x="251936" y="1373029"/>
                      <a:pt x="251936" y="1370171"/>
                    </a:cubicBezTo>
                    <a:cubicBezTo>
                      <a:pt x="251936" y="1348264"/>
                      <a:pt x="234791" y="1331119"/>
                      <a:pt x="212884" y="1331119"/>
                    </a:cubicBezTo>
                    <a:cubicBezTo>
                      <a:pt x="210979" y="1331119"/>
                      <a:pt x="208121" y="1331119"/>
                      <a:pt x="206216" y="1332071"/>
                    </a:cubicBezTo>
                    <a:cubicBezTo>
                      <a:pt x="204311" y="1331119"/>
                      <a:pt x="201454" y="1331119"/>
                      <a:pt x="199549" y="1331119"/>
                    </a:cubicBezTo>
                    <a:cubicBezTo>
                      <a:pt x="199549" y="1325404"/>
                      <a:pt x="194786" y="1320641"/>
                      <a:pt x="188119" y="1320641"/>
                    </a:cubicBezTo>
                    <a:cubicBezTo>
                      <a:pt x="181451" y="1320641"/>
                      <a:pt x="176689" y="1325404"/>
                      <a:pt x="176689" y="1332071"/>
                    </a:cubicBezTo>
                    <a:cubicBezTo>
                      <a:pt x="176689" y="1332071"/>
                      <a:pt x="176689" y="1333024"/>
                      <a:pt x="176689" y="1333024"/>
                    </a:cubicBezTo>
                    <a:cubicBezTo>
                      <a:pt x="172879" y="1331119"/>
                      <a:pt x="169069" y="1329214"/>
                      <a:pt x="165259" y="1329214"/>
                    </a:cubicBezTo>
                    <a:cubicBezTo>
                      <a:pt x="159544" y="1329214"/>
                      <a:pt x="154781" y="1331119"/>
                      <a:pt x="150019" y="1334929"/>
                    </a:cubicBezTo>
                    <a:cubicBezTo>
                      <a:pt x="149066" y="1334929"/>
                      <a:pt x="148114" y="1333976"/>
                      <a:pt x="147161" y="1333976"/>
                    </a:cubicBezTo>
                    <a:cubicBezTo>
                      <a:pt x="144304" y="1333976"/>
                      <a:pt x="141446" y="1334929"/>
                      <a:pt x="139541" y="1336834"/>
                    </a:cubicBezTo>
                    <a:cubicBezTo>
                      <a:pt x="147161" y="1329214"/>
                      <a:pt x="150971" y="1319689"/>
                      <a:pt x="150971" y="1308259"/>
                    </a:cubicBezTo>
                    <a:cubicBezTo>
                      <a:pt x="150971" y="1306354"/>
                      <a:pt x="150971" y="1305401"/>
                      <a:pt x="150019" y="1303496"/>
                    </a:cubicBezTo>
                    <a:cubicBezTo>
                      <a:pt x="150971" y="1303496"/>
                      <a:pt x="150971" y="1303496"/>
                      <a:pt x="151924" y="1303496"/>
                    </a:cubicBezTo>
                    <a:cubicBezTo>
                      <a:pt x="165259" y="1303496"/>
                      <a:pt x="176689" y="1293019"/>
                      <a:pt x="176689" y="1278731"/>
                    </a:cubicBezTo>
                    <a:cubicBezTo>
                      <a:pt x="176689" y="1266349"/>
                      <a:pt x="167164" y="1255871"/>
                      <a:pt x="153829" y="1254919"/>
                    </a:cubicBezTo>
                    <a:cubicBezTo>
                      <a:pt x="153829" y="1253966"/>
                      <a:pt x="153829" y="1253014"/>
                      <a:pt x="152876" y="1253014"/>
                    </a:cubicBezTo>
                    <a:cubicBezTo>
                      <a:pt x="154781" y="1252061"/>
                      <a:pt x="155734" y="1251109"/>
                      <a:pt x="156686" y="1249204"/>
                    </a:cubicBezTo>
                    <a:cubicBezTo>
                      <a:pt x="164306" y="1247299"/>
                      <a:pt x="170021" y="1240631"/>
                      <a:pt x="170021" y="1233011"/>
                    </a:cubicBezTo>
                    <a:cubicBezTo>
                      <a:pt x="170021" y="1230154"/>
                      <a:pt x="169069" y="1227296"/>
                      <a:pt x="168116" y="1224439"/>
                    </a:cubicBezTo>
                    <a:cubicBezTo>
                      <a:pt x="172879" y="1223486"/>
                      <a:pt x="176689" y="1219676"/>
                      <a:pt x="176689" y="1213961"/>
                    </a:cubicBezTo>
                    <a:cubicBezTo>
                      <a:pt x="176689" y="1209199"/>
                      <a:pt x="173831" y="1206341"/>
                      <a:pt x="170021" y="1204436"/>
                    </a:cubicBezTo>
                    <a:cubicBezTo>
                      <a:pt x="176689" y="1198721"/>
                      <a:pt x="180499" y="1190149"/>
                      <a:pt x="180499" y="1181576"/>
                    </a:cubicBezTo>
                    <a:cubicBezTo>
                      <a:pt x="180499" y="1167289"/>
                      <a:pt x="170974" y="1155859"/>
                      <a:pt x="158591" y="1152049"/>
                    </a:cubicBezTo>
                    <a:cubicBezTo>
                      <a:pt x="160496" y="1152049"/>
                      <a:pt x="162401" y="1153001"/>
                      <a:pt x="165259" y="1153001"/>
                    </a:cubicBezTo>
                    <a:cubicBezTo>
                      <a:pt x="166211" y="1153001"/>
                      <a:pt x="167164" y="1153001"/>
                      <a:pt x="169069" y="1153001"/>
                    </a:cubicBezTo>
                    <a:cubicBezTo>
                      <a:pt x="169069" y="1153001"/>
                      <a:pt x="169069" y="1153001"/>
                      <a:pt x="169069" y="1153001"/>
                    </a:cubicBezTo>
                    <a:cubicBezTo>
                      <a:pt x="169069" y="1157764"/>
                      <a:pt x="172879" y="1161574"/>
                      <a:pt x="177641" y="1161574"/>
                    </a:cubicBezTo>
                    <a:cubicBezTo>
                      <a:pt x="177641" y="1161574"/>
                      <a:pt x="177641" y="1161574"/>
                      <a:pt x="178594" y="1161574"/>
                    </a:cubicBezTo>
                    <a:cubicBezTo>
                      <a:pt x="178594" y="1161574"/>
                      <a:pt x="178594" y="1161574"/>
                      <a:pt x="178594" y="1162526"/>
                    </a:cubicBezTo>
                    <a:cubicBezTo>
                      <a:pt x="178594" y="1170146"/>
                      <a:pt x="182404" y="1176814"/>
                      <a:pt x="188119" y="1180624"/>
                    </a:cubicBezTo>
                    <a:cubicBezTo>
                      <a:pt x="186214" y="1184434"/>
                      <a:pt x="185261" y="1188244"/>
                      <a:pt x="185261" y="1193006"/>
                    </a:cubicBezTo>
                    <a:cubicBezTo>
                      <a:pt x="185261" y="1207294"/>
                      <a:pt x="195739" y="1219676"/>
                      <a:pt x="210026" y="1221581"/>
                    </a:cubicBezTo>
                    <a:cubicBezTo>
                      <a:pt x="207169" y="1222534"/>
                      <a:pt x="205264" y="1226344"/>
                      <a:pt x="205264" y="1229201"/>
                    </a:cubicBezTo>
                    <a:cubicBezTo>
                      <a:pt x="205264" y="1233964"/>
                      <a:pt x="209074" y="1237774"/>
                      <a:pt x="213836" y="1237774"/>
                    </a:cubicBezTo>
                    <a:cubicBezTo>
                      <a:pt x="218599" y="1237774"/>
                      <a:pt x="222409" y="1233964"/>
                      <a:pt x="222409" y="1229201"/>
                    </a:cubicBezTo>
                    <a:cubicBezTo>
                      <a:pt x="222409" y="1225391"/>
                      <a:pt x="220504" y="1222534"/>
                      <a:pt x="217646" y="1221581"/>
                    </a:cubicBezTo>
                    <a:cubicBezTo>
                      <a:pt x="218599" y="1221581"/>
                      <a:pt x="218599" y="1221581"/>
                      <a:pt x="219551" y="1221581"/>
                    </a:cubicBezTo>
                    <a:cubicBezTo>
                      <a:pt x="221456" y="1222534"/>
                      <a:pt x="223361" y="1223486"/>
                      <a:pt x="226219" y="1223486"/>
                    </a:cubicBezTo>
                    <a:cubicBezTo>
                      <a:pt x="233839" y="1223486"/>
                      <a:pt x="239554" y="1217771"/>
                      <a:pt x="239554" y="1210151"/>
                    </a:cubicBezTo>
                    <a:cubicBezTo>
                      <a:pt x="239554" y="1210151"/>
                      <a:pt x="239554" y="1209199"/>
                      <a:pt x="239554" y="1209199"/>
                    </a:cubicBezTo>
                    <a:cubicBezTo>
                      <a:pt x="242411" y="1205389"/>
                      <a:pt x="243364" y="1201579"/>
                      <a:pt x="244316" y="1196816"/>
                    </a:cubicBezTo>
                    <a:cubicBezTo>
                      <a:pt x="245269" y="1196816"/>
                      <a:pt x="245269" y="1196816"/>
                      <a:pt x="246221" y="1196816"/>
                    </a:cubicBezTo>
                    <a:cubicBezTo>
                      <a:pt x="250984" y="1196816"/>
                      <a:pt x="254794" y="1193006"/>
                      <a:pt x="254794" y="1188244"/>
                    </a:cubicBezTo>
                    <a:cubicBezTo>
                      <a:pt x="254794" y="1185386"/>
                      <a:pt x="252889" y="1183481"/>
                      <a:pt x="250984" y="1181576"/>
                    </a:cubicBezTo>
                    <a:cubicBezTo>
                      <a:pt x="255746" y="1180624"/>
                      <a:pt x="259556" y="1176814"/>
                      <a:pt x="259556" y="1172051"/>
                    </a:cubicBezTo>
                    <a:cubicBezTo>
                      <a:pt x="259556" y="1167289"/>
                      <a:pt x="256699" y="1164431"/>
                      <a:pt x="252889" y="1162526"/>
                    </a:cubicBezTo>
                    <a:cubicBezTo>
                      <a:pt x="254794" y="1159669"/>
                      <a:pt x="255746" y="1156811"/>
                      <a:pt x="255746" y="1153001"/>
                    </a:cubicBezTo>
                    <a:cubicBezTo>
                      <a:pt x="255746" y="1144429"/>
                      <a:pt x="249079" y="1136809"/>
                      <a:pt x="239554" y="1136809"/>
                    </a:cubicBezTo>
                    <a:cubicBezTo>
                      <a:pt x="230981" y="1136809"/>
                      <a:pt x="223361" y="1143476"/>
                      <a:pt x="223361" y="1153001"/>
                    </a:cubicBezTo>
                    <a:cubicBezTo>
                      <a:pt x="223361" y="1161574"/>
                      <a:pt x="230029" y="1169194"/>
                      <a:pt x="239554" y="1169194"/>
                    </a:cubicBezTo>
                    <a:cubicBezTo>
                      <a:pt x="239554" y="1169194"/>
                      <a:pt x="240506" y="1169194"/>
                      <a:pt x="240506" y="1169194"/>
                    </a:cubicBezTo>
                    <a:cubicBezTo>
                      <a:pt x="240506" y="1170146"/>
                      <a:pt x="239554" y="1171099"/>
                      <a:pt x="239554" y="1172051"/>
                    </a:cubicBezTo>
                    <a:cubicBezTo>
                      <a:pt x="239554" y="1175861"/>
                      <a:pt x="241459" y="1178719"/>
                      <a:pt x="244316" y="1180624"/>
                    </a:cubicBezTo>
                    <a:cubicBezTo>
                      <a:pt x="243364" y="1180624"/>
                      <a:pt x="242411" y="1180624"/>
                      <a:pt x="241459" y="1181576"/>
                    </a:cubicBezTo>
                    <a:cubicBezTo>
                      <a:pt x="237649" y="1173956"/>
                      <a:pt x="231934" y="1168241"/>
                      <a:pt x="223361" y="1165384"/>
                    </a:cubicBezTo>
                    <a:cubicBezTo>
                      <a:pt x="223361" y="1164431"/>
                      <a:pt x="223361" y="1163479"/>
                      <a:pt x="223361" y="1162526"/>
                    </a:cubicBezTo>
                    <a:cubicBezTo>
                      <a:pt x="223361" y="1150144"/>
                      <a:pt x="213836" y="1140619"/>
                      <a:pt x="201454" y="1140619"/>
                    </a:cubicBezTo>
                    <a:cubicBezTo>
                      <a:pt x="197644" y="1140619"/>
                      <a:pt x="193834" y="1141571"/>
                      <a:pt x="190976" y="1143476"/>
                    </a:cubicBezTo>
                    <a:cubicBezTo>
                      <a:pt x="196691" y="1136809"/>
                      <a:pt x="201454" y="1128236"/>
                      <a:pt x="201454" y="1118711"/>
                    </a:cubicBezTo>
                    <a:cubicBezTo>
                      <a:pt x="201454" y="1115854"/>
                      <a:pt x="201454" y="1113949"/>
                      <a:pt x="200501" y="1111091"/>
                    </a:cubicBezTo>
                    <a:cubicBezTo>
                      <a:pt x="203359" y="1111091"/>
                      <a:pt x="205264" y="1108234"/>
                      <a:pt x="205264" y="1105376"/>
                    </a:cubicBezTo>
                    <a:cubicBezTo>
                      <a:pt x="205264" y="1102519"/>
                      <a:pt x="202406" y="1099661"/>
                      <a:pt x="199549" y="1099661"/>
                    </a:cubicBezTo>
                    <a:cubicBezTo>
                      <a:pt x="198596" y="1099661"/>
                      <a:pt x="197644" y="1099661"/>
                      <a:pt x="196691" y="1100614"/>
                    </a:cubicBezTo>
                    <a:cubicBezTo>
                      <a:pt x="195739" y="1098709"/>
                      <a:pt x="194786" y="1097756"/>
                      <a:pt x="193834" y="1096804"/>
                    </a:cubicBezTo>
                    <a:cubicBezTo>
                      <a:pt x="200501" y="1093946"/>
                      <a:pt x="205264" y="1088231"/>
                      <a:pt x="207169" y="1081564"/>
                    </a:cubicBezTo>
                    <a:cubicBezTo>
                      <a:pt x="219551" y="1077754"/>
                      <a:pt x="228124" y="1066324"/>
                      <a:pt x="228124" y="1052989"/>
                    </a:cubicBezTo>
                    <a:cubicBezTo>
                      <a:pt x="228124" y="1051084"/>
                      <a:pt x="228124" y="1049179"/>
                      <a:pt x="227171" y="1048226"/>
                    </a:cubicBezTo>
                    <a:cubicBezTo>
                      <a:pt x="230029" y="1049179"/>
                      <a:pt x="232886" y="1050131"/>
                      <a:pt x="236696" y="1050131"/>
                    </a:cubicBezTo>
                    <a:cubicBezTo>
                      <a:pt x="245269" y="1050131"/>
                      <a:pt x="251936" y="1047274"/>
                      <a:pt x="257651" y="1042511"/>
                    </a:cubicBezTo>
                    <a:cubicBezTo>
                      <a:pt x="259556" y="1043464"/>
                      <a:pt x="261461" y="1043464"/>
                      <a:pt x="263366" y="1043464"/>
                    </a:cubicBezTo>
                    <a:cubicBezTo>
                      <a:pt x="273844" y="1043464"/>
                      <a:pt x="282416" y="1034891"/>
                      <a:pt x="282416" y="1024414"/>
                    </a:cubicBezTo>
                    <a:cubicBezTo>
                      <a:pt x="282416" y="1020604"/>
                      <a:pt x="281464" y="1016794"/>
                      <a:pt x="279559" y="1013936"/>
                    </a:cubicBezTo>
                    <a:cubicBezTo>
                      <a:pt x="287179" y="1012984"/>
                      <a:pt x="292894" y="1007269"/>
                      <a:pt x="295751" y="1000601"/>
                    </a:cubicBezTo>
                    <a:cubicBezTo>
                      <a:pt x="294799" y="1002506"/>
                      <a:pt x="294799" y="1004411"/>
                      <a:pt x="294799" y="1006316"/>
                    </a:cubicBezTo>
                    <a:cubicBezTo>
                      <a:pt x="294799" y="1007269"/>
                      <a:pt x="294799" y="1008221"/>
                      <a:pt x="294799" y="1009174"/>
                    </a:cubicBezTo>
                    <a:cubicBezTo>
                      <a:pt x="293846" y="1011079"/>
                      <a:pt x="293846" y="1012984"/>
                      <a:pt x="293846" y="1015841"/>
                    </a:cubicBezTo>
                    <a:cubicBezTo>
                      <a:pt x="293846" y="1019651"/>
                      <a:pt x="295751" y="1023461"/>
                      <a:pt x="297656" y="1026319"/>
                    </a:cubicBezTo>
                    <a:cubicBezTo>
                      <a:pt x="290036" y="1032034"/>
                      <a:pt x="284321" y="1040606"/>
                      <a:pt x="284321" y="1051084"/>
                    </a:cubicBezTo>
                    <a:cubicBezTo>
                      <a:pt x="284321" y="1052036"/>
                      <a:pt x="284321" y="1052036"/>
                      <a:pt x="284321" y="1052989"/>
                    </a:cubicBezTo>
                    <a:cubicBezTo>
                      <a:pt x="283369" y="1052036"/>
                      <a:pt x="281464" y="1052036"/>
                      <a:pt x="280511" y="1052036"/>
                    </a:cubicBezTo>
                    <a:cubicBezTo>
                      <a:pt x="273844" y="1052036"/>
                      <a:pt x="268129" y="1057751"/>
                      <a:pt x="268129" y="1064419"/>
                    </a:cubicBezTo>
                    <a:cubicBezTo>
                      <a:pt x="268129" y="1070134"/>
                      <a:pt x="271939" y="1074896"/>
                      <a:pt x="277654" y="1075849"/>
                    </a:cubicBezTo>
                    <a:cubicBezTo>
                      <a:pt x="277654" y="1075849"/>
                      <a:pt x="277654" y="1076801"/>
                      <a:pt x="277654" y="1076801"/>
                    </a:cubicBezTo>
                    <a:cubicBezTo>
                      <a:pt x="277654" y="1086326"/>
                      <a:pt x="285274" y="1094899"/>
                      <a:pt x="295751" y="1094899"/>
                    </a:cubicBezTo>
                    <a:cubicBezTo>
                      <a:pt x="298609" y="1094899"/>
                      <a:pt x="300514" y="1093946"/>
                      <a:pt x="303371" y="1092994"/>
                    </a:cubicBezTo>
                    <a:cubicBezTo>
                      <a:pt x="301466" y="1094899"/>
                      <a:pt x="300514" y="1097756"/>
                      <a:pt x="300514" y="1100614"/>
                    </a:cubicBezTo>
                    <a:cubicBezTo>
                      <a:pt x="300514" y="1104424"/>
                      <a:pt x="301466" y="1107281"/>
                      <a:pt x="304324" y="1110139"/>
                    </a:cubicBezTo>
                    <a:cubicBezTo>
                      <a:pt x="304324" y="1110139"/>
                      <a:pt x="303371" y="1110139"/>
                      <a:pt x="303371" y="1110139"/>
                    </a:cubicBezTo>
                    <a:cubicBezTo>
                      <a:pt x="285274" y="1110139"/>
                      <a:pt x="270986" y="1124426"/>
                      <a:pt x="270986" y="1142524"/>
                    </a:cubicBezTo>
                    <a:cubicBezTo>
                      <a:pt x="270986" y="1153954"/>
                      <a:pt x="276701" y="1163479"/>
                      <a:pt x="285274" y="1169194"/>
                    </a:cubicBezTo>
                    <a:cubicBezTo>
                      <a:pt x="286226" y="1171099"/>
                      <a:pt x="287179" y="1173004"/>
                      <a:pt x="288131" y="1174909"/>
                    </a:cubicBezTo>
                    <a:cubicBezTo>
                      <a:pt x="283369" y="1179671"/>
                      <a:pt x="280511" y="1187291"/>
                      <a:pt x="280511" y="1193959"/>
                    </a:cubicBezTo>
                    <a:cubicBezTo>
                      <a:pt x="272891" y="1194911"/>
                      <a:pt x="266224" y="1201579"/>
                      <a:pt x="266224" y="1210151"/>
                    </a:cubicBezTo>
                    <a:cubicBezTo>
                      <a:pt x="266224" y="1213009"/>
                      <a:pt x="267176" y="1216819"/>
                      <a:pt x="269081" y="1218724"/>
                    </a:cubicBezTo>
                    <a:cubicBezTo>
                      <a:pt x="265271" y="1217771"/>
                      <a:pt x="262414" y="1216819"/>
                      <a:pt x="258604" y="1216819"/>
                    </a:cubicBezTo>
                    <a:cubicBezTo>
                      <a:pt x="241459" y="1216819"/>
                      <a:pt x="227171" y="1231106"/>
                      <a:pt x="227171" y="1248251"/>
                    </a:cubicBezTo>
                    <a:cubicBezTo>
                      <a:pt x="227171" y="1265396"/>
                      <a:pt x="241459" y="1279684"/>
                      <a:pt x="258604" y="1279684"/>
                    </a:cubicBezTo>
                    <a:cubicBezTo>
                      <a:pt x="270034" y="1279684"/>
                      <a:pt x="279559" y="1273969"/>
                      <a:pt x="285274" y="1264444"/>
                    </a:cubicBezTo>
                    <a:cubicBezTo>
                      <a:pt x="288131" y="1265396"/>
                      <a:pt x="290989" y="1266349"/>
                      <a:pt x="293846" y="1266349"/>
                    </a:cubicBezTo>
                    <a:cubicBezTo>
                      <a:pt x="303371" y="1266349"/>
                      <a:pt x="311944" y="1261586"/>
                      <a:pt x="316706" y="1253966"/>
                    </a:cubicBezTo>
                    <a:cubicBezTo>
                      <a:pt x="318611" y="1253014"/>
                      <a:pt x="320516" y="1251109"/>
                      <a:pt x="321469" y="1249204"/>
                    </a:cubicBezTo>
                    <a:cubicBezTo>
                      <a:pt x="321469" y="1254919"/>
                      <a:pt x="323374" y="1259681"/>
                      <a:pt x="326231" y="1263491"/>
                    </a:cubicBezTo>
                    <a:cubicBezTo>
                      <a:pt x="326231" y="1263491"/>
                      <a:pt x="326231" y="1264444"/>
                      <a:pt x="326231" y="1264444"/>
                    </a:cubicBezTo>
                    <a:cubicBezTo>
                      <a:pt x="326231" y="1268254"/>
                      <a:pt x="327184" y="1272064"/>
                      <a:pt x="328136" y="1275874"/>
                    </a:cubicBezTo>
                    <a:cubicBezTo>
                      <a:pt x="325279" y="1278731"/>
                      <a:pt x="323374" y="1281589"/>
                      <a:pt x="322421" y="1285399"/>
                    </a:cubicBezTo>
                    <a:cubicBezTo>
                      <a:pt x="319564" y="1282541"/>
                      <a:pt x="315754" y="1280636"/>
                      <a:pt x="310991" y="1279684"/>
                    </a:cubicBezTo>
                    <a:cubicBezTo>
                      <a:pt x="310991" y="1275874"/>
                      <a:pt x="308134" y="1273016"/>
                      <a:pt x="304324" y="1273016"/>
                    </a:cubicBezTo>
                    <a:cubicBezTo>
                      <a:pt x="300514" y="1273016"/>
                      <a:pt x="297656" y="1275874"/>
                      <a:pt x="297656" y="1279684"/>
                    </a:cubicBezTo>
                    <a:cubicBezTo>
                      <a:pt x="297656" y="1281589"/>
                      <a:pt x="298609" y="1282541"/>
                      <a:pt x="299561" y="1284446"/>
                    </a:cubicBezTo>
                    <a:cubicBezTo>
                      <a:pt x="296704" y="1287304"/>
                      <a:pt x="294799" y="1292066"/>
                      <a:pt x="294799" y="1296829"/>
                    </a:cubicBezTo>
                    <a:cubicBezTo>
                      <a:pt x="294799" y="1300639"/>
                      <a:pt x="295751" y="1304449"/>
                      <a:pt x="298609" y="1307306"/>
                    </a:cubicBezTo>
                    <a:cubicBezTo>
                      <a:pt x="298609" y="1307306"/>
                      <a:pt x="298609" y="1307306"/>
                      <a:pt x="298609" y="1307306"/>
                    </a:cubicBezTo>
                    <a:cubicBezTo>
                      <a:pt x="298609" y="1312069"/>
                      <a:pt x="302419" y="1316831"/>
                      <a:pt x="308134" y="1316831"/>
                    </a:cubicBezTo>
                    <a:cubicBezTo>
                      <a:pt x="310991" y="1316831"/>
                      <a:pt x="312896" y="1315879"/>
                      <a:pt x="314801" y="1313974"/>
                    </a:cubicBezTo>
                    <a:cubicBezTo>
                      <a:pt x="320516" y="1313021"/>
                      <a:pt x="326231" y="1308259"/>
                      <a:pt x="328136" y="1302544"/>
                    </a:cubicBezTo>
                    <a:cubicBezTo>
                      <a:pt x="331946" y="1307306"/>
                      <a:pt x="336709" y="1310164"/>
                      <a:pt x="343376" y="1310164"/>
                    </a:cubicBezTo>
                    <a:cubicBezTo>
                      <a:pt x="347186" y="1310164"/>
                      <a:pt x="350996" y="1309211"/>
                      <a:pt x="353854" y="1306354"/>
                    </a:cubicBezTo>
                    <a:cubicBezTo>
                      <a:pt x="353854" y="1306354"/>
                      <a:pt x="353854" y="1307306"/>
                      <a:pt x="353854" y="1307306"/>
                    </a:cubicBezTo>
                    <a:cubicBezTo>
                      <a:pt x="353854" y="1315879"/>
                      <a:pt x="360521" y="1322546"/>
                      <a:pt x="369094" y="1322546"/>
                    </a:cubicBezTo>
                    <a:cubicBezTo>
                      <a:pt x="371951" y="1322546"/>
                      <a:pt x="373856" y="1321594"/>
                      <a:pt x="376714" y="1320641"/>
                    </a:cubicBezTo>
                    <a:cubicBezTo>
                      <a:pt x="378619" y="1322546"/>
                      <a:pt x="381476" y="1323499"/>
                      <a:pt x="384334" y="1323499"/>
                    </a:cubicBezTo>
                    <a:cubicBezTo>
                      <a:pt x="391001" y="1323499"/>
                      <a:pt x="396716" y="1317784"/>
                      <a:pt x="396716" y="1311116"/>
                    </a:cubicBezTo>
                    <a:cubicBezTo>
                      <a:pt x="396716" y="1310164"/>
                      <a:pt x="396716" y="1310164"/>
                      <a:pt x="396716" y="1309211"/>
                    </a:cubicBezTo>
                    <a:cubicBezTo>
                      <a:pt x="402431" y="1306354"/>
                      <a:pt x="406241" y="1300639"/>
                      <a:pt x="406241" y="1293971"/>
                    </a:cubicBezTo>
                    <a:cubicBezTo>
                      <a:pt x="406241" y="1287304"/>
                      <a:pt x="402431" y="1281589"/>
                      <a:pt x="397669" y="1278731"/>
                    </a:cubicBezTo>
                    <a:cubicBezTo>
                      <a:pt x="397669" y="1278731"/>
                      <a:pt x="397669" y="1278731"/>
                      <a:pt x="397669" y="1278731"/>
                    </a:cubicBezTo>
                    <a:cubicBezTo>
                      <a:pt x="399574" y="1279684"/>
                      <a:pt x="401479" y="1280636"/>
                      <a:pt x="404336" y="1280636"/>
                    </a:cubicBezTo>
                    <a:cubicBezTo>
                      <a:pt x="405289" y="1280636"/>
                      <a:pt x="407194" y="1280636"/>
                      <a:pt x="408146" y="1279684"/>
                    </a:cubicBezTo>
                    <a:cubicBezTo>
                      <a:pt x="411956" y="1283494"/>
                      <a:pt x="415766" y="1287304"/>
                      <a:pt x="421481" y="1288256"/>
                    </a:cubicBezTo>
                    <a:cubicBezTo>
                      <a:pt x="424339" y="1293971"/>
                      <a:pt x="431006" y="1296829"/>
                      <a:pt x="437674" y="1296829"/>
                    </a:cubicBezTo>
                    <a:cubicBezTo>
                      <a:pt x="448151" y="1296829"/>
                      <a:pt x="456724" y="1288256"/>
                      <a:pt x="456724" y="1277779"/>
                    </a:cubicBezTo>
                    <a:cubicBezTo>
                      <a:pt x="456724" y="1277779"/>
                      <a:pt x="456724" y="1276826"/>
                      <a:pt x="456724" y="1276826"/>
                    </a:cubicBezTo>
                    <a:cubicBezTo>
                      <a:pt x="460534" y="1279684"/>
                      <a:pt x="465296" y="1282541"/>
                      <a:pt x="471011" y="1284446"/>
                    </a:cubicBezTo>
                    <a:cubicBezTo>
                      <a:pt x="473869" y="1288256"/>
                      <a:pt x="479584" y="1291114"/>
                      <a:pt x="485299" y="1291114"/>
                    </a:cubicBezTo>
                    <a:cubicBezTo>
                      <a:pt x="491014" y="1291114"/>
                      <a:pt x="496729" y="1288256"/>
                      <a:pt x="499586" y="1283494"/>
                    </a:cubicBezTo>
                    <a:cubicBezTo>
                      <a:pt x="499586" y="1283494"/>
                      <a:pt x="500539" y="1284446"/>
                      <a:pt x="500539" y="1284446"/>
                    </a:cubicBezTo>
                    <a:cubicBezTo>
                      <a:pt x="499586" y="1285399"/>
                      <a:pt x="499586" y="1285399"/>
                      <a:pt x="498634" y="1286351"/>
                    </a:cubicBezTo>
                    <a:cubicBezTo>
                      <a:pt x="494824" y="1288256"/>
                      <a:pt x="491014" y="1293019"/>
                      <a:pt x="491014" y="1297781"/>
                    </a:cubicBezTo>
                    <a:cubicBezTo>
                      <a:pt x="486251" y="1301591"/>
                      <a:pt x="483394" y="1307306"/>
                      <a:pt x="483394" y="1313974"/>
                    </a:cubicBezTo>
                    <a:cubicBezTo>
                      <a:pt x="481489" y="1314926"/>
                      <a:pt x="478631" y="1315879"/>
                      <a:pt x="477679" y="1317784"/>
                    </a:cubicBezTo>
                    <a:cubicBezTo>
                      <a:pt x="475774" y="1316831"/>
                      <a:pt x="473869" y="1315879"/>
                      <a:pt x="471011" y="1315879"/>
                    </a:cubicBezTo>
                    <a:cubicBezTo>
                      <a:pt x="463391" y="1315879"/>
                      <a:pt x="457676" y="1321594"/>
                      <a:pt x="457676" y="1329214"/>
                    </a:cubicBezTo>
                    <a:cubicBezTo>
                      <a:pt x="457676" y="1336834"/>
                      <a:pt x="463391" y="1342549"/>
                      <a:pt x="471011" y="1342549"/>
                    </a:cubicBezTo>
                    <a:cubicBezTo>
                      <a:pt x="472916" y="1342549"/>
                      <a:pt x="473869" y="1342549"/>
                      <a:pt x="475774" y="1341596"/>
                    </a:cubicBezTo>
                    <a:cubicBezTo>
                      <a:pt x="475774" y="1341596"/>
                      <a:pt x="475774" y="1341596"/>
                      <a:pt x="475774" y="1341596"/>
                    </a:cubicBezTo>
                    <a:cubicBezTo>
                      <a:pt x="465296" y="1344454"/>
                      <a:pt x="456724" y="1352074"/>
                      <a:pt x="451961" y="1361599"/>
                    </a:cubicBezTo>
                    <a:cubicBezTo>
                      <a:pt x="450056" y="1359694"/>
                      <a:pt x="447199" y="1357789"/>
                      <a:pt x="444341" y="1356836"/>
                    </a:cubicBezTo>
                    <a:cubicBezTo>
                      <a:pt x="445294" y="1354931"/>
                      <a:pt x="446246" y="1352074"/>
                      <a:pt x="446246" y="1349216"/>
                    </a:cubicBezTo>
                    <a:cubicBezTo>
                      <a:pt x="446246" y="1339691"/>
                      <a:pt x="438626" y="1333024"/>
                      <a:pt x="430054" y="1333024"/>
                    </a:cubicBezTo>
                    <a:cubicBezTo>
                      <a:pt x="425291" y="1333024"/>
                      <a:pt x="421481" y="1334929"/>
                      <a:pt x="417671" y="1337786"/>
                    </a:cubicBezTo>
                    <a:cubicBezTo>
                      <a:pt x="415766" y="1334929"/>
                      <a:pt x="411956" y="1333024"/>
                      <a:pt x="408146" y="1333024"/>
                    </a:cubicBezTo>
                    <a:cubicBezTo>
                      <a:pt x="401479" y="1333024"/>
                      <a:pt x="395764" y="1338739"/>
                      <a:pt x="395764" y="1345406"/>
                    </a:cubicBezTo>
                    <a:cubicBezTo>
                      <a:pt x="395764" y="1350169"/>
                      <a:pt x="398621" y="1353979"/>
                      <a:pt x="401479" y="1355884"/>
                    </a:cubicBezTo>
                    <a:cubicBezTo>
                      <a:pt x="392906" y="1358741"/>
                      <a:pt x="386239" y="1366361"/>
                      <a:pt x="386239" y="1375886"/>
                    </a:cubicBezTo>
                    <a:cubicBezTo>
                      <a:pt x="386239" y="1376839"/>
                      <a:pt x="386239" y="1377791"/>
                      <a:pt x="386239" y="1379696"/>
                    </a:cubicBezTo>
                    <a:cubicBezTo>
                      <a:pt x="385286" y="1382554"/>
                      <a:pt x="385286" y="1384459"/>
                      <a:pt x="384334" y="1387316"/>
                    </a:cubicBezTo>
                    <a:cubicBezTo>
                      <a:pt x="382429" y="1389221"/>
                      <a:pt x="380524" y="1392079"/>
                      <a:pt x="379571" y="1394936"/>
                    </a:cubicBezTo>
                    <a:cubicBezTo>
                      <a:pt x="379571" y="1394936"/>
                      <a:pt x="378619" y="1394936"/>
                      <a:pt x="378619" y="1394936"/>
                    </a:cubicBezTo>
                    <a:cubicBezTo>
                      <a:pt x="378619" y="1394936"/>
                      <a:pt x="378619" y="1394936"/>
                      <a:pt x="378619" y="1394936"/>
                    </a:cubicBezTo>
                    <a:cubicBezTo>
                      <a:pt x="378619" y="1393031"/>
                      <a:pt x="379571" y="1391126"/>
                      <a:pt x="379571" y="1389221"/>
                    </a:cubicBezTo>
                    <a:cubicBezTo>
                      <a:pt x="379571" y="1388269"/>
                      <a:pt x="379571" y="1387316"/>
                      <a:pt x="379571" y="1386364"/>
                    </a:cubicBezTo>
                    <a:cubicBezTo>
                      <a:pt x="383381" y="1383506"/>
                      <a:pt x="386239" y="1379696"/>
                      <a:pt x="386239" y="1373981"/>
                    </a:cubicBezTo>
                    <a:cubicBezTo>
                      <a:pt x="386239" y="1366361"/>
                      <a:pt x="379571" y="1359694"/>
                      <a:pt x="371951" y="1359694"/>
                    </a:cubicBezTo>
                    <a:cubicBezTo>
                      <a:pt x="367189" y="1359694"/>
                      <a:pt x="363379" y="1361599"/>
                      <a:pt x="360521" y="1365409"/>
                    </a:cubicBezTo>
                    <a:cubicBezTo>
                      <a:pt x="358616" y="1364456"/>
                      <a:pt x="356711" y="1364456"/>
                      <a:pt x="354806" y="1364456"/>
                    </a:cubicBezTo>
                    <a:cubicBezTo>
                      <a:pt x="349091" y="1364456"/>
                      <a:pt x="343376" y="1366361"/>
                      <a:pt x="339566" y="1370171"/>
                    </a:cubicBezTo>
                    <a:cubicBezTo>
                      <a:pt x="337661" y="1367314"/>
                      <a:pt x="333851" y="1365409"/>
                      <a:pt x="330041" y="1365409"/>
                    </a:cubicBezTo>
                    <a:cubicBezTo>
                      <a:pt x="324326" y="1365409"/>
                      <a:pt x="320516" y="1369219"/>
                      <a:pt x="318611" y="1373981"/>
                    </a:cubicBezTo>
                    <a:cubicBezTo>
                      <a:pt x="316706" y="1374934"/>
                      <a:pt x="314801" y="1375886"/>
                      <a:pt x="313849" y="1377791"/>
                    </a:cubicBezTo>
                    <a:cubicBezTo>
                      <a:pt x="311944" y="1376839"/>
                      <a:pt x="310039" y="1376839"/>
                      <a:pt x="308134" y="1376839"/>
                    </a:cubicBezTo>
                    <a:cubicBezTo>
                      <a:pt x="301466" y="1376839"/>
                      <a:pt x="295751" y="1382554"/>
                      <a:pt x="295751" y="1389221"/>
                    </a:cubicBezTo>
                    <a:cubicBezTo>
                      <a:pt x="295751" y="1395889"/>
                      <a:pt x="301466" y="1401604"/>
                      <a:pt x="308134" y="1401604"/>
                    </a:cubicBezTo>
                    <a:cubicBezTo>
                      <a:pt x="314801" y="1401604"/>
                      <a:pt x="319564" y="1396841"/>
                      <a:pt x="320516" y="1390174"/>
                    </a:cubicBezTo>
                    <a:cubicBezTo>
                      <a:pt x="320516" y="1390174"/>
                      <a:pt x="320516" y="1390174"/>
                      <a:pt x="320516" y="1390174"/>
                    </a:cubicBezTo>
                    <a:cubicBezTo>
                      <a:pt x="322421" y="1390174"/>
                      <a:pt x="324326" y="1389221"/>
                      <a:pt x="325279" y="1388269"/>
                    </a:cubicBezTo>
                    <a:cubicBezTo>
                      <a:pt x="326231" y="1388269"/>
                      <a:pt x="328136" y="1389221"/>
                      <a:pt x="329089" y="1389221"/>
                    </a:cubicBezTo>
                    <a:cubicBezTo>
                      <a:pt x="329089" y="1389221"/>
                      <a:pt x="329089" y="1389221"/>
                      <a:pt x="329089" y="1390174"/>
                    </a:cubicBezTo>
                    <a:cubicBezTo>
                      <a:pt x="329089" y="1401604"/>
                      <a:pt x="336709" y="1411129"/>
                      <a:pt x="347186" y="1413986"/>
                    </a:cubicBezTo>
                    <a:cubicBezTo>
                      <a:pt x="347186" y="1414939"/>
                      <a:pt x="346234" y="1415891"/>
                      <a:pt x="346234" y="1417796"/>
                    </a:cubicBezTo>
                    <a:cubicBezTo>
                      <a:pt x="346234" y="1418749"/>
                      <a:pt x="346234" y="1419701"/>
                      <a:pt x="347186" y="1420654"/>
                    </a:cubicBezTo>
                    <a:cubicBezTo>
                      <a:pt x="345281" y="1424464"/>
                      <a:pt x="343376" y="1428274"/>
                      <a:pt x="343376" y="1433036"/>
                    </a:cubicBezTo>
                    <a:cubicBezTo>
                      <a:pt x="343376" y="1437799"/>
                      <a:pt x="344329" y="1442561"/>
                      <a:pt x="347186" y="1446371"/>
                    </a:cubicBezTo>
                    <a:cubicBezTo>
                      <a:pt x="339566" y="1447324"/>
                      <a:pt x="334804" y="1453991"/>
                      <a:pt x="334804" y="1461611"/>
                    </a:cubicBezTo>
                    <a:cubicBezTo>
                      <a:pt x="334804" y="1470184"/>
                      <a:pt x="341471" y="1476851"/>
                      <a:pt x="350044" y="1476851"/>
                    </a:cubicBezTo>
                    <a:cubicBezTo>
                      <a:pt x="353854" y="1476851"/>
                      <a:pt x="356711" y="1475899"/>
                      <a:pt x="359569" y="1473994"/>
                    </a:cubicBezTo>
                    <a:cubicBezTo>
                      <a:pt x="363379" y="1480661"/>
                      <a:pt x="370046" y="1484471"/>
                      <a:pt x="377666" y="1486376"/>
                    </a:cubicBezTo>
                    <a:cubicBezTo>
                      <a:pt x="379571" y="1490186"/>
                      <a:pt x="383381" y="1492091"/>
                      <a:pt x="388144" y="1492091"/>
                    </a:cubicBezTo>
                    <a:cubicBezTo>
                      <a:pt x="394811" y="1492091"/>
                      <a:pt x="400526" y="1486376"/>
                      <a:pt x="400526" y="1479709"/>
                    </a:cubicBezTo>
                    <a:cubicBezTo>
                      <a:pt x="400526" y="1478756"/>
                      <a:pt x="400526" y="1478756"/>
                      <a:pt x="400526" y="1478756"/>
                    </a:cubicBezTo>
                    <a:cubicBezTo>
                      <a:pt x="405289" y="1473994"/>
                      <a:pt x="408146" y="1468279"/>
                      <a:pt x="408146" y="1460659"/>
                    </a:cubicBezTo>
                    <a:cubicBezTo>
                      <a:pt x="408146" y="1451134"/>
                      <a:pt x="403384" y="1443514"/>
                      <a:pt x="396716" y="1438751"/>
                    </a:cubicBezTo>
                    <a:cubicBezTo>
                      <a:pt x="396716" y="1436846"/>
                      <a:pt x="397669" y="1435894"/>
                      <a:pt x="397669" y="1433989"/>
                    </a:cubicBezTo>
                    <a:cubicBezTo>
                      <a:pt x="397669" y="1431131"/>
                      <a:pt x="396716" y="1428274"/>
                      <a:pt x="395764" y="1425416"/>
                    </a:cubicBezTo>
                    <a:cubicBezTo>
                      <a:pt x="396716" y="1424464"/>
                      <a:pt x="396716" y="1422559"/>
                      <a:pt x="396716" y="1420654"/>
                    </a:cubicBezTo>
                    <a:cubicBezTo>
                      <a:pt x="396716" y="1420654"/>
                      <a:pt x="396716" y="1420654"/>
                      <a:pt x="396716" y="1420654"/>
                    </a:cubicBezTo>
                    <a:cubicBezTo>
                      <a:pt x="397669" y="1421606"/>
                      <a:pt x="398621" y="1422559"/>
                      <a:pt x="399574" y="1423511"/>
                    </a:cubicBezTo>
                    <a:cubicBezTo>
                      <a:pt x="397669" y="1425416"/>
                      <a:pt x="395764" y="1428274"/>
                      <a:pt x="395764" y="1431131"/>
                    </a:cubicBezTo>
                    <a:cubicBezTo>
                      <a:pt x="395764" y="1436846"/>
                      <a:pt x="400526" y="1441609"/>
                      <a:pt x="406241" y="1441609"/>
                    </a:cubicBezTo>
                    <a:cubicBezTo>
                      <a:pt x="411956" y="1441609"/>
                      <a:pt x="415766" y="1437799"/>
                      <a:pt x="416719" y="1432084"/>
                    </a:cubicBezTo>
                    <a:cubicBezTo>
                      <a:pt x="418624" y="1432084"/>
                      <a:pt x="420529" y="1433036"/>
                      <a:pt x="422434" y="1433036"/>
                    </a:cubicBezTo>
                    <a:cubicBezTo>
                      <a:pt x="421481" y="1434941"/>
                      <a:pt x="420529" y="1437799"/>
                      <a:pt x="420529" y="1440656"/>
                    </a:cubicBezTo>
                    <a:cubicBezTo>
                      <a:pt x="420529" y="1446371"/>
                      <a:pt x="423386" y="1451134"/>
                      <a:pt x="427196" y="1454944"/>
                    </a:cubicBezTo>
                    <a:cubicBezTo>
                      <a:pt x="421481" y="1457801"/>
                      <a:pt x="417671" y="1463516"/>
                      <a:pt x="417671" y="1471136"/>
                    </a:cubicBezTo>
                    <a:cubicBezTo>
                      <a:pt x="417671" y="1473994"/>
                      <a:pt x="418624" y="1476851"/>
                      <a:pt x="419576" y="1478756"/>
                    </a:cubicBezTo>
                    <a:cubicBezTo>
                      <a:pt x="413861" y="1478756"/>
                      <a:pt x="408146" y="1483519"/>
                      <a:pt x="408146" y="1490186"/>
                    </a:cubicBezTo>
                    <a:cubicBezTo>
                      <a:pt x="408146" y="1493044"/>
                      <a:pt x="410051" y="1496854"/>
                      <a:pt x="411956" y="1498759"/>
                    </a:cubicBezTo>
                    <a:cubicBezTo>
                      <a:pt x="411004" y="1499711"/>
                      <a:pt x="411004" y="1500664"/>
                      <a:pt x="411004" y="1502569"/>
                    </a:cubicBezTo>
                    <a:cubicBezTo>
                      <a:pt x="409099" y="1501616"/>
                      <a:pt x="407194" y="1500664"/>
                      <a:pt x="404336" y="1500664"/>
                    </a:cubicBezTo>
                    <a:cubicBezTo>
                      <a:pt x="398621" y="1500664"/>
                      <a:pt x="393859" y="1505426"/>
                      <a:pt x="393859" y="1511141"/>
                    </a:cubicBezTo>
                    <a:cubicBezTo>
                      <a:pt x="393859" y="1514951"/>
                      <a:pt x="395764" y="1517809"/>
                      <a:pt x="399574" y="1519714"/>
                    </a:cubicBezTo>
                    <a:cubicBezTo>
                      <a:pt x="392906" y="1521619"/>
                      <a:pt x="387191" y="1528286"/>
                      <a:pt x="387191" y="1535906"/>
                    </a:cubicBezTo>
                    <a:cubicBezTo>
                      <a:pt x="387191" y="1538764"/>
                      <a:pt x="388144" y="1541621"/>
                      <a:pt x="389096" y="1544479"/>
                    </a:cubicBezTo>
                    <a:cubicBezTo>
                      <a:pt x="387191" y="1544479"/>
                      <a:pt x="386239" y="1544479"/>
                      <a:pt x="384334" y="1545431"/>
                    </a:cubicBezTo>
                    <a:cubicBezTo>
                      <a:pt x="383381" y="1536859"/>
                      <a:pt x="375761" y="1530191"/>
                      <a:pt x="367189" y="1530191"/>
                    </a:cubicBezTo>
                    <a:cubicBezTo>
                      <a:pt x="357664" y="1530191"/>
                      <a:pt x="350044" y="1537811"/>
                      <a:pt x="350044" y="1547336"/>
                    </a:cubicBezTo>
                    <a:cubicBezTo>
                      <a:pt x="350044" y="1554956"/>
                      <a:pt x="354806" y="1560671"/>
                      <a:pt x="361474" y="1563529"/>
                    </a:cubicBezTo>
                    <a:cubicBezTo>
                      <a:pt x="360521" y="1565434"/>
                      <a:pt x="359569" y="1566386"/>
                      <a:pt x="359569" y="1568291"/>
                    </a:cubicBezTo>
                    <a:cubicBezTo>
                      <a:pt x="357664" y="1566386"/>
                      <a:pt x="355759" y="1565434"/>
                      <a:pt x="352901" y="1565434"/>
                    </a:cubicBezTo>
                    <a:cubicBezTo>
                      <a:pt x="348139" y="1565434"/>
                      <a:pt x="344329" y="1569244"/>
                      <a:pt x="344329" y="1574006"/>
                    </a:cubicBezTo>
                    <a:cubicBezTo>
                      <a:pt x="344329" y="1575911"/>
                      <a:pt x="345281" y="1577816"/>
                      <a:pt x="346234" y="1578769"/>
                    </a:cubicBezTo>
                    <a:cubicBezTo>
                      <a:pt x="341471" y="1582579"/>
                      <a:pt x="338614" y="1588294"/>
                      <a:pt x="338614" y="1594961"/>
                    </a:cubicBezTo>
                    <a:cubicBezTo>
                      <a:pt x="338614" y="1605439"/>
                      <a:pt x="347186" y="1614964"/>
                      <a:pt x="357664" y="1615916"/>
                    </a:cubicBezTo>
                    <a:cubicBezTo>
                      <a:pt x="358616" y="1617821"/>
                      <a:pt x="359569" y="1619726"/>
                      <a:pt x="361474" y="1620679"/>
                    </a:cubicBezTo>
                    <a:cubicBezTo>
                      <a:pt x="364331" y="1628299"/>
                      <a:pt x="369094" y="1634014"/>
                      <a:pt x="375761" y="1637824"/>
                    </a:cubicBezTo>
                    <a:cubicBezTo>
                      <a:pt x="375761" y="1638776"/>
                      <a:pt x="376714" y="1639729"/>
                      <a:pt x="376714" y="1640681"/>
                    </a:cubicBezTo>
                    <a:cubicBezTo>
                      <a:pt x="367189" y="1644491"/>
                      <a:pt x="358616" y="1653064"/>
                      <a:pt x="355759" y="1662589"/>
                    </a:cubicBezTo>
                    <a:cubicBezTo>
                      <a:pt x="353854" y="1660684"/>
                      <a:pt x="350996" y="1658779"/>
                      <a:pt x="347186" y="1657826"/>
                    </a:cubicBezTo>
                    <a:cubicBezTo>
                      <a:pt x="353854" y="1654016"/>
                      <a:pt x="358616" y="1646396"/>
                      <a:pt x="358616" y="1637824"/>
                    </a:cubicBezTo>
                    <a:cubicBezTo>
                      <a:pt x="358616" y="1627346"/>
                      <a:pt x="350996" y="1617821"/>
                      <a:pt x="341471" y="1614964"/>
                    </a:cubicBezTo>
                    <a:cubicBezTo>
                      <a:pt x="340519" y="1603534"/>
                      <a:pt x="333851" y="1594009"/>
                      <a:pt x="324326" y="1589246"/>
                    </a:cubicBezTo>
                    <a:cubicBezTo>
                      <a:pt x="323374" y="1586389"/>
                      <a:pt x="322421" y="1582579"/>
                      <a:pt x="321469" y="1579721"/>
                    </a:cubicBezTo>
                    <a:cubicBezTo>
                      <a:pt x="321469" y="1578769"/>
                      <a:pt x="322421" y="1577816"/>
                      <a:pt x="322421" y="1575911"/>
                    </a:cubicBezTo>
                    <a:cubicBezTo>
                      <a:pt x="322421" y="1569244"/>
                      <a:pt x="316706" y="1562576"/>
                      <a:pt x="309086" y="1562576"/>
                    </a:cubicBezTo>
                    <a:cubicBezTo>
                      <a:pt x="308134" y="1562576"/>
                      <a:pt x="307181" y="1562576"/>
                      <a:pt x="306229" y="1562576"/>
                    </a:cubicBezTo>
                    <a:cubicBezTo>
                      <a:pt x="306229" y="1561624"/>
                      <a:pt x="306229" y="1559719"/>
                      <a:pt x="306229" y="1558766"/>
                    </a:cubicBezTo>
                    <a:cubicBezTo>
                      <a:pt x="306229" y="1556861"/>
                      <a:pt x="306229" y="1554004"/>
                      <a:pt x="305276" y="1552099"/>
                    </a:cubicBezTo>
                    <a:cubicBezTo>
                      <a:pt x="306229" y="1551146"/>
                      <a:pt x="307181" y="1551146"/>
                      <a:pt x="308134" y="1550194"/>
                    </a:cubicBezTo>
                    <a:cubicBezTo>
                      <a:pt x="310039" y="1553051"/>
                      <a:pt x="312896" y="1554956"/>
                      <a:pt x="316706" y="1554956"/>
                    </a:cubicBezTo>
                    <a:cubicBezTo>
                      <a:pt x="316706" y="1554956"/>
                      <a:pt x="316706" y="1554956"/>
                      <a:pt x="317659" y="1554956"/>
                    </a:cubicBezTo>
                    <a:cubicBezTo>
                      <a:pt x="316706" y="1555909"/>
                      <a:pt x="316706" y="1557814"/>
                      <a:pt x="316706" y="1558766"/>
                    </a:cubicBezTo>
                    <a:cubicBezTo>
                      <a:pt x="316706" y="1564481"/>
                      <a:pt x="321469" y="1569244"/>
                      <a:pt x="327184" y="1569244"/>
                    </a:cubicBezTo>
                    <a:cubicBezTo>
                      <a:pt x="332899" y="1569244"/>
                      <a:pt x="337661" y="1564481"/>
                      <a:pt x="337661" y="1558766"/>
                    </a:cubicBezTo>
                    <a:cubicBezTo>
                      <a:pt x="337661" y="1553051"/>
                      <a:pt x="332899" y="1548289"/>
                      <a:pt x="327184" y="1548289"/>
                    </a:cubicBezTo>
                    <a:cubicBezTo>
                      <a:pt x="327184" y="1548289"/>
                      <a:pt x="327184" y="1548289"/>
                      <a:pt x="326231" y="1548289"/>
                    </a:cubicBezTo>
                    <a:cubicBezTo>
                      <a:pt x="326231" y="1547336"/>
                      <a:pt x="327184" y="1545431"/>
                      <a:pt x="327184" y="1544479"/>
                    </a:cubicBezTo>
                    <a:cubicBezTo>
                      <a:pt x="327184" y="1538764"/>
                      <a:pt x="322421" y="1534001"/>
                      <a:pt x="316706" y="1534001"/>
                    </a:cubicBezTo>
                    <a:cubicBezTo>
                      <a:pt x="315754" y="1534001"/>
                      <a:pt x="314801" y="1534001"/>
                      <a:pt x="313849" y="1534954"/>
                    </a:cubicBezTo>
                    <a:cubicBezTo>
                      <a:pt x="313849" y="1534001"/>
                      <a:pt x="313849" y="1533049"/>
                      <a:pt x="312896" y="1533049"/>
                    </a:cubicBezTo>
                    <a:cubicBezTo>
                      <a:pt x="326231" y="1530191"/>
                      <a:pt x="335756" y="1518761"/>
                      <a:pt x="335756" y="1505426"/>
                    </a:cubicBezTo>
                    <a:cubicBezTo>
                      <a:pt x="335756" y="1500664"/>
                      <a:pt x="334804" y="1495901"/>
                      <a:pt x="331946" y="1492091"/>
                    </a:cubicBezTo>
                    <a:cubicBezTo>
                      <a:pt x="331946" y="1491139"/>
                      <a:pt x="332899" y="1490186"/>
                      <a:pt x="332899" y="1488281"/>
                    </a:cubicBezTo>
                    <a:cubicBezTo>
                      <a:pt x="332899" y="1483519"/>
                      <a:pt x="329089" y="1479709"/>
                      <a:pt x="324326" y="1479709"/>
                    </a:cubicBezTo>
                    <a:cubicBezTo>
                      <a:pt x="323374" y="1479709"/>
                      <a:pt x="321469" y="1479709"/>
                      <a:pt x="320516" y="1480661"/>
                    </a:cubicBezTo>
                    <a:cubicBezTo>
                      <a:pt x="316706" y="1478756"/>
                      <a:pt x="312896" y="1477804"/>
                      <a:pt x="308134" y="1477804"/>
                    </a:cubicBezTo>
                    <a:cubicBezTo>
                      <a:pt x="297656" y="1477804"/>
                      <a:pt x="288131" y="1483519"/>
                      <a:pt x="283369" y="1492091"/>
                    </a:cubicBezTo>
                    <a:cubicBezTo>
                      <a:pt x="282416" y="1492091"/>
                      <a:pt x="280511" y="1491139"/>
                      <a:pt x="279559" y="1491139"/>
                    </a:cubicBezTo>
                    <a:cubicBezTo>
                      <a:pt x="272891" y="1491139"/>
                      <a:pt x="267176" y="1494949"/>
                      <a:pt x="265271" y="1500664"/>
                    </a:cubicBezTo>
                    <a:cubicBezTo>
                      <a:pt x="262414" y="1502569"/>
                      <a:pt x="260509" y="1505426"/>
                      <a:pt x="258604" y="1508284"/>
                    </a:cubicBezTo>
                    <a:cubicBezTo>
                      <a:pt x="255746" y="1507331"/>
                      <a:pt x="252889" y="1506379"/>
                      <a:pt x="250031" y="1506379"/>
                    </a:cubicBezTo>
                    <a:cubicBezTo>
                      <a:pt x="239554" y="1506379"/>
                      <a:pt x="231934" y="1514951"/>
                      <a:pt x="231934" y="1524476"/>
                    </a:cubicBezTo>
                    <a:cubicBezTo>
                      <a:pt x="231934" y="1532096"/>
                      <a:pt x="236696" y="1538764"/>
                      <a:pt x="243364" y="1541621"/>
                    </a:cubicBezTo>
                    <a:cubicBezTo>
                      <a:pt x="243364" y="1542574"/>
                      <a:pt x="242411" y="1542574"/>
                      <a:pt x="242411" y="1543526"/>
                    </a:cubicBezTo>
                    <a:cubicBezTo>
                      <a:pt x="241459" y="1543526"/>
                      <a:pt x="240506" y="1543526"/>
                      <a:pt x="239554" y="1543526"/>
                    </a:cubicBezTo>
                    <a:cubicBezTo>
                      <a:pt x="233839" y="1543526"/>
                      <a:pt x="229076" y="1545431"/>
                      <a:pt x="225266" y="1548289"/>
                    </a:cubicBezTo>
                    <a:cubicBezTo>
                      <a:pt x="220504" y="1545431"/>
                      <a:pt x="215741" y="1544479"/>
                      <a:pt x="210026" y="1544479"/>
                    </a:cubicBezTo>
                    <a:cubicBezTo>
                      <a:pt x="202406" y="1544479"/>
                      <a:pt x="194786" y="1547336"/>
                      <a:pt x="189071" y="1553051"/>
                    </a:cubicBezTo>
                    <a:cubicBezTo>
                      <a:pt x="185261" y="1547336"/>
                      <a:pt x="178594" y="1543526"/>
                      <a:pt x="170974" y="1543526"/>
                    </a:cubicBezTo>
                    <a:cubicBezTo>
                      <a:pt x="168116" y="1543526"/>
                      <a:pt x="165259" y="1544479"/>
                      <a:pt x="162401" y="1545431"/>
                    </a:cubicBezTo>
                    <a:cubicBezTo>
                      <a:pt x="161449" y="1541621"/>
                      <a:pt x="157639" y="1537811"/>
                      <a:pt x="152876" y="1537811"/>
                    </a:cubicBezTo>
                    <a:cubicBezTo>
                      <a:pt x="147161" y="1537811"/>
                      <a:pt x="143351" y="1542574"/>
                      <a:pt x="143351" y="1547336"/>
                    </a:cubicBezTo>
                    <a:cubicBezTo>
                      <a:pt x="143351" y="1552099"/>
                      <a:pt x="146209" y="1555909"/>
                      <a:pt x="150971" y="1556861"/>
                    </a:cubicBezTo>
                    <a:cubicBezTo>
                      <a:pt x="150019" y="1559719"/>
                      <a:pt x="149066" y="1562576"/>
                      <a:pt x="149066" y="1566386"/>
                    </a:cubicBezTo>
                    <a:cubicBezTo>
                      <a:pt x="149066" y="1572101"/>
                      <a:pt x="150971" y="1576864"/>
                      <a:pt x="153829" y="1580674"/>
                    </a:cubicBezTo>
                    <a:cubicBezTo>
                      <a:pt x="148114" y="1581626"/>
                      <a:pt x="143351" y="1586389"/>
                      <a:pt x="143351" y="1593056"/>
                    </a:cubicBezTo>
                    <a:cubicBezTo>
                      <a:pt x="143351" y="1599724"/>
                      <a:pt x="149066" y="1605439"/>
                      <a:pt x="155734" y="1605439"/>
                    </a:cubicBezTo>
                    <a:cubicBezTo>
                      <a:pt x="162401" y="1605439"/>
                      <a:pt x="168116" y="1599724"/>
                      <a:pt x="168116" y="1593056"/>
                    </a:cubicBezTo>
                    <a:cubicBezTo>
                      <a:pt x="168116" y="1592104"/>
                      <a:pt x="168116" y="1590199"/>
                      <a:pt x="167164" y="1589246"/>
                    </a:cubicBezTo>
                    <a:cubicBezTo>
                      <a:pt x="168116" y="1589246"/>
                      <a:pt x="170021" y="1589246"/>
                      <a:pt x="170974" y="1589246"/>
                    </a:cubicBezTo>
                    <a:cubicBezTo>
                      <a:pt x="174784" y="1589246"/>
                      <a:pt x="178594" y="1588294"/>
                      <a:pt x="182404" y="1586389"/>
                    </a:cubicBezTo>
                    <a:cubicBezTo>
                      <a:pt x="183356" y="1587341"/>
                      <a:pt x="183356" y="1588294"/>
                      <a:pt x="184309" y="1589246"/>
                    </a:cubicBezTo>
                    <a:cubicBezTo>
                      <a:pt x="183356" y="1592104"/>
                      <a:pt x="183356" y="1594961"/>
                      <a:pt x="183356" y="1597819"/>
                    </a:cubicBezTo>
                    <a:cubicBezTo>
                      <a:pt x="183356" y="1607344"/>
                      <a:pt x="188119" y="1615916"/>
                      <a:pt x="195739" y="1620679"/>
                    </a:cubicBezTo>
                    <a:cubicBezTo>
                      <a:pt x="195739" y="1620679"/>
                      <a:pt x="195739" y="1620679"/>
                      <a:pt x="195739" y="1620679"/>
                    </a:cubicBezTo>
                    <a:cubicBezTo>
                      <a:pt x="195739" y="1623536"/>
                      <a:pt x="198596" y="1626394"/>
                      <a:pt x="201454" y="1626394"/>
                    </a:cubicBezTo>
                    <a:cubicBezTo>
                      <a:pt x="203359" y="1626394"/>
                      <a:pt x="204311" y="1625441"/>
                      <a:pt x="206216" y="1624489"/>
                    </a:cubicBezTo>
                    <a:cubicBezTo>
                      <a:pt x="207169" y="1624489"/>
                      <a:pt x="209074" y="1624489"/>
                      <a:pt x="210026" y="1624489"/>
                    </a:cubicBezTo>
                    <a:cubicBezTo>
                      <a:pt x="223361" y="1624489"/>
                      <a:pt x="234791" y="1614011"/>
                      <a:pt x="236696" y="1600676"/>
                    </a:cubicBezTo>
                    <a:cubicBezTo>
                      <a:pt x="240506" y="1602581"/>
                      <a:pt x="244316" y="1604486"/>
                      <a:pt x="249079" y="1604486"/>
                    </a:cubicBezTo>
                    <a:cubicBezTo>
                      <a:pt x="248126" y="1607344"/>
                      <a:pt x="247174" y="1611154"/>
                      <a:pt x="247174" y="1614011"/>
                    </a:cubicBezTo>
                    <a:cubicBezTo>
                      <a:pt x="247174" y="1615916"/>
                      <a:pt x="247174" y="1617821"/>
                      <a:pt x="248126" y="1619726"/>
                    </a:cubicBezTo>
                    <a:cubicBezTo>
                      <a:pt x="248126" y="1619726"/>
                      <a:pt x="248126" y="1619726"/>
                      <a:pt x="247174" y="1619726"/>
                    </a:cubicBezTo>
                    <a:cubicBezTo>
                      <a:pt x="239554" y="1619726"/>
                      <a:pt x="233839" y="1625441"/>
                      <a:pt x="233839" y="1633061"/>
                    </a:cubicBezTo>
                    <a:cubicBezTo>
                      <a:pt x="233839" y="1639729"/>
                      <a:pt x="239554" y="1645444"/>
                      <a:pt x="246221" y="1646396"/>
                    </a:cubicBezTo>
                    <a:cubicBezTo>
                      <a:pt x="246221" y="1653064"/>
                      <a:pt x="251936" y="1657826"/>
                      <a:pt x="258604" y="1657826"/>
                    </a:cubicBezTo>
                    <a:cubicBezTo>
                      <a:pt x="265271" y="1657826"/>
                      <a:pt x="270986" y="1652111"/>
                      <a:pt x="270986" y="1645444"/>
                    </a:cubicBezTo>
                    <a:cubicBezTo>
                      <a:pt x="270986" y="1642586"/>
                      <a:pt x="270034" y="1640681"/>
                      <a:pt x="268129" y="1637824"/>
                    </a:cubicBezTo>
                    <a:cubicBezTo>
                      <a:pt x="269081" y="1637824"/>
                      <a:pt x="270034" y="1637824"/>
                      <a:pt x="270034" y="1637824"/>
                    </a:cubicBezTo>
                    <a:cubicBezTo>
                      <a:pt x="273844" y="1637824"/>
                      <a:pt x="277654" y="1636871"/>
                      <a:pt x="281464" y="1634966"/>
                    </a:cubicBezTo>
                    <a:cubicBezTo>
                      <a:pt x="284321" y="1638776"/>
                      <a:pt x="288131" y="1641634"/>
                      <a:pt x="291941" y="1644491"/>
                    </a:cubicBezTo>
                    <a:cubicBezTo>
                      <a:pt x="290989" y="1646396"/>
                      <a:pt x="290036" y="1648301"/>
                      <a:pt x="290036" y="1651159"/>
                    </a:cubicBezTo>
                    <a:cubicBezTo>
                      <a:pt x="290036" y="1658779"/>
                      <a:pt x="295751" y="1664494"/>
                      <a:pt x="303371" y="1664494"/>
                    </a:cubicBezTo>
                    <a:cubicBezTo>
                      <a:pt x="307181" y="1664494"/>
                      <a:pt x="310991" y="1662589"/>
                      <a:pt x="312896" y="1660684"/>
                    </a:cubicBezTo>
                    <a:cubicBezTo>
                      <a:pt x="312896" y="1661636"/>
                      <a:pt x="311944" y="1663541"/>
                      <a:pt x="311944" y="1664494"/>
                    </a:cubicBezTo>
                    <a:cubicBezTo>
                      <a:pt x="311944" y="1671161"/>
                      <a:pt x="317659" y="1676876"/>
                      <a:pt x="324326" y="1676876"/>
                    </a:cubicBezTo>
                    <a:cubicBezTo>
                      <a:pt x="326231" y="1676876"/>
                      <a:pt x="328136" y="1675924"/>
                      <a:pt x="330041" y="1675924"/>
                    </a:cubicBezTo>
                    <a:cubicBezTo>
                      <a:pt x="331946" y="1680686"/>
                      <a:pt x="336709" y="1683544"/>
                      <a:pt x="342424" y="1683544"/>
                    </a:cubicBezTo>
                    <a:cubicBezTo>
                      <a:pt x="346234" y="1683544"/>
                      <a:pt x="349091" y="1681639"/>
                      <a:pt x="351949" y="1679734"/>
                    </a:cubicBezTo>
                    <a:cubicBezTo>
                      <a:pt x="353854" y="1685449"/>
                      <a:pt x="356711" y="1691164"/>
                      <a:pt x="360521" y="1694974"/>
                    </a:cubicBezTo>
                    <a:cubicBezTo>
                      <a:pt x="359569" y="1694974"/>
                      <a:pt x="359569" y="1694974"/>
                      <a:pt x="358616" y="1694974"/>
                    </a:cubicBezTo>
                    <a:cubicBezTo>
                      <a:pt x="352901" y="1694974"/>
                      <a:pt x="348139" y="1699736"/>
                      <a:pt x="348139" y="1705451"/>
                    </a:cubicBezTo>
                    <a:cubicBezTo>
                      <a:pt x="348139" y="1710214"/>
                      <a:pt x="350996" y="1713071"/>
                      <a:pt x="354806" y="1714976"/>
                    </a:cubicBezTo>
                    <a:cubicBezTo>
                      <a:pt x="349091" y="1716881"/>
                      <a:pt x="345281" y="1722596"/>
                      <a:pt x="345281" y="1729264"/>
                    </a:cubicBezTo>
                    <a:cubicBezTo>
                      <a:pt x="345281" y="1737836"/>
                      <a:pt x="351949" y="1744504"/>
                      <a:pt x="360521" y="1744504"/>
                    </a:cubicBezTo>
                    <a:cubicBezTo>
                      <a:pt x="369094" y="1744504"/>
                      <a:pt x="375761" y="1737836"/>
                      <a:pt x="375761" y="1729264"/>
                    </a:cubicBezTo>
                    <a:cubicBezTo>
                      <a:pt x="375761" y="1721644"/>
                      <a:pt x="370046" y="1715929"/>
                      <a:pt x="363379" y="1714024"/>
                    </a:cubicBezTo>
                    <a:cubicBezTo>
                      <a:pt x="366236" y="1712119"/>
                      <a:pt x="368141" y="1709261"/>
                      <a:pt x="368141" y="1705451"/>
                    </a:cubicBezTo>
                    <a:cubicBezTo>
                      <a:pt x="368141" y="1704499"/>
                      <a:pt x="368141" y="1702594"/>
                      <a:pt x="367189" y="1701641"/>
                    </a:cubicBezTo>
                    <a:cubicBezTo>
                      <a:pt x="369094" y="1702594"/>
                      <a:pt x="371951" y="1704499"/>
                      <a:pt x="374809" y="1704499"/>
                    </a:cubicBezTo>
                    <a:cubicBezTo>
                      <a:pt x="376714" y="1706404"/>
                      <a:pt x="378619" y="1707356"/>
                      <a:pt x="381476" y="1707356"/>
                    </a:cubicBezTo>
                    <a:cubicBezTo>
                      <a:pt x="382429" y="1707356"/>
                      <a:pt x="384334" y="1707356"/>
                      <a:pt x="385286" y="1706404"/>
                    </a:cubicBezTo>
                    <a:cubicBezTo>
                      <a:pt x="385286" y="1706404"/>
                      <a:pt x="385286" y="1706404"/>
                      <a:pt x="386239" y="1706404"/>
                    </a:cubicBezTo>
                    <a:cubicBezTo>
                      <a:pt x="399574" y="1706404"/>
                      <a:pt x="411004" y="1698784"/>
                      <a:pt x="416719" y="1688306"/>
                    </a:cubicBezTo>
                    <a:cubicBezTo>
                      <a:pt x="419576" y="1687354"/>
                      <a:pt x="421481" y="1685449"/>
                      <a:pt x="421481" y="1681639"/>
                    </a:cubicBezTo>
                    <a:cubicBezTo>
                      <a:pt x="421481" y="1680686"/>
                      <a:pt x="421481" y="1679734"/>
                      <a:pt x="420529" y="1678781"/>
                    </a:cubicBezTo>
                    <a:cubicBezTo>
                      <a:pt x="420529" y="1677829"/>
                      <a:pt x="420529" y="1676876"/>
                      <a:pt x="420529" y="1675924"/>
                    </a:cubicBezTo>
                    <a:cubicBezTo>
                      <a:pt x="424339" y="1677829"/>
                      <a:pt x="429101" y="1678781"/>
                      <a:pt x="433864" y="1679734"/>
                    </a:cubicBezTo>
                    <a:cubicBezTo>
                      <a:pt x="434816" y="1681639"/>
                      <a:pt x="435769" y="1684496"/>
                      <a:pt x="436721" y="1686401"/>
                    </a:cubicBezTo>
                    <a:cubicBezTo>
                      <a:pt x="427196" y="1688306"/>
                      <a:pt x="419576" y="1694021"/>
                      <a:pt x="415766" y="1702594"/>
                    </a:cubicBezTo>
                    <a:cubicBezTo>
                      <a:pt x="415766" y="1702594"/>
                      <a:pt x="414814" y="1702594"/>
                      <a:pt x="414814" y="1702594"/>
                    </a:cubicBezTo>
                    <a:cubicBezTo>
                      <a:pt x="411956" y="1702594"/>
                      <a:pt x="409099" y="1705451"/>
                      <a:pt x="409099" y="1708309"/>
                    </a:cubicBezTo>
                    <a:cubicBezTo>
                      <a:pt x="409099" y="1709261"/>
                      <a:pt x="409099" y="1710214"/>
                      <a:pt x="409099" y="1710214"/>
                    </a:cubicBezTo>
                    <a:cubicBezTo>
                      <a:pt x="408146" y="1710214"/>
                      <a:pt x="408146" y="1711166"/>
                      <a:pt x="407194" y="1711166"/>
                    </a:cubicBezTo>
                    <a:cubicBezTo>
                      <a:pt x="406241" y="1707356"/>
                      <a:pt x="403384" y="1705451"/>
                      <a:pt x="399574" y="1705451"/>
                    </a:cubicBezTo>
                    <a:cubicBezTo>
                      <a:pt x="394811" y="1705451"/>
                      <a:pt x="391954" y="1709261"/>
                      <a:pt x="391954" y="1713071"/>
                    </a:cubicBezTo>
                    <a:cubicBezTo>
                      <a:pt x="391954" y="1717834"/>
                      <a:pt x="395764" y="1720691"/>
                      <a:pt x="399574" y="1720691"/>
                    </a:cubicBezTo>
                    <a:cubicBezTo>
                      <a:pt x="399574" y="1720691"/>
                      <a:pt x="400526" y="1720691"/>
                      <a:pt x="400526" y="1720691"/>
                    </a:cubicBezTo>
                    <a:cubicBezTo>
                      <a:pt x="400526" y="1721644"/>
                      <a:pt x="400526" y="1723549"/>
                      <a:pt x="400526" y="1724501"/>
                    </a:cubicBezTo>
                    <a:cubicBezTo>
                      <a:pt x="400526" y="1726406"/>
                      <a:pt x="400526" y="1728311"/>
                      <a:pt x="401479" y="1729264"/>
                    </a:cubicBezTo>
                    <a:cubicBezTo>
                      <a:pt x="396716" y="1732121"/>
                      <a:pt x="392906" y="1737836"/>
                      <a:pt x="392906" y="1743551"/>
                    </a:cubicBezTo>
                    <a:cubicBezTo>
                      <a:pt x="392906" y="1746409"/>
                      <a:pt x="393859" y="1749266"/>
                      <a:pt x="394811" y="1752124"/>
                    </a:cubicBezTo>
                    <a:cubicBezTo>
                      <a:pt x="390049" y="1753076"/>
                      <a:pt x="385286" y="1754029"/>
                      <a:pt x="380524" y="1756886"/>
                    </a:cubicBezTo>
                    <a:cubicBezTo>
                      <a:pt x="376714" y="1754029"/>
                      <a:pt x="371951" y="1751171"/>
                      <a:pt x="367189" y="1751171"/>
                    </a:cubicBezTo>
                    <a:cubicBezTo>
                      <a:pt x="357664" y="1751171"/>
                      <a:pt x="350044" y="1757839"/>
                      <a:pt x="348139" y="1766411"/>
                    </a:cubicBezTo>
                    <a:cubicBezTo>
                      <a:pt x="348139" y="1766411"/>
                      <a:pt x="347186" y="1767364"/>
                      <a:pt x="347186" y="1767364"/>
                    </a:cubicBezTo>
                    <a:cubicBezTo>
                      <a:pt x="348139" y="1765459"/>
                      <a:pt x="348139" y="1763554"/>
                      <a:pt x="348139" y="1761649"/>
                    </a:cubicBezTo>
                    <a:cubicBezTo>
                      <a:pt x="348139" y="1754029"/>
                      <a:pt x="341471" y="1747361"/>
                      <a:pt x="333851" y="1747361"/>
                    </a:cubicBezTo>
                    <a:cubicBezTo>
                      <a:pt x="330041" y="1747361"/>
                      <a:pt x="327184" y="1749266"/>
                      <a:pt x="324326" y="1751171"/>
                    </a:cubicBezTo>
                    <a:cubicBezTo>
                      <a:pt x="318611" y="1742599"/>
                      <a:pt x="309086" y="1736884"/>
                      <a:pt x="298609" y="1736884"/>
                    </a:cubicBezTo>
                    <a:cubicBezTo>
                      <a:pt x="282416" y="1736884"/>
                      <a:pt x="269081" y="1750219"/>
                      <a:pt x="268129" y="1766411"/>
                    </a:cubicBezTo>
                    <a:cubicBezTo>
                      <a:pt x="266224" y="1766411"/>
                      <a:pt x="264319" y="1767364"/>
                      <a:pt x="263366" y="1767364"/>
                    </a:cubicBezTo>
                    <a:cubicBezTo>
                      <a:pt x="264319" y="1764506"/>
                      <a:pt x="265271" y="1761649"/>
                      <a:pt x="265271" y="1758791"/>
                    </a:cubicBezTo>
                    <a:cubicBezTo>
                      <a:pt x="265271" y="1744504"/>
                      <a:pt x="252889" y="1732121"/>
                      <a:pt x="238601" y="1732121"/>
                    </a:cubicBezTo>
                    <a:cubicBezTo>
                      <a:pt x="224314" y="1732121"/>
                      <a:pt x="211931" y="1744504"/>
                      <a:pt x="211931" y="1758791"/>
                    </a:cubicBezTo>
                    <a:cubicBezTo>
                      <a:pt x="211931" y="1760696"/>
                      <a:pt x="211931" y="1762601"/>
                      <a:pt x="212884" y="1764506"/>
                    </a:cubicBezTo>
                    <a:cubicBezTo>
                      <a:pt x="212884" y="1764506"/>
                      <a:pt x="212884" y="1765459"/>
                      <a:pt x="212884" y="1765459"/>
                    </a:cubicBezTo>
                    <a:cubicBezTo>
                      <a:pt x="212884" y="1768316"/>
                      <a:pt x="213836" y="1771174"/>
                      <a:pt x="214789" y="1773079"/>
                    </a:cubicBezTo>
                    <a:cubicBezTo>
                      <a:pt x="210026" y="1774031"/>
                      <a:pt x="207169" y="1777841"/>
                      <a:pt x="207169" y="1781651"/>
                    </a:cubicBezTo>
                    <a:cubicBezTo>
                      <a:pt x="207169" y="1782604"/>
                      <a:pt x="207169" y="1783556"/>
                      <a:pt x="208121" y="1784509"/>
                    </a:cubicBezTo>
                    <a:cubicBezTo>
                      <a:pt x="201454" y="1791176"/>
                      <a:pt x="196691" y="1799749"/>
                      <a:pt x="195739" y="1810226"/>
                    </a:cubicBezTo>
                    <a:cubicBezTo>
                      <a:pt x="194786" y="1830229"/>
                      <a:pt x="210026" y="1846421"/>
                      <a:pt x="230029" y="1847374"/>
                    </a:cubicBezTo>
                    <a:cubicBezTo>
                      <a:pt x="242411" y="1848326"/>
                      <a:pt x="253841" y="1841659"/>
                      <a:pt x="260509" y="1832134"/>
                    </a:cubicBezTo>
                    <a:cubicBezTo>
                      <a:pt x="260509" y="1833086"/>
                      <a:pt x="260509" y="1834039"/>
                      <a:pt x="260509" y="1834991"/>
                    </a:cubicBezTo>
                    <a:cubicBezTo>
                      <a:pt x="260509" y="1836896"/>
                      <a:pt x="260509" y="1837849"/>
                      <a:pt x="261461" y="1839754"/>
                    </a:cubicBezTo>
                    <a:cubicBezTo>
                      <a:pt x="259556" y="1840706"/>
                      <a:pt x="257651" y="1842611"/>
                      <a:pt x="257651" y="1844516"/>
                    </a:cubicBezTo>
                    <a:cubicBezTo>
                      <a:pt x="257651" y="1847374"/>
                      <a:pt x="260509" y="1850231"/>
                      <a:pt x="263366" y="1850231"/>
                    </a:cubicBezTo>
                    <a:cubicBezTo>
                      <a:pt x="265271" y="1850231"/>
                      <a:pt x="266224" y="1849279"/>
                      <a:pt x="267176" y="1848326"/>
                    </a:cubicBezTo>
                    <a:cubicBezTo>
                      <a:pt x="268129" y="1849279"/>
                      <a:pt x="270034" y="1850231"/>
                      <a:pt x="270986" y="1850231"/>
                    </a:cubicBezTo>
                    <a:cubicBezTo>
                      <a:pt x="272891" y="1853089"/>
                      <a:pt x="275749" y="1855946"/>
                      <a:pt x="279559" y="1855946"/>
                    </a:cubicBezTo>
                    <a:cubicBezTo>
                      <a:pt x="283369" y="1855946"/>
                      <a:pt x="286226" y="1854041"/>
                      <a:pt x="288131" y="1850231"/>
                    </a:cubicBezTo>
                    <a:cubicBezTo>
                      <a:pt x="291941" y="1852136"/>
                      <a:pt x="295751" y="1854041"/>
                      <a:pt x="300514" y="1854041"/>
                    </a:cubicBezTo>
                    <a:cubicBezTo>
                      <a:pt x="304324" y="1854041"/>
                      <a:pt x="307181" y="1853089"/>
                      <a:pt x="310039" y="1852136"/>
                    </a:cubicBezTo>
                    <a:cubicBezTo>
                      <a:pt x="319564" y="1851184"/>
                      <a:pt x="327184" y="1843564"/>
                      <a:pt x="329089" y="1834039"/>
                    </a:cubicBezTo>
                    <a:cubicBezTo>
                      <a:pt x="330994" y="1832134"/>
                      <a:pt x="332899" y="1830229"/>
                      <a:pt x="334804" y="1828324"/>
                    </a:cubicBezTo>
                    <a:cubicBezTo>
                      <a:pt x="335756" y="1828324"/>
                      <a:pt x="336709" y="1828324"/>
                      <a:pt x="337661" y="1828324"/>
                    </a:cubicBezTo>
                    <a:cubicBezTo>
                      <a:pt x="345281" y="1828324"/>
                      <a:pt x="351949" y="1824514"/>
                      <a:pt x="356711" y="1817846"/>
                    </a:cubicBezTo>
                    <a:cubicBezTo>
                      <a:pt x="360521" y="1818799"/>
                      <a:pt x="364331" y="1819751"/>
                      <a:pt x="368141" y="1819751"/>
                    </a:cubicBezTo>
                    <a:cubicBezTo>
                      <a:pt x="371951" y="1819751"/>
                      <a:pt x="376714" y="1818799"/>
                      <a:pt x="380524" y="1817846"/>
                    </a:cubicBezTo>
                    <a:cubicBezTo>
                      <a:pt x="386239" y="1821656"/>
                      <a:pt x="392906" y="1823561"/>
                      <a:pt x="400526" y="1823561"/>
                    </a:cubicBezTo>
                    <a:cubicBezTo>
                      <a:pt x="421481" y="1823561"/>
                      <a:pt x="437674" y="1806416"/>
                      <a:pt x="437674" y="1786414"/>
                    </a:cubicBezTo>
                    <a:cubicBezTo>
                      <a:pt x="437674" y="1786414"/>
                      <a:pt x="437674" y="1786414"/>
                      <a:pt x="437674" y="1786414"/>
                    </a:cubicBezTo>
                    <a:cubicBezTo>
                      <a:pt x="438626" y="1786414"/>
                      <a:pt x="440531" y="1786414"/>
                      <a:pt x="441484" y="1786414"/>
                    </a:cubicBezTo>
                    <a:cubicBezTo>
                      <a:pt x="446246" y="1786414"/>
                      <a:pt x="451009" y="1785461"/>
                      <a:pt x="454819" y="1782604"/>
                    </a:cubicBezTo>
                    <a:cubicBezTo>
                      <a:pt x="456724" y="1783556"/>
                      <a:pt x="459581" y="1784509"/>
                      <a:pt x="461486" y="1784509"/>
                    </a:cubicBezTo>
                    <a:cubicBezTo>
                      <a:pt x="469106" y="1784509"/>
                      <a:pt x="475774" y="1777841"/>
                      <a:pt x="475774" y="1770221"/>
                    </a:cubicBezTo>
                    <a:cubicBezTo>
                      <a:pt x="475774" y="1767364"/>
                      <a:pt x="474821" y="1764506"/>
                      <a:pt x="472916" y="1762601"/>
                    </a:cubicBezTo>
                    <a:cubicBezTo>
                      <a:pt x="478631" y="1760696"/>
                      <a:pt x="484346" y="1757839"/>
                      <a:pt x="488156" y="1753076"/>
                    </a:cubicBezTo>
                    <a:cubicBezTo>
                      <a:pt x="490061" y="1752124"/>
                      <a:pt x="491966" y="1751171"/>
                      <a:pt x="493871" y="1750219"/>
                    </a:cubicBezTo>
                    <a:cubicBezTo>
                      <a:pt x="493871" y="1750219"/>
                      <a:pt x="493871" y="1750219"/>
                      <a:pt x="493871" y="1751171"/>
                    </a:cubicBezTo>
                    <a:cubicBezTo>
                      <a:pt x="493871" y="1768316"/>
                      <a:pt x="508159" y="1782604"/>
                      <a:pt x="525304" y="1782604"/>
                    </a:cubicBezTo>
                    <a:cubicBezTo>
                      <a:pt x="528161" y="1782604"/>
                      <a:pt x="531019" y="1781651"/>
                      <a:pt x="533876" y="1780699"/>
                    </a:cubicBezTo>
                    <a:cubicBezTo>
                      <a:pt x="538639" y="1783556"/>
                      <a:pt x="543401" y="1785461"/>
                      <a:pt x="550069" y="1785461"/>
                    </a:cubicBezTo>
                    <a:cubicBezTo>
                      <a:pt x="556736" y="1785461"/>
                      <a:pt x="562451" y="1783556"/>
                      <a:pt x="567214" y="1779746"/>
                    </a:cubicBezTo>
                    <a:cubicBezTo>
                      <a:pt x="570071" y="1780699"/>
                      <a:pt x="572929" y="1780699"/>
                      <a:pt x="575786" y="1780699"/>
                    </a:cubicBezTo>
                    <a:cubicBezTo>
                      <a:pt x="586264" y="1780699"/>
                      <a:pt x="595789" y="1775936"/>
                      <a:pt x="601504" y="1769269"/>
                    </a:cubicBezTo>
                    <a:cubicBezTo>
                      <a:pt x="602456" y="1769269"/>
                      <a:pt x="603409" y="1769269"/>
                      <a:pt x="604361" y="1769269"/>
                    </a:cubicBezTo>
                    <a:cubicBezTo>
                      <a:pt x="608171" y="1769269"/>
                      <a:pt x="611981" y="1768316"/>
                      <a:pt x="615791" y="1767364"/>
                    </a:cubicBezTo>
                    <a:cubicBezTo>
                      <a:pt x="621506" y="1780699"/>
                      <a:pt x="635794" y="1791176"/>
                      <a:pt x="651034" y="1791176"/>
                    </a:cubicBezTo>
                    <a:cubicBezTo>
                      <a:pt x="652939" y="1791176"/>
                      <a:pt x="653891" y="1791176"/>
                      <a:pt x="655796" y="1791176"/>
                    </a:cubicBezTo>
                    <a:cubicBezTo>
                      <a:pt x="673894" y="1794034"/>
                      <a:pt x="691039" y="1797844"/>
                      <a:pt x="705326" y="1800701"/>
                    </a:cubicBezTo>
                    <a:cubicBezTo>
                      <a:pt x="758666" y="1812131"/>
                      <a:pt x="911066" y="1835944"/>
                      <a:pt x="1004411" y="1796891"/>
                    </a:cubicBezTo>
                    <a:cubicBezTo>
                      <a:pt x="1106329" y="1754029"/>
                      <a:pt x="1104424" y="1693069"/>
                      <a:pt x="1087279" y="1637824"/>
                    </a:cubicBezTo>
                    <a:cubicBezTo>
                      <a:pt x="1072039" y="1586389"/>
                      <a:pt x="1057751" y="1581626"/>
                      <a:pt x="1076801" y="1550194"/>
                    </a:cubicBezTo>
                    <a:cubicBezTo>
                      <a:pt x="1088231" y="1533049"/>
                      <a:pt x="1138714" y="1535906"/>
                      <a:pt x="1153001" y="1512094"/>
                    </a:cubicBezTo>
                    <a:cubicBezTo>
                      <a:pt x="1167289" y="1488281"/>
                      <a:pt x="1159669" y="1456849"/>
                      <a:pt x="1149191" y="1437799"/>
                    </a:cubicBezTo>
                    <a:cubicBezTo>
                      <a:pt x="1138714" y="1418749"/>
                      <a:pt x="1079659" y="1413986"/>
                      <a:pt x="1078706" y="1408271"/>
                    </a:cubicBezTo>
                    <a:cubicBezTo>
                      <a:pt x="1077754" y="1402556"/>
                      <a:pt x="1132999" y="1377791"/>
                      <a:pt x="1161574" y="1366361"/>
                    </a:cubicBezTo>
                    <a:cubicBezTo>
                      <a:pt x="1198721" y="1351121"/>
                      <a:pt x="1194911" y="1305401"/>
                      <a:pt x="1186339" y="1283494"/>
                    </a:cubicBezTo>
                    <a:cubicBezTo>
                      <a:pt x="1177766" y="1261586"/>
                      <a:pt x="1153954" y="1255871"/>
                      <a:pt x="1138714" y="1235869"/>
                    </a:cubicBezTo>
                    <a:cubicBezTo>
                      <a:pt x="1123474" y="1215866"/>
                      <a:pt x="1137761" y="1171099"/>
                      <a:pt x="1159669" y="1165384"/>
                    </a:cubicBezTo>
                    <a:cubicBezTo>
                      <a:pt x="1181576" y="1159669"/>
                      <a:pt x="1219676" y="1142524"/>
                      <a:pt x="1240631" y="1103471"/>
                    </a:cubicBezTo>
                    <a:cubicBezTo>
                      <a:pt x="1254919" y="1067276"/>
                      <a:pt x="1213961" y="1007269"/>
                      <a:pt x="1172051" y="974884"/>
                    </a:cubicBezTo>
                    <a:close/>
                    <a:moveTo>
                      <a:pt x="584359" y="250984"/>
                    </a:moveTo>
                    <a:cubicBezTo>
                      <a:pt x="583406" y="251936"/>
                      <a:pt x="582454" y="251936"/>
                      <a:pt x="581501" y="252889"/>
                    </a:cubicBezTo>
                    <a:cubicBezTo>
                      <a:pt x="578644" y="250984"/>
                      <a:pt x="575786" y="250031"/>
                      <a:pt x="572929" y="250031"/>
                    </a:cubicBezTo>
                    <a:cubicBezTo>
                      <a:pt x="572929" y="250031"/>
                      <a:pt x="572929" y="250031"/>
                      <a:pt x="571976" y="250031"/>
                    </a:cubicBezTo>
                    <a:cubicBezTo>
                      <a:pt x="571024" y="250031"/>
                      <a:pt x="571024" y="249079"/>
                      <a:pt x="570071" y="249079"/>
                    </a:cubicBezTo>
                    <a:cubicBezTo>
                      <a:pt x="570071" y="248126"/>
                      <a:pt x="570071" y="247174"/>
                      <a:pt x="570071" y="246221"/>
                    </a:cubicBezTo>
                    <a:cubicBezTo>
                      <a:pt x="570071" y="245269"/>
                      <a:pt x="570071" y="244316"/>
                      <a:pt x="570071" y="243364"/>
                    </a:cubicBezTo>
                    <a:cubicBezTo>
                      <a:pt x="575786" y="241459"/>
                      <a:pt x="580549" y="238601"/>
                      <a:pt x="585311" y="234791"/>
                    </a:cubicBezTo>
                    <a:cubicBezTo>
                      <a:pt x="587216" y="238601"/>
                      <a:pt x="591026" y="242411"/>
                      <a:pt x="595789" y="244316"/>
                    </a:cubicBezTo>
                    <a:cubicBezTo>
                      <a:pt x="590074" y="244316"/>
                      <a:pt x="586264" y="247174"/>
                      <a:pt x="584359" y="250984"/>
                    </a:cubicBezTo>
                    <a:close/>
                    <a:moveTo>
                      <a:pt x="596741" y="201454"/>
                    </a:moveTo>
                    <a:cubicBezTo>
                      <a:pt x="596741" y="200501"/>
                      <a:pt x="596741" y="199549"/>
                      <a:pt x="596741" y="198596"/>
                    </a:cubicBezTo>
                    <a:cubicBezTo>
                      <a:pt x="597694" y="198596"/>
                      <a:pt x="598646" y="199549"/>
                      <a:pt x="598646" y="199549"/>
                    </a:cubicBezTo>
                    <a:cubicBezTo>
                      <a:pt x="597694" y="200501"/>
                      <a:pt x="597694" y="200501"/>
                      <a:pt x="596741" y="201454"/>
                    </a:cubicBezTo>
                    <a:close/>
                    <a:moveTo>
                      <a:pt x="606266" y="250031"/>
                    </a:moveTo>
                    <a:cubicBezTo>
                      <a:pt x="605314" y="248126"/>
                      <a:pt x="603409" y="247174"/>
                      <a:pt x="602456" y="245269"/>
                    </a:cubicBezTo>
                    <a:cubicBezTo>
                      <a:pt x="603409" y="245269"/>
                      <a:pt x="604361" y="245269"/>
                      <a:pt x="605314" y="245269"/>
                    </a:cubicBezTo>
                    <a:cubicBezTo>
                      <a:pt x="606266" y="245269"/>
                      <a:pt x="608171" y="245269"/>
                      <a:pt x="609124" y="245269"/>
                    </a:cubicBezTo>
                    <a:cubicBezTo>
                      <a:pt x="607219" y="247174"/>
                      <a:pt x="607219" y="248126"/>
                      <a:pt x="606266" y="250031"/>
                    </a:cubicBezTo>
                    <a:close/>
                    <a:moveTo>
                      <a:pt x="557689" y="407194"/>
                    </a:moveTo>
                    <a:cubicBezTo>
                      <a:pt x="556736" y="407194"/>
                      <a:pt x="556736" y="407194"/>
                      <a:pt x="555784" y="407194"/>
                    </a:cubicBezTo>
                    <a:cubicBezTo>
                      <a:pt x="555784" y="406241"/>
                      <a:pt x="555784" y="406241"/>
                      <a:pt x="555784" y="405289"/>
                    </a:cubicBezTo>
                    <a:cubicBezTo>
                      <a:pt x="555784" y="403384"/>
                      <a:pt x="555784" y="402431"/>
                      <a:pt x="554831" y="400526"/>
                    </a:cubicBezTo>
                    <a:cubicBezTo>
                      <a:pt x="555784" y="403384"/>
                      <a:pt x="557689" y="405289"/>
                      <a:pt x="559594" y="407194"/>
                    </a:cubicBezTo>
                    <a:cubicBezTo>
                      <a:pt x="560546" y="407194"/>
                      <a:pt x="559594" y="407194"/>
                      <a:pt x="557689" y="407194"/>
                    </a:cubicBezTo>
                    <a:close/>
                    <a:moveTo>
                      <a:pt x="637699" y="305276"/>
                    </a:moveTo>
                    <a:cubicBezTo>
                      <a:pt x="638651" y="307181"/>
                      <a:pt x="640556" y="308134"/>
                      <a:pt x="641509" y="309086"/>
                    </a:cubicBezTo>
                    <a:cubicBezTo>
                      <a:pt x="640556" y="309086"/>
                      <a:pt x="639604" y="310039"/>
                      <a:pt x="638651" y="310039"/>
                    </a:cubicBezTo>
                    <a:cubicBezTo>
                      <a:pt x="637699" y="308134"/>
                      <a:pt x="637699" y="307181"/>
                      <a:pt x="636746" y="306229"/>
                    </a:cubicBezTo>
                    <a:cubicBezTo>
                      <a:pt x="636746" y="305276"/>
                      <a:pt x="637699" y="305276"/>
                      <a:pt x="637699" y="305276"/>
                    </a:cubicBezTo>
                    <a:close/>
                    <a:moveTo>
                      <a:pt x="591979" y="417671"/>
                    </a:moveTo>
                    <a:cubicBezTo>
                      <a:pt x="598646" y="416719"/>
                      <a:pt x="604361" y="413861"/>
                      <a:pt x="609124" y="409099"/>
                    </a:cubicBezTo>
                    <a:cubicBezTo>
                      <a:pt x="607219" y="411956"/>
                      <a:pt x="606266" y="415766"/>
                      <a:pt x="606266" y="418624"/>
                    </a:cubicBezTo>
                    <a:cubicBezTo>
                      <a:pt x="606266" y="418624"/>
                      <a:pt x="606266" y="418624"/>
                      <a:pt x="606266" y="418624"/>
                    </a:cubicBezTo>
                    <a:cubicBezTo>
                      <a:pt x="603409" y="419576"/>
                      <a:pt x="600551" y="422434"/>
                      <a:pt x="598646" y="426244"/>
                    </a:cubicBezTo>
                    <a:cubicBezTo>
                      <a:pt x="596741" y="423386"/>
                      <a:pt x="593884" y="421481"/>
                      <a:pt x="591026" y="420529"/>
                    </a:cubicBezTo>
                    <a:cubicBezTo>
                      <a:pt x="591979" y="419576"/>
                      <a:pt x="591979" y="418624"/>
                      <a:pt x="591979" y="417671"/>
                    </a:cubicBezTo>
                    <a:close/>
                    <a:moveTo>
                      <a:pt x="594836" y="511016"/>
                    </a:moveTo>
                    <a:cubicBezTo>
                      <a:pt x="593884" y="511016"/>
                      <a:pt x="592931" y="510064"/>
                      <a:pt x="591979" y="510064"/>
                    </a:cubicBezTo>
                    <a:cubicBezTo>
                      <a:pt x="591026" y="510064"/>
                      <a:pt x="590074" y="510064"/>
                      <a:pt x="590074" y="510064"/>
                    </a:cubicBezTo>
                    <a:cubicBezTo>
                      <a:pt x="589121" y="509111"/>
                      <a:pt x="588169" y="509111"/>
                      <a:pt x="587216" y="508159"/>
                    </a:cubicBezTo>
                    <a:cubicBezTo>
                      <a:pt x="591026" y="507206"/>
                      <a:pt x="593884" y="505301"/>
                      <a:pt x="597694" y="503396"/>
                    </a:cubicBezTo>
                    <a:cubicBezTo>
                      <a:pt x="597694" y="504349"/>
                      <a:pt x="597694" y="505301"/>
                      <a:pt x="598646" y="505301"/>
                    </a:cubicBezTo>
                    <a:cubicBezTo>
                      <a:pt x="595789" y="507206"/>
                      <a:pt x="594836" y="509111"/>
                      <a:pt x="594836" y="511016"/>
                    </a:cubicBezTo>
                    <a:close/>
                    <a:moveTo>
                      <a:pt x="633889" y="447199"/>
                    </a:moveTo>
                    <a:cubicBezTo>
                      <a:pt x="630079" y="451009"/>
                      <a:pt x="628174" y="455771"/>
                      <a:pt x="627221" y="461486"/>
                    </a:cubicBezTo>
                    <a:cubicBezTo>
                      <a:pt x="627221" y="461486"/>
                      <a:pt x="626269" y="461486"/>
                      <a:pt x="626269" y="461486"/>
                    </a:cubicBezTo>
                    <a:cubicBezTo>
                      <a:pt x="615791" y="461486"/>
                      <a:pt x="608171" y="470059"/>
                      <a:pt x="608171" y="479584"/>
                    </a:cubicBezTo>
                    <a:cubicBezTo>
                      <a:pt x="608171" y="481489"/>
                      <a:pt x="608171" y="482441"/>
                      <a:pt x="609124" y="484346"/>
                    </a:cubicBezTo>
                    <a:cubicBezTo>
                      <a:pt x="609124" y="484346"/>
                      <a:pt x="608171" y="484346"/>
                      <a:pt x="608171" y="485299"/>
                    </a:cubicBezTo>
                    <a:cubicBezTo>
                      <a:pt x="608171" y="484346"/>
                      <a:pt x="608171" y="484346"/>
                      <a:pt x="608171" y="483394"/>
                    </a:cubicBezTo>
                    <a:cubicBezTo>
                      <a:pt x="608171" y="472916"/>
                      <a:pt x="602456" y="464344"/>
                      <a:pt x="593884" y="459581"/>
                    </a:cubicBezTo>
                    <a:cubicBezTo>
                      <a:pt x="600551" y="456724"/>
                      <a:pt x="604361" y="451009"/>
                      <a:pt x="606266" y="444341"/>
                    </a:cubicBezTo>
                    <a:cubicBezTo>
                      <a:pt x="608171" y="446246"/>
                      <a:pt x="611029" y="447199"/>
                      <a:pt x="614839" y="447199"/>
                    </a:cubicBezTo>
                    <a:cubicBezTo>
                      <a:pt x="619601" y="447199"/>
                      <a:pt x="624364" y="444341"/>
                      <a:pt x="626269" y="440531"/>
                    </a:cubicBezTo>
                    <a:cubicBezTo>
                      <a:pt x="627221" y="440531"/>
                      <a:pt x="629126" y="440531"/>
                      <a:pt x="630079" y="440531"/>
                    </a:cubicBezTo>
                    <a:cubicBezTo>
                      <a:pt x="631031" y="440531"/>
                      <a:pt x="631031" y="440531"/>
                      <a:pt x="631984" y="440531"/>
                    </a:cubicBezTo>
                    <a:cubicBezTo>
                      <a:pt x="632936" y="442436"/>
                      <a:pt x="634841" y="443389"/>
                      <a:pt x="636746" y="444341"/>
                    </a:cubicBezTo>
                    <a:cubicBezTo>
                      <a:pt x="633889" y="445294"/>
                      <a:pt x="633889" y="446246"/>
                      <a:pt x="633889" y="447199"/>
                    </a:cubicBezTo>
                    <a:cubicBezTo>
                      <a:pt x="633889" y="447199"/>
                      <a:pt x="633889" y="447199"/>
                      <a:pt x="633889" y="447199"/>
                    </a:cubicBezTo>
                    <a:close/>
                    <a:moveTo>
                      <a:pt x="639604" y="402431"/>
                    </a:moveTo>
                    <a:cubicBezTo>
                      <a:pt x="636746" y="400526"/>
                      <a:pt x="634841" y="399574"/>
                      <a:pt x="631031" y="399574"/>
                    </a:cubicBezTo>
                    <a:cubicBezTo>
                      <a:pt x="631031" y="395764"/>
                      <a:pt x="628174" y="392906"/>
                      <a:pt x="625316" y="391001"/>
                    </a:cubicBezTo>
                    <a:cubicBezTo>
                      <a:pt x="625316" y="390049"/>
                      <a:pt x="626269" y="389096"/>
                      <a:pt x="626269" y="388144"/>
                    </a:cubicBezTo>
                    <a:cubicBezTo>
                      <a:pt x="626269" y="385286"/>
                      <a:pt x="623411" y="382429"/>
                      <a:pt x="620554" y="382429"/>
                    </a:cubicBezTo>
                    <a:cubicBezTo>
                      <a:pt x="620554" y="379571"/>
                      <a:pt x="619601" y="376714"/>
                      <a:pt x="619601" y="374809"/>
                    </a:cubicBezTo>
                    <a:cubicBezTo>
                      <a:pt x="621506" y="375761"/>
                      <a:pt x="623411" y="375761"/>
                      <a:pt x="625316" y="375761"/>
                    </a:cubicBezTo>
                    <a:cubicBezTo>
                      <a:pt x="627221" y="375761"/>
                      <a:pt x="629126" y="374809"/>
                      <a:pt x="631031" y="373856"/>
                    </a:cubicBezTo>
                    <a:cubicBezTo>
                      <a:pt x="632936" y="377666"/>
                      <a:pt x="637699" y="380524"/>
                      <a:pt x="642461" y="380524"/>
                    </a:cubicBezTo>
                    <a:cubicBezTo>
                      <a:pt x="642461" y="385286"/>
                      <a:pt x="644366" y="390049"/>
                      <a:pt x="647224" y="394811"/>
                    </a:cubicBezTo>
                    <a:cubicBezTo>
                      <a:pt x="643414" y="396716"/>
                      <a:pt x="641509" y="399574"/>
                      <a:pt x="639604" y="402431"/>
                    </a:cubicBezTo>
                    <a:close/>
                    <a:moveTo>
                      <a:pt x="343376" y="758666"/>
                    </a:moveTo>
                    <a:cubicBezTo>
                      <a:pt x="343376" y="757714"/>
                      <a:pt x="343376" y="757714"/>
                      <a:pt x="343376" y="758666"/>
                    </a:cubicBezTo>
                    <a:cubicBezTo>
                      <a:pt x="343376" y="755809"/>
                      <a:pt x="342424" y="753904"/>
                      <a:pt x="341471" y="751999"/>
                    </a:cubicBezTo>
                    <a:cubicBezTo>
                      <a:pt x="343376" y="752951"/>
                      <a:pt x="345281" y="752951"/>
                      <a:pt x="346234" y="752951"/>
                    </a:cubicBezTo>
                    <a:cubicBezTo>
                      <a:pt x="345281" y="754856"/>
                      <a:pt x="344329" y="756761"/>
                      <a:pt x="343376" y="758666"/>
                    </a:cubicBezTo>
                    <a:close/>
                    <a:moveTo>
                      <a:pt x="109061" y="1225391"/>
                    </a:moveTo>
                    <a:cubicBezTo>
                      <a:pt x="106204" y="1221581"/>
                      <a:pt x="101441" y="1218724"/>
                      <a:pt x="95726" y="1217771"/>
                    </a:cubicBezTo>
                    <a:cubicBezTo>
                      <a:pt x="99536" y="1216819"/>
                      <a:pt x="103346" y="1213961"/>
                      <a:pt x="104299" y="1210151"/>
                    </a:cubicBezTo>
                    <a:cubicBezTo>
                      <a:pt x="111919" y="1208246"/>
                      <a:pt x="118586" y="1202531"/>
                      <a:pt x="122396" y="1195864"/>
                    </a:cubicBezTo>
                    <a:cubicBezTo>
                      <a:pt x="124301" y="1197769"/>
                      <a:pt x="126206" y="1199674"/>
                      <a:pt x="129064" y="1201579"/>
                    </a:cubicBezTo>
                    <a:cubicBezTo>
                      <a:pt x="118586" y="1204436"/>
                      <a:pt x="110014" y="1213961"/>
                      <a:pt x="109061" y="1225391"/>
                    </a:cubicBezTo>
                    <a:close/>
                    <a:moveTo>
                      <a:pt x="151924" y="1208246"/>
                    </a:moveTo>
                    <a:cubicBezTo>
                      <a:pt x="150971" y="1207294"/>
                      <a:pt x="150971" y="1207294"/>
                      <a:pt x="150019" y="1206341"/>
                    </a:cubicBezTo>
                    <a:cubicBezTo>
                      <a:pt x="150971" y="1206341"/>
                      <a:pt x="151924" y="1206341"/>
                      <a:pt x="151924" y="1206341"/>
                    </a:cubicBezTo>
                    <a:cubicBezTo>
                      <a:pt x="152876" y="1207294"/>
                      <a:pt x="151924" y="1208246"/>
                      <a:pt x="151924" y="1208246"/>
                    </a:cubicBezTo>
                    <a:close/>
                    <a:moveTo>
                      <a:pt x="290989" y="992981"/>
                    </a:moveTo>
                    <a:cubicBezTo>
                      <a:pt x="291941" y="991076"/>
                      <a:pt x="291941" y="989171"/>
                      <a:pt x="291941" y="986314"/>
                    </a:cubicBezTo>
                    <a:cubicBezTo>
                      <a:pt x="291941" y="986314"/>
                      <a:pt x="291941" y="986314"/>
                      <a:pt x="291941" y="986314"/>
                    </a:cubicBezTo>
                    <a:cubicBezTo>
                      <a:pt x="292894" y="986314"/>
                      <a:pt x="293846" y="987266"/>
                      <a:pt x="294799" y="987266"/>
                    </a:cubicBezTo>
                    <a:cubicBezTo>
                      <a:pt x="293846" y="989171"/>
                      <a:pt x="291941" y="991076"/>
                      <a:pt x="290989" y="992981"/>
                    </a:cubicBezTo>
                    <a:close/>
                    <a:moveTo>
                      <a:pt x="309086" y="1652111"/>
                    </a:moveTo>
                    <a:cubicBezTo>
                      <a:pt x="309086" y="1651159"/>
                      <a:pt x="309086" y="1650206"/>
                      <a:pt x="310039" y="1649254"/>
                    </a:cubicBezTo>
                    <a:cubicBezTo>
                      <a:pt x="310039" y="1649254"/>
                      <a:pt x="310991" y="1650206"/>
                      <a:pt x="310991" y="1650206"/>
                    </a:cubicBezTo>
                    <a:cubicBezTo>
                      <a:pt x="310991" y="1651159"/>
                      <a:pt x="310039" y="1651159"/>
                      <a:pt x="309086" y="1652111"/>
                    </a:cubicBezTo>
                    <a:close/>
                    <a:moveTo>
                      <a:pt x="259556" y="1822609"/>
                    </a:moveTo>
                    <a:cubicBezTo>
                      <a:pt x="260509" y="1820704"/>
                      <a:pt x="260509" y="1818799"/>
                      <a:pt x="261461" y="1816894"/>
                    </a:cubicBezTo>
                    <a:cubicBezTo>
                      <a:pt x="262414" y="1816894"/>
                      <a:pt x="264319" y="1816894"/>
                      <a:pt x="265271" y="1816894"/>
                    </a:cubicBezTo>
                    <a:cubicBezTo>
                      <a:pt x="265271" y="1817846"/>
                      <a:pt x="266224" y="1817846"/>
                      <a:pt x="266224" y="1817846"/>
                    </a:cubicBezTo>
                    <a:cubicBezTo>
                      <a:pt x="263366" y="1819751"/>
                      <a:pt x="261461" y="1820704"/>
                      <a:pt x="259556" y="1822609"/>
                    </a:cubicBezTo>
                    <a:close/>
                    <a:moveTo>
                      <a:pt x="330994" y="1783556"/>
                    </a:moveTo>
                    <a:cubicBezTo>
                      <a:pt x="330041" y="1783556"/>
                      <a:pt x="330041" y="1783556"/>
                      <a:pt x="329089" y="1783556"/>
                    </a:cubicBezTo>
                    <a:cubicBezTo>
                      <a:pt x="328136" y="1782604"/>
                      <a:pt x="327184" y="1781651"/>
                      <a:pt x="326231" y="1781651"/>
                    </a:cubicBezTo>
                    <a:cubicBezTo>
                      <a:pt x="324326" y="1779746"/>
                      <a:pt x="323374" y="1778794"/>
                      <a:pt x="321469" y="1777841"/>
                    </a:cubicBezTo>
                    <a:cubicBezTo>
                      <a:pt x="322421" y="1775936"/>
                      <a:pt x="322421" y="1774031"/>
                      <a:pt x="323374" y="1772126"/>
                    </a:cubicBezTo>
                    <a:cubicBezTo>
                      <a:pt x="325279" y="1773079"/>
                      <a:pt x="327184" y="1773079"/>
                      <a:pt x="329089" y="1773079"/>
                    </a:cubicBezTo>
                    <a:cubicBezTo>
                      <a:pt x="331946" y="1773079"/>
                      <a:pt x="333851" y="1772126"/>
                      <a:pt x="335756" y="1771174"/>
                    </a:cubicBezTo>
                    <a:cubicBezTo>
                      <a:pt x="333851" y="1774984"/>
                      <a:pt x="331946" y="1778794"/>
                      <a:pt x="330994" y="1783556"/>
                    </a:cubicBezTo>
                    <a:close/>
                    <a:moveTo>
                      <a:pt x="442436" y="1450181"/>
                    </a:moveTo>
                    <a:cubicBezTo>
                      <a:pt x="444341" y="1453991"/>
                      <a:pt x="447199" y="1456849"/>
                      <a:pt x="451009" y="1458754"/>
                    </a:cubicBezTo>
                    <a:cubicBezTo>
                      <a:pt x="448151" y="1460659"/>
                      <a:pt x="446246" y="1462564"/>
                      <a:pt x="444341" y="1465421"/>
                    </a:cubicBezTo>
                    <a:cubicBezTo>
                      <a:pt x="443389" y="1461611"/>
                      <a:pt x="440531" y="1457801"/>
                      <a:pt x="437674" y="1454944"/>
                    </a:cubicBezTo>
                    <a:cubicBezTo>
                      <a:pt x="438626" y="1453039"/>
                      <a:pt x="440531" y="1452086"/>
                      <a:pt x="442436" y="1450181"/>
                    </a:cubicBezTo>
                    <a:close/>
                    <a:moveTo>
                      <a:pt x="426244" y="1592104"/>
                    </a:moveTo>
                    <a:cubicBezTo>
                      <a:pt x="425291" y="1589246"/>
                      <a:pt x="423386" y="1587341"/>
                      <a:pt x="420529" y="1587341"/>
                    </a:cubicBezTo>
                    <a:cubicBezTo>
                      <a:pt x="420529" y="1587341"/>
                      <a:pt x="419576" y="1587341"/>
                      <a:pt x="419576" y="1587341"/>
                    </a:cubicBezTo>
                    <a:cubicBezTo>
                      <a:pt x="420529" y="1584484"/>
                      <a:pt x="421481" y="1580674"/>
                      <a:pt x="421481" y="1576864"/>
                    </a:cubicBezTo>
                    <a:cubicBezTo>
                      <a:pt x="421481" y="1575911"/>
                      <a:pt x="421481" y="1575911"/>
                      <a:pt x="421481" y="1574959"/>
                    </a:cubicBezTo>
                    <a:cubicBezTo>
                      <a:pt x="421481" y="1574959"/>
                      <a:pt x="422434" y="1574959"/>
                      <a:pt x="422434" y="1574959"/>
                    </a:cubicBezTo>
                    <a:cubicBezTo>
                      <a:pt x="423386" y="1575911"/>
                      <a:pt x="425291" y="1576864"/>
                      <a:pt x="426244" y="1577816"/>
                    </a:cubicBezTo>
                    <a:cubicBezTo>
                      <a:pt x="426244" y="1578769"/>
                      <a:pt x="426244" y="1579721"/>
                      <a:pt x="426244" y="1580674"/>
                    </a:cubicBezTo>
                    <a:cubicBezTo>
                      <a:pt x="426244" y="1585436"/>
                      <a:pt x="427196" y="1589246"/>
                      <a:pt x="430054" y="1593056"/>
                    </a:cubicBezTo>
                    <a:cubicBezTo>
                      <a:pt x="428149" y="1592104"/>
                      <a:pt x="427196" y="1592104"/>
                      <a:pt x="426244" y="1592104"/>
                    </a:cubicBezTo>
                    <a:close/>
                    <a:moveTo>
                      <a:pt x="431959" y="1518761"/>
                    </a:moveTo>
                    <a:cubicBezTo>
                      <a:pt x="430054" y="1517809"/>
                      <a:pt x="427196" y="1517809"/>
                      <a:pt x="425291" y="1517809"/>
                    </a:cubicBezTo>
                    <a:cubicBezTo>
                      <a:pt x="422434" y="1517809"/>
                      <a:pt x="418624" y="1518761"/>
                      <a:pt x="415766" y="1519714"/>
                    </a:cubicBezTo>
                    <a:cubicBezTo>
                      <a:pt x="415766" y="1518761"/>
                      <a:pt x="416719" y="1517809"/>
                      <a:pt x="416719" y="1515904"/>
                    </a:cubicBezTo>
                    <a:cubicBezTo>
                      <a:pt x="416719" y="1513046"/>
                      <a:pt x="415766" y="1510189"/>
                      <a:pt x="413861" y="1508284"/>
                    </a:cubicBezTo>
                    <a:cubicBezTo>
                      <a:pt x="417671" y="1507331"/>
                      <a:pt x="419576" y="1503521"/>
                      <a:pt x="419576" y="1499711"/>
                    </a:cubicBezTo>
                    <a:cubicBezTo>
                      <a:pt x="419576" y="1497806"/>
                      <a:pt x="418624" y="1496854"/>
                      <a:pt x="418624" y="1494949"/>
                    </a:cubicBezTo>
                    <a:cubicBezTo>
                      <a:pt x="420529" y="1493044"/>
                      <a:pt x="422434" y="1490186"/>
                      <a:pt x="422434" y="1486376"/>
                    </a:cubicBezTo>
                    <a:cubicBezTo>
                      <a:pt x="422434" y="1485424"/>
                      <a:pt x="422434" y="1485424"/>
                      <a:pt x="422434" y="1484471"/>
                    </a:cubicBezTo>
                    <a:cubicBezTo>
                      <a:pt x="422434" y="1484471"/>
                      <a:pt x="422434" y="1484471"/>
                      <a:pt x="422434" y="1484471"/>
                    </a:cubicBezTo>
                    <a:cubicBezTo>
                      <a:pt x="424339" y="1488281"/>
                      <a:pt x="428149" y="1491139"/>
                      <a:pt x="431959" y="1491139"/>
                    </a:cubicBezTo>
                    <a:cubicBezTo>
                      <a:pt x="432911" y="1491139"/>
                      <a:pt x="434816" y="1491139"/>
                      <a:pt x="435769" y="1490186"/>
                    </a:cubicBezTo>
                    <a:cubicBezTo>
                      <a:pt x="435769" y="1491139"/>
                      <a:pt x="436721" y="1492091"/>
                      <a:pt x="436721" y="1493044"/>
                    </a:cubicBezTo>
                    <a:cubicBezTo>
                      <a:pt x="432911" y="1495901"/>
                      <a:pt x="430054" y="1499711"/>
                      <a:pt x="430054" y="1505426"/>
                    </a:cubicBezTo>
                    <a:cubicBezTo>
                      <a:pt x="430054" y="1509236"/>
                      <a:pt x="431959" y="1513046"/>
                      <a:pt x="434816" y="1515904"/>
                    </a:cubicBezTo>
                    <a:cubicBezTo>
                      <a:pt x="432911" y="1518761"/>
                      <a:pt x="431959" y="1518761"/>
                      <a:pt x="431959" y="1518761"/>
                    </a:cubicBezTo>
                    <a:close/>
                    <a:moveTo>
                      <a:pt x="445294" y="1609249"/>
                    </a:moveTo>
                    <a:cubicBezTo>
                      <a:pt x="442436" y="1606391"/>
                      <a:pt x="439579" y="1604486"/>
                      <a:pt x="435769" y="1603534"/>
                    </a:cubicBezTo>
                    <a:cubicBezTo>
                      <a:pt x="435769" y="1603534"/>
                      <a:pt x="435769" y="1603534"/>
                      <a:pt x="435769" y="1603534"/>
                    </a:cubicBezTo>
                    <a:cubicBezTo>
                      <a:pt x="435769" y="1601629"/>
                      <a:pt x="435769" y="1600676"/>
                      <a:pt x="434816" y="1598771"/>
                    </a:cubicBezTo>
                    <a:cubicBezTo>
                      <a:pt x="438626" y="1601629"/>
                      <a:pt x="443389" y="1603534"/>
                      <a:pt x="449104" y="1603534"/>
                    </a:cubicBezTo>
                    <a:cubicBezTo>
                      <a:pt x="449104" y="1603534"/>
                      <a:pt x="449104" y="1603534"/>
                      <a:pt x="450056" y="1603534"/>
                    </a:cubicBezTo>
                    <a:cubicBezTo>
                      <a:pt x="451009" y="1604486"/>
                      <a:pt x="451009" y="1605439"/>
                      <a:pt x="451961" y="1606391"/>
                    </a:cubicBezTo>
                    <a:cubicBezTo>
                      <a:pt x="449104" y="1607344"/>
                      <a:pt x="447199" y="1608296"/>
                      <a:pt x="445294" y="1609249"/>
                    </a:cubicBezTo>
                    <a:close/>
                    <a:moveTo>
                      <a:pt x="452914" y="1518761"/>
                    </a:moveTo>
                    <a:cubicBezTo>
                      <a:pt x="452914" y="1518761"/>
                      <a:pt x="451961" y="1517809"/>
                      <a:pt x="451961" y="1517809"/>
                    </a:cubicBezTo>
                    <a:cubicBezTo>
                      <a:pt x="451961" y="1517809"/>
                      <a:pt x="452914" y="1516856"/>
                      <a:pt x="452914" y="1516856"/>
                    </a:cubicBezTo>
                    <a:cubicBezTo>
                      <a:pt x="453866" y="1516856"/>
                      <a:pt x="453866" y="1517809"/>
                      <a:pt x="454819" y="1517809"/>
                    </a:cubicBezTo>
                    <a:cubicBezTo>
                      <a:pt x="452914" y="1518761"/>
                      <a:pt x="452914" y="1518761"/>
                      <a:pt x="452914" y="1518761"/>
                    </a:cubicBezTo>
                    <a:close/>
                    <a:moveTo>
                      <a:pt x="666274" y="511969"/>
                    </a:moveTo>
                    <a:cubicBezTo>
                      <a:pt x="667226" y="511016"/>
                      <a:pt x="667226" y="510064"/>
                      <a:pt x="668179" y="509111"/>
                    </a:cubicBezTo>
                    <a:lnTo>
                      <a:pt x="668179" y="511969"/>
                    </a:lnTo>
                    <a:cubicBezTo>
                      <a:pt x="667226" y="511969"/>
                      <a:pt x="666274" y="511969"/>
                      <a:pt x="666274" y="511969"/>
                    </a:cubicBezTo>
                    <a:close/>
                    <a:moveTo>
                      <a:pt x="657701" y="574834"/>
                    </a:moveTo>
                    <a:cubicBezTo>
                      <a:pt x="658654" y="574834"/>
                      <a:pt x="659606" y="573881"/>
                      <a:pt x="659606" y="572929"/>
                    </a:cubicBezTo>
                    <a:lnTo>
                      <a:pt x="659606" y="575786"/>
                    </a:lnTo>
                    <a:cubicBezTo>
                      <a:pt x="658654" y="575786"/>
                      <a:pt x="658654" y="575786"/>
                      <a:pt x="657701" y="574834"/>
                    </a:cubicBezTo>
                    <a:close/>
                    <a:moveTo>
                      <a:pt x="502444" y="1197769"/>
                    </a:moveTo>
                    <a:cubicBezTo>
                      <a:pt x="504349" y="1198721"/>
                      <a:pt x="505301" y="1198721"/>
                      <a:pt x="507206" y="1198721"/>
                    </a:cubicBezTo>
                    <a:cubicBezTo>
                      <a:pt x="509111" y="1198721"/>
                      <a:pt x="510064" y="1198721"/>
                      <a:pt x="511969" y="1197769"/>
                    </a:cubicBezTo>
                    <a:cubicBezTo>
                      <a:pt x="512921" y="1210151"/>
                      <a:pt x="519589" y="1220629"/>
                      <a:pt x="529114" y="1227296"/>
                    </a:cubicBezTo>
                    <a:cubicBezTo>
                      <a:pt x="528161" y="1228249"/>
                      <a:pt x="527209" y="1229201"/>
                      <a:pt x="526256" y="1230154"/>
                    </a:cubicBezTo>
                    <a:cubicBezTo>
                      <a:pt x="525304" y="1230154"/>
                      <a:pt x="525304" y="1230154"/>
                      <a:pt x="524351" y="1230154"/>
                    </a:cubicBezTo>
                    <a:cubicBezTo>
                      <a:pt x="519589" y="1224439"/>
                      <a:pt x="511969" y="1220629"/>
                      <a:pt x="504349" y="1220629"/>
                    </a:cubicBezTo>
                    <a:cubicBezTo>
                      <a:pt x="504349" y="1220629"/>
                      <a:pt x="504349" y="1220629"/>
                      <a:pt x="503396" y="1220629"/>
                    </a:cubicBezTo>
                    <a:cubicBezTo>
                      <a:pt x="501491" y="1217771"/>
                      <a:pt x="499586" y="1215866"/>
                      <a:pt x="497681" y="1213961"/>
                    </a:cubicBezTo>
                    <a:cubicBezTo>
                      <a:pt x="501491" y="1212056"/>
                      <a:pt x="504349" y="1208246"/>
                      <a:pt x="504349" y="1203484"/>
                    </a:cubicBezTo>
                    <a:cubicBezTo>
                      <a:pt x="504349" y="1201579"/>
                      <a:pt x="503396" y="1199674"/>
                      <a:pt x="502444" y="1197769"/>
                    </a:cubicBezTo>
                    <a:close/>
                    <a:moveTo>
                      <a:pt x="574834" y="1231106"/>
                    </a:moveTo>
                    <a:cubicBezTo>
                      <a:pt x="574834" y="1231106"/>
                      <a:pt x="574834" y="1230154"/>
                      <a:pt x="574834" y="1231106"/>
                    </a:cubicBezTo>
                    <a:cubicBezTo>
                      <a:pt x="576739" y="1229201"/>
                      <a:pt x="578644" y="1228249"/>
                      <a:pt x="579596" y="1226344"/>
                    </a:cubicBezTo>
                    <a:lnTo>
                      <a:pt x="579596" y="1229201"/>
                    </a:lnTo>
                    <a:cubicBezTo>
                      <a:pt x="577691" y="1230154"/>
                      <a:pt x="575786" y="1230154"/>
                      <a:pt x="574834" y="1231106"/>
                    </a:cubicBezTo>
                    <a:close/>
                    <a:moveTo>
                      <a:pt x="516731" y="1371124"/>
                    </a:moveTo>
                    <a:cubicBezTo>
                      <a:pt x="517684" y="1371124"/>
                      <a:pt x="517684" y="1371124"/>
                      <a:pt x="518636" y="1371124"/>
                    </a:cubicBezTo>
                    <a:cubicBezTo>
                      <a:pt x="517684" y="1372076"/>
                      <a:pt x="517684" y="1372076"/>
                      <a:pt x="516731" y="1373029"/>
                    </a:cubicBezTo>
                    <a:cubicBezTo>
                      <a:pt x="516731" y="1372076"/>
                      <a:pt x="516731" y="1371124"/>
                      <a:pt x="516731" y="1371124"/>
                    </a:cubicBezTo>
                    <a:close/>
                    <a:moveTo>
                      <a:pt x="615791" y="838676"/>
                    </a:moveTo>
                    <a:cubicBezTo>
                      <a:pt x="618649" y="842486"/>
                      <a:pt x="622459" y="844391"/>
                      <a:pt x="627221" y="845344"/>
                    </a:cubicBezTo>
                    <a:lnTo>
                      <a:pt x="627221" y="847249"/>
                    </a:lnTo>
                    <a:cubicBezTo>
                      <a:pt x="627221" y="848201"/>
                      <a:pt x="626269" y="848201"/>
                      <a:pt x="626269" y="849154"/>
                    </a:cubicBezTo>
                    <a:cubicBezTo>
                      <a:pt x="624364" y="849154"/>
                      <a:pt x="622459" y="848201"/>
                      <a:pt x="620554" y="848201"/>
                    </a:cubicBezTo>
                    <a:cubicBezTo>
                      <a:pt x="616744" y="848201"/>
                      <a:pt x="613886" y="849154"/>
                      <a:pt x="610076" y="849154"/>
                    </a:cubicBezTo>
                    <a:cubicBezTo>
                      <a:pt x="610076" y="848201"/>
                      <a:pt x="610076" y="847249"/>
                      <a:pt x="610076" y="847249"/>
                    </a:cubicBezTo>
                    <a:cubicBezTo>
                      <a:pt x="610076" y="845344"/>
                      <a:pt x="610076" y="844391"/>
                      <a:pt x="609124" y="842486"/>
                    </a:cubicBezTo>
                    <a:cubicBezTo>
                      <a:pt x="611029" y="842486"/>
                      <a:pt x="613886" y="840581"/>
                      <a:pt x="615791" y="838676"/>
                    </a:cubicBezTo>
                    <a:close/>
                    <a:moveTo>
                      <a:pt x="571024" y="938689"/>
                    </a:moveTo>
                    <a:cubicBezTo>
                      <a:pt x="572929" y="941546"/>
                      <a:pt x="574834" y="942499"/>
                      <a:pt x="577691" y="943451"/>
                    </a:cubicBezTo>
                    <a:cubicBezTo>
                      <a:pt x="576739" y="944404"/>
                      <a:pt x="575786" y="945356"/>
                      <a:pt x="575786" y="946309"/>
                    </a:cubicBezTo>
                    <a:cubicBezTo>
                      <a:pt x="573881" y="943451"/>
                      <a:pt x="571976" y="940594"/>
                      <a:pt x="571024" y="938689"/>
                    </a:cubicBezTo>
                    <a:cubicBezTo>
                      <a:pt x="570071" y="938689"/>
                      <a:pt x="571024" y="938689"/>
                      <a:pt x="571024" y="938689"/>
                    </a:cubicBezTo>
                    <a:close/>
                    <a:moveTo>
                      <a:pt x="552926" y="718661"/>
                    </a:moveTo>
                    <a:cubicBezTo>
                      <a:pt x="558641" y="717709"/>
                      <a:pt x="562451" y="714851"/>
                      <a:pt x="566261" y="710089"/>
                    </a:cubicBezTo>
                    <a:cubicBezTo>
                      <a:pt x="567214" y="710089"/>
                      <a:pt x="567214" y="710089"/>
                      <a:pt x="568166" y="711041"/>
                    </a:cubicBezTo>
                    <a:cubicBezTo>
                      <a:pt x="567214" y="713899"/>
                      <a:pt x="567214" y="716756"/>
                      <a:pt x="567214" y="719614"/>
                    </a:cubicBezTo>
                    <a:cubicBezTo>
                      <a:pt x="567214" y="720566"/>
                      <a:pt x="567214" y="721519"/>
                      <a:pt x="567214" y="723424"/>
                    </a:cubicBezTo>
                    <a:cubicBezTo>
                      <a:pt x="566261" y="723424"/>
                      <a:pt x="565309" y="723424"/>
                      <a:pt x="565309" y="724376"/>
                    </a:cubicBezTo>
                    <a:cubicBezTo>
                      <a:pt x="561499" y="722471"/>
                      <a:pt x="557689" y="720566"/>
                      <a:pt x="552926" y="720566"/>
                    </a:cubicBezTo>
                    <a:cubicBezTo>
                      <a:pt x="552926" y="719614"/>
                      <a:pt x="552926" y="718661"/>
                      <a:pt x="552926" y="718661"/>
                    </a:cubicBezTo>
                    <a:close/>
                    <a:moveTo>
                      <a:pt x="553879" y="816769"/>
                    </a:moveTo>
                    <a:cubicBezTo>
                      <a:pt x="556736" y="812959"/>
                      <a:pt x="558641" y="809149"/>
                      <a:pt x="559594" y="804386"/>
                    </a:cubicBezTo>
                    <a:cubicBezTo>
                      <a:pt x="560546" y="804386"/>
                      <a:pt x="560546" y="804386"/>
                      <a:pt x="561499" y="804386"/>
                    </a:cubicBezTo>
                    <a:cubicBezTo>
                      <a:pt x="563404" y="806291"/>
                      <a:pt x="566261" y="807244"/>
                      <a:pt x="569119" y="808196"/>
                    </a:cubicBezTo>
                    <a:cubicBezTo>
                      <a:pt x="568166" y="810101"/>
                      <a:pt x="568166" y="812006"/>
                      <a:pt x="568166" y="813911"/>
                    </a:cubicBezTo>
                    <a:cubicBezTo>
                      <a:pt x="565309" y="815816"/>
                      <a:pt x="563404" y="818674"/>
                      <a:pt x="563404" y="822484"/>
                    </a:cubicBezTo>
                    <a:cubicBezTo>
                      <a:pt x="563404" y="823436"/>
                      <a:pt x="563404" y="823436"/>
                      <a:pt x="563404" y="824389"/>
                    </a:cubicBezTo>
                    <a:cubicBezTo>
                      <a:pt x="558641" y="824389"/>
                      <a:pt x="553879" y="825341"/>
                      <a:pt x="550069" y="828199"/>
                    </a:cubicBezTo>
                    <a:cubicBezTo>
                      <a:pt x="552926" y="824389"/>
                      <a:pt x="553879" y="820579"/>
                      <a:pt x="553879" y="816769"/>
                    </a:cubicBezTo>
                    <a:close/>
                    <a:moveTo>
                      <a:pt x="547211" y="968216"/>
                    </a:moveTo>
                    <a:cubicBezTo>
                      <a:pt x="547211" y="969169"/>
                      <a:pt x="547211" y="969169"/>
                      <a:pt x="547211" y="970121"/>
                    </a:cubicBezTo>
                    <a:cubicBezTo>
                      <a:pt x="547211" y="972979"/>
                      <a:pt x="550069" y="975836"/>
                      <a:pt x="552926" y="975836"/>
                    </a:cubicBezTo>
                    <a:cubicBezTo>
                      <a:pt x="555784" y="975836"/>
                      <a:pt x="557689" y="973931"/>
                      <a:pt x="558641" y="972026"/>
                    </a:cubicBezTo>
                    <a:cubicBezTo>
                      <a:pt x="558641" y="972026"/>
                      <a:pt x="558641" y="972026"/>
                      <a:pt x="558641" y="972026"/>
                    </a:cubicBezTo>
                    <a:cubicBezTo>
                      <a:pt x="560546" y="972026"/>
                      <a:pt x="561499" y="972026"/>
                      <a:pt x="563404" y="971074"/>
                    </a:cubicBezTo>
                    <a:cubicBezTo>
                      <a:pt x="563404" y="972026"/>
                      <a:pt x="562451" y="972979"/>
                      <a:pt x="562451" y="973931"/>
                    </a:cubicBezTo>
                    <a:cubicBezTo>
                      <a:pt x="562451" y="976789"/>
                      <a:pt x="564356" y="979646"/>
                      <a:pt x="567214" y="980599"/>
                    </a:cubicBezTo>
                    <a:cubicBezTo>
                      <a:pt x="568166" y="984409"/>
                      <a:pt x="569119" y="988219"/>
                      <a:pt x="571024" y="991076"/>
                    </a:cubicBezTo>
                    <a:cubicBezTo>
                      <a:pt x="570071" y="991076"/>
                      <a:pt x="568166" y="992029"/>
                      <a:pt x="567214" y="992029"/>
                    </a:cubicBezTo>
                    <a:cubicBezTo>
                      <a:pt x="565309" y="990124"/>
                      <a:pt x="562451" y="989171"/>
                      <a:pt x="559594" y="989171"/>
                    </a:cubicBezTo>
                    <a:cubicBezTo>
                      <a:pt x="553879" y="989171"/>
                      <a:pt x="550069" y="992981"/>
                      <a:pt x="548164" y="996791"/>
                    </a:cubicBezTo>
                    <a:cubicBezTo>
                      <a:pt x="547211" y="997744"/>
                      <a:pt x="546259" y="999649"/>
                      <a:pt x="545306" y="1001554"/>
                    </a:cubicBezTo>
                    <a:cubicBezTo>
                      <a:pt x="543401" y="998696"/>
                      <a:pt x="539591" y="995839"/>
                      <a:pt x="536734" y="994886"/>
                    </a:cubicBezTo>
                    <a:cubicBezTo>
                      <a:pt x="536734" y="993934"/>
                      <a:pt x="537686" y="992981"/>
                      <a:pt x="537686" y="992029"/>
                    </a:cubicBezTo>
                    <a:cubicBezTo>
                      <a:pt x="537686" y="988219"/>
                      <a:pt x="534829" y="985361"/>
                      <a:pt x="531019" y="985361"/>
                    </a:cubicBezTo>
                    <a:cubicBezTo>
                      <a:pt x="527209" y="985361"/>
                      <a:pt x="524351" y="988219"/>
                      <a:pt x="524351" y="992029"/>
                    </a:cubicBezTo>
                    <a:cubicBezTo>
                      <a:pt x="524351" y="992981"/>
                      <a:pt x="524351" y="992981"/>
                      <a:pt x="524351" y="993934"/>
                    </a:cubicBezTo>
                    <a:cubicBezTo>
                      <a:pt x="518636" y="995839"/>
                      <a:pt x="513874" y="999649"/>
                      <a:pt x="511016" y="1004411"/>
                    </a:cubicBezTo>
                    <a:cubicBezTo>
                      <a:pt x="509111" y="1002506"/>
                      <a:pt x="507206" y="1000601"/>
                      <a:pt x="504349" y="1000601"/>
                    </a:cubicBezTo>
                    <a:cubicBezTo>
                      <a:pt x="504349" y="1000601"/>
                      <a:pt x="504349" y="1000601"/>
                      <a:pt x="503396" y="1000601"/>
                    </a:cubicBezTo>
                    <a:cubicBezTo>
                      <a:pt x="503396" y="998696"/>
                      <a:pt x="502444" y="996791"/>
                      <a:pt x="501491" y="995839"/>
                    </a:cubicBezTo>
                    <a:cubicBezTo>
                      <a:pt x="501491" y="995839"/>
                      <a:pt x="501491" y="995839"/>
                      <a:pt x="502444" y="995839"/>
                    </a:cubicBezTo>
                    <a:cubicBezTo>
                      <a:pt x="514826" y="995839"/>
                      <a:pt x="524351" y="986314"/>
                      <a:pt x="524351" y="973931"/>
                    </a:cubicBezTo>
                    <a:cubicBezTo>
                      <a:pt x="524351" y="973931"/>
                      <a:pt x="524351" y="972979"/>
                      <a:pt x="524351" y="972979"/>
                    </a:cubicBezTo>
                    <a:cubicBezTo>
                      <a:pt x="525304" y="973931"/>
                      <a:pt x="527209" y="973931"/>
                      <a:pt x="529114" y="973931"/>
                    </a:cubicBezTo>
                    <a:cubicBezTo>
                      <a:pt x="535781" y="973931"/>
                      <a:pt x="541496" y="968216"/>
                      <a:pt x="541496" y="961549"/>
                    </a:cubicBezTo>
                    <a:cubicBezTo>
                      <a:pt x="541496" y="954881"/>
                      <a:pt x="535781" y="949166"/>
                      <a:pt x="529114" y="949166"/>
                    </a:cubicBezTo>
                    <a:cubicBezTo>
                      <a:pt x="525304" y="949166"/>
                      <a:pt x="521494" y="951071"/>
                      <a:pt x="519589" y="954881"/>
                    </a:cubicBezTo>
                    <a:cubicBezTo>
                      <a:pt x="519589" y="953929"/>
                      <a:pt x="520541" y="952024"/>
                      <a:pt x="520541" y="951071"/>
                    </a:cubicBezTo>
                    <a:cubicBezTo>
                      <a:pt x="520541" y="940594"/>
                      <a:pt x="511969" y="931069"/>
                      <a:pt x="500539" y="931069"/>
                    </a:cubicBezTo>
                    <a:cubicBezTo>
                      <a:pt x="497681" y="931069"/>
                      <a:pt x="495776" y="932021"/>
                      <a:pt x="492919" y="932974"/>
                    </a:cubicBezTo>
                    <a:cubicBezTo>
                      <a:pt x="491966" y="929164"/>
                      <a:pt x="488156" y="926306"/>
                      <a:pt x="484346" y="925354"/>
                    </a:cubicBezTo>
                    <a:cubicBezTo>
                      <a:pt x="485299" y="923449"/>
                      <a:pt x="486251" y="920591"/>
                      <a:pt x="486251" y="917734"/>
                    </a:cubicBezTo>
                    <a:cubicBezTo>
                      <a:pt x="486251" y="915829"/>
                      <a:pt x="486251" y="914876"/>
                      <a:pt x="485299" y="912971"/>
                    </a:cubicBezTo>
                    <a:cubicBezTo>
                      <a:pt x="487204" y="911066"/>
                      <a:pt x="488156" y="909161"/>
                      <a:pt x="488156" y="906304"/>
                    </a:cubicBezTo>
                    <a:cubicBezTo>
                      <a:pt x="488156" y="904399"/>
                      <a:pt x="487204" y="903446"/>
                      <a:pt x="486251" y="901541"/>
                    </a:cubicBezTo>
                    <a:cubicBezTo>
                      <a:pt x="489109" y="899636"/>
                      <a:pt x="491014" y="896779"/>
                      <a:pt x="492919" y="893921"/>
                    </a:cubicBezTo>
                    <a:cubicBezTo>
                      <a:pt x="495776" y="899636"/>
                      <a:pt x="500539" y="904399"/>
                      <a:pt x="505301" y="907256"/>
                    </a:cubicBezTo>
                    <a:cubicBezTo>
                      <a:pt x="505301" y="907256"/>
                      <a:pt x="505301" y="907256"/>
                      <a:pt x="505301" y="907256"/>
                    </a:cubicBezTo>
                    <a:cubicBezTo>
                      <a:pt x="505301" y="921544"/>
                      <a:pt x="512921" y="934879"/>
                      <a:pt x="525304" y="941546"/>
                    </a:cubicBezTo>
                    <a:cubicBezTo>
                      <a:pt x="528161" y="945356"/>
                      <a:pt x="532924" y="947261"/>
                      <a:pt x="537686" y="947261"/>
                    </a:cubicBezTo>
                    <a:cubicBezTo>
                      <a:pt x="537686" y="947261"/>
                      <a:pt x="538639" y="947261"/>
                      <a:pt x="538639" y="947261"/>
                    </a:cubicBezTo>
                    <a:cubicBezTo>
                      <a:pt x="538639" y="947261"/>
                      <a:pt x="539591" y="947261"/>
                      <a:pt x="539591" y="948214"/>
                    </a:cubicBezTo>
                    <a:cubicBezTo>
                      <a:pt x="539591" y="949166"/>
                      <a:pt x="539591" y="951071"/>
                      <a:pt x="539591" y="952024"/>
                    </a:cubicBezTo>
                    <a:cubicBezTo>
                      <a:pt x="539591" y="959644"/>
                      <a:pt x="542449" y="964406"/>
                      <a:pt x="547211" y="968216"/>
                    </a:cubicBezTo>
                    <a:close/>
                    <a:moveTo>
                      <a:pt x="549116" y="1032986"/>
                    </a:moveTo>
                    <a:cubicBezTo>
                      <a:pt x="543401" y="1036796"/>
                      <a:pt x="539591" y="1041559"/>
                      <a:pt x="536734" y="1048226"/>
                    </a:cubicBezTo>
                    <a:cubicBezTo>
                      <a:pt x="535781" y="1048226"/>
                      <a:pt x="534829" y="1048226"/>
                      <a:pt x="532924" y="1048226"/>
                    </a:cubicBezTo>
                    <a:cubicBezTo>
                      <a:pt x="531971" y="1048226"/>
                      <a:pt x="531971" y="1048226"/>
                      <a:pt x="531019" y="1048226"/>
                    </a:cubicBezTo>
                    <a:cubicBezTo>
                      <a:pt x="531019" y="1048226"/>
                      <a:pt x="531019" y="1048226"/>
                      <a:pt x="531019" y="1047274"/>
                    </a:cubicBezTo>
                    <a:cubicBezTo>
                      <a:pt x="533876" y="1044416"/>
                      <a:pt x="535781" y="1041559"/>
                      <a:pt x="535781" y="1036796"/>
                    </a:cubicBezTo>
                    <a:cubicBezTo>
                      <a:pt x="535781" y="1035844"/>
                      <a:pt x="535781" y="1034891"/>
                      <a:pt x="534829" y="1032986"/>
                    </a:cubicBezTo>
                    <a:cubicBezTo>
                      <a:pt x="540544" y="1031081"/>
                      <a:pt x="545306" y="1025366"/>
                      <a:pt x="547211" y="1018699"/>
                    </a:cubicBezTo>
                    <a:cubicBezTo>
                      <a:pt x="547211" y="1018699"/>
                      <a:pt x="548164" y="1019651"/>
                      <a:pt x="548164" y="1019651"/>
                    </a:cubicBezTo>
                    <a:cubicBezTo>
                      <a:pt x="547211" y="1021556"/>
                      <a:pt x="547211" y="1024414"/>
                      <a:pt x="547211" y="1026319"/>
                    </a:cubicBezTo>
                    <a:cubicBezTo>
                      <a:pt x="548164" y="1029176"/>
                      <a:pt x="548164" y="1031081"/>
                      <a:pt x="549116" y="1032986"/>
                    </a:cubicBezTo>
                    <a:close/>
                    <a:moveTo>
                      <a:pt x="506254" y="814864"/>
                    </a:moveTo>
                    <a:cubicBezTo>
                      <a:pt x="503396" y="813911"/>
                      <a:pt x="500539" y="812959"/>
                      <a:pt x="497681" y="812959"/>
                    </a:cubicBezTo>
                    <a:cubicBezTo>
                      <a:pt x="497681" y="812959"/>
                      <a:pt x="497681" y="812959"/>
                      <a:pt x="497681" y="812959"/>
                    </a:cubicBezTo>
                    <a:cubicBezTo>
                      <a:pt x="501491" y="812006"/>
                      <a:pt x="504349" y="809149"/>
                      <a:pt x="507206" y="806291"/>
                    </a:cubicBezTo>
                    <a:cubicBezTo>
                      <a:pt x="508159" y="806291"/>
                      <a:pt x="508159" y="805339"/>
                      <a:pt x="509111" y="805339"/>
                    </a:cubicBezTo>
                    <a:cubicBezTo>
                      <a:pt x="509111" y="805339"/>
                      <a:pt x="509111" y="805339"/>
                      <a:pt x="509111" y="806291"/>
                    </a:cubicBezTo>
                    <a:cubicBezTo>
                      <a:pt x="507206" y="808196"/>
                      <a:pt x="506254" y="810101"/>
                      <a:pt x="506254" y="812959"/>
                    </a:cubicBezTo>
                    <a:cubicBezTo>
                      <a:pt x="506254" y="812959"/>
                      <a:pt x="506254" y="813911"/>
                      <a:pt x="506254" y="814864"/>
                    </a:cubicBezTo>
                    <a:close/>
                    <a:moveTo>
                      <a:pt x="521494" y="822484"/>
                    </a:moveTo>
                    <a:cubicBezTo>
                      <a:pt x="524351" y="828199"/>
                      <a:pt x="530066" y="832961"/>
                      <a:pt x="536734" y="832961"/>
                    </a:cubicBezTo>
                    <a:cubicBezTo>
                      <a:pt x="538639" y="832961"/>
                      <a:pt x="541496" y="832961"/>
                      <a:pt x="543401" y="832009"/>
                    </a:cubicBezTo>
                    <a:cubicBezTo>
                      <a:pt x="540544" y="834866"/>
                      <a:pt x="538639" y="838676"/>
                      <a:pt x="536734" y="842486"/>
                    </a:cubicBezTo>
                    <a:cubicBezTo>
                      <a:pt x="535781" y="842486"/>
                      <a:pt x="534829" y="842486"/>
                      <a:pt x="533876" y="842486"/>
                    </a:cubicBezTo>
                    <a:cubicBezTo>
                      <a:pt x="526256" y="842486"/>
                      <a:pt x="519589" y="848201"/>
                      <a:pt x="517684" y="854869"/>
                    </a:cubicBezTo>
                    <a:cubicBezTo>
                      <a:pt x="517684" y="854869"/>
                      <a:pt x="517684" y="854869"/>
                      <a:pt x="517684" y="854869"/>
                    </a:cubicBezTo>
                    <a:cubicBezTo>
                      <a:pt x="516731" y="854869"/>
                      <a:pt x="516731" y="854869"/>
                      <a:pt x="515779" y="854869"/>
                    </a:cubicBezTo>
                    <a:cubicBezTo>
                      <a:pt x="519589" y="850106"/>
                      <a:pt x="522446" y="844391"/>
                      <a:pt x="522446" y="838676"/>
                    </a:cubicBezTo>
                    <a:cubicBezTo>
                      <a:pt x="522446" y="832009"/>
                      <a:pt x="519589" y="825341"/>
                      <a:pt x="514826" y="820579"/>
                    </a:cubicBezTo>
                    <a:cubicBezTo>
                      <a:pt x="515779" y="820579"/>
                      <a:pt x="516731" y="820579"/>
                      <a:pt x="516731" y="819626"/>
                    </a:cubicBezTo>
                    <a:cubicBezTo>
                      <a:pt x="518636" y="820579"/>
                      <a:pt x="519589" y="821531"/>
                      <a:pt x="521494" y="822484"/>
                    </a:cubicBezTo>
                    <a:close/>
                    <a:moveTo>
                      <a:pt x="487204" y="723424"/>
                    </a:moveTo>
                    <a:cubicBezTo>
                      <a:pt x="488156" y="725329"/>
                      <a:pt x="489109" y="726281"/>
                      <a:pt x="490061" y="728186"/>
                    </a:cubicBezTo>
                    <a:cubicBezTo>
                      <a:pt x="489109" y="729139"/>
                      <a:pt x="487204" y="730091"/>
                      <a:pt x="486251" y="731996"/>
                    </a:cubicBezTo>
                    <a:cubicBezTo>
                      <a:pt x="487204" y="729139"/>
                      <a:pt x="487204" y="727234"/>
                      <a:pt x="487204" y="723424"/>
                    </a:cubicBezTo>
                    <a:cubicBezTo>
                      <a:pt x="487204" y="724376"/>
                      <a:pt x="487204" y="723424"/>
                      <a:pt x="487204" y="723424"/>
                    </a:cubicBezTo>
                    <a:close/>
                    <a:moveTo>
                      <a:pt x="362426" y="708184"/>
                    </a:moveTo>
                    <a:cubicBezTo>
                      <a:pt x="370999" y="708184"/>
                      <a:pt x="377666" y="703421"/>
                      <a:pt x="380524" y="695801"/>
                    </a:cubicBezTo>
                    <a:cubicBezTo>
                      <a:pt x="381476" y="695801"/>
                      <a:pt x="382429" y="694849"/>
                      <a:pt x="383381" y="694849"/>
                    </a:cubicBezTo>
                    <a:cubicBezTo>
                      <a:pt x="385286" y="699611"/>
                      <a:pt x="389096" y="702469"/>
                      <a:pt x="392906" y="705326"/>
                    </a:cubicBezTo>
                    <a:cubicBezTo>
                      <a:pt x="383381" y="710089"/>
                      <a:pt x="376714" y="716756"/>
                      <a:pt x="371951" y="726281"/>
                    </a:cubicBezTo>
                    <a:cubicBezTo>
                      <a:pt x="370999" y="718661"/>
                      <a:pt x="366236" y="711994"/>
                      <a:pt x="360521" y="708184"/>
                    </a:cubicBezTo>
                    <a:cubicBezTo>
                      <a:pt x="361474" y="708184"/>
                      <a:pt x="361474" y="708184"/>
                      <a:pt x="362426" y="708184"/>
                    </a:cubicBezTo>
                    <a:close/>
                    <a:moveTo>
                      <a:pt x="453866" y="781526"/>
                    </a:moveTo>
                    <a:cubicBezTo>
                      <a:pt x="448151" y="781526"/>
                      <a:pt x="443389" y="786289"/>
                      <a:pt x="443389" y="791051"/>
                    </a:cubicBezTo>
                    <a:cubicBezTo>
                      <a:pt x="443389" y="795814"/>
                      <a:pt x="446246" y="798671"/>
                      <a:pt x="450056" y="800576"/>
                    </a:cubicBezTo>
                    <a:cubicBezTo>
                      <a:pt x="445294" y="802481"/>
                      <a:pt x="441484" y="805339"/>
                      <a:pt x="438626" y="809149"/>
                    </a:cubicBezTo>
                    <a:cubicBezTo>
                      <a:pt x="428149" y="810101"/>
                      <a:pt x="419576" y="818674"/>
                      <a:pt x="419576" y="830104"/>
                    </a:cubicBezTo>
                    <a:cubicBezTo>
                      <a:pt x="419576" y="835819"/>
                      <a:pt x="421481" y="840581"/>
                      <a:pt x="425291" y="844391"/>
                    </a:cubicBezTo>
                    <a:cubicBezTo>
                      <a:pt x="424339" y="845344"/>
                      <a:pt x="424339" y="845344"/>
                      <a:pt x="423386" y="846296"/>
                    </a:cubicBezTo>
                    <a:cubicBezTo>
                      <a:pt x="418624" y="839629"/>
                      <a:pt x="411956" y="833914"/>
                      <a:pt x="404336" y="832009"/>
                    </a:cubicBezTo>
                    <a:cubicBezTo>
                      <a:pt x="401479" y="830104"/>
                      <a:pt x="398621" y="828199"/>
                      <a:pt x="394811" y="828199"/>
                    </a:cubicBezTo>
                    <a:cubicBezTo>
                      <a:pt x="391954" y="828199"/>
                      <a:pt x="389096" y="829151"/>
                      <a:pt x="386239" y="831056"/>
                    </a:cubicBezTo>
                    <a:cubicBezTo>
                      <a:pt x="378619" y="832961"/>
                      <a:pt x="372904" y="836771"/>
                      <a:pt x="368141" y="842486"/>
                    </a:cubicBezTo>
                    <a:cubicBezTo>
                      <a:pt x="367189" y="840581"/>
                      <a:pt x="365284" y="838676"/>
                      <a:pt x="363379" y="837724"/>
                    </a:cubicBezTo>
                    <a:cubicBezTo>
                      <a:pt x="362426" y="832961"/>
                      <a:pt x="360521" y="829151"/>
                      <a:pt x="357664" y="826294"/>
                    </a:cubicBezTo>
                    <a:cubicBezTo>
                      <a:pt x="365284" y="822484"/>
                      <a:pt x="370046" y="815816"/>
                      <a:pt x="370046" y="807244"/>
                    </a:cubicBezTo>
                    <a:cubicBezTo>
                      <a:pt x="370999" y="807244"/>
                      <a:pt x="371951" y="807244"/>
                      <a:pt x="372904" y="807244"/>
                    </a:cubicBezTo>
                    <a:cubicBezTo>
                      <a:pt x="378619" y="807244"/>
                      <a:pt x="383381" y="806291"/>
                      <a:pt x="388144" y="803434"/>
                    </a:cubicBezTo>
                    <a:cubicBezTo>
                      <a:pt x="386239" y="805339"/>
                      <a:pt x="385286" y="808196"/>
                      <a:pt x="385286" y="811054"/>
                    </a:cubicBezTo>
                    <a:cubicBezTo>
                      <a:pt x="385286" y="817721"/>
                      <a:pt x="391001" y="823436"/>
                      <a:pt x="397669" y="823436"/>
                    </a:cubicBezTo>
                    <a:cubicBezTo>
                      <a:pt x="404336" y="823436"/>
                      <a:pt x="410051" y="817721"/>
                      <a:pt x="410051" y="811054"/>
                    </a:cubicBezTo>
                    <a:cubicBezTo>
                      <a:pt x="410051" y="804386"/>
                      <a:pt x="404336" y="798671"/>
                      <a:pt x="397669" y="798671"/>
                    </a:cubicBezTo>
                    <a:cubicBezTo>
                      <a:pt x="396716" y="798671"/>
                      <a:pt x="395764" y="798671"/>
                      <a:pt x="394811" y="799624"/>
                    </a:cubicBezTo>
                    <a:cubicBezTo>
                      <a:pt x="395764" y="798671"/>
                      <a:pt x="396716" y="797719"/>
                      <a:pt x="398621" y="795814"/>
                    </a:cubicBezTo>
                    <a:cubicBezTo>
                      <a:pt x="406241" y="795814"/>
                      <a:pt x="412909" y="792004"/>
                      <a:pt x="416719" y="787241"/>
                    </a:cubicBezTo>
                    <a:cubicBezTo>
                      <a:pt x="419576" y="788194"/>
                      <a:pt x="421481" y="788194"/>
                      <a:pt x="424339" y="788194"/>
                    </a:cubicBezTo>
                    <a:cubicBezTo>
                      <a:pt x="441484" y="788194"/>
                      <a:pt x="454819" y="775811"/>
                      <a:pt x="456724" y="759619"/>
                    </a:cubicBezTo>
                    <a:cubicBezTo>
                      <a:pt x="457676" y="759619"/>
                      <a:pt x="459581" y="759619"/>
                      <a:pt x="460534" y="759619"/>
                    </a:cubicBezTo>
                    <a:cubicBezTo>
                      <a:pt x="471011" y="759619"/>
                      <a:pt x="479584" y="752951"/>
                      <a:pt x="482441" y="743426"/>
                    </a:cubicBezTo>
                    <a:cubicBezTo>
                      <a:pt x="483394" y="751999"/>
                      <a:pt x="490061" y="757714"/>
                      <a:pt x="498634" y="757714"/>
                    </a:cubicBezTo>
                    <a:cubicBezTo>
                      <a:pt x="507206" y="757714"/>
                      <a:pt x="513874" y="751046"/>
                      <a:pt x="514826" y="742474"/>
                    </a:cubicBezTo>
                    <a:cubicBezTo>
                      <a:pt x="514826" y="742474"/>
                      <a:pt x="515779" y="742474"/>
                      <a:pt x="515779" y="742474"/>
                    </a:cubicBezTo>
                    <a:cubicBezTo>
                      <a:pt x="514826" y="745331"/>
                      <a:pt x="513874" y="749141"/>
                      <a:pt x="513874" y="751999"/>
                    </a:cubicBezTo>
                    <a:cubicBezTo>
                      <a:pt x="513874" y="752951"/>
                      <a:pt x="513874" y="753904"/>
                      <a:pt x="513874" y="755809"/>
                    </a:cubicBezTo>
                    <a:cubicBezTo>
                      <a:pt x="511016" y="759619"/>
                      <a:pt x="509111" y="763429"/>
                      <a:pt x="509111" y="768191"/>
                    </a:cubicBezTo>
                    <a:cubicBezTo>
                      <a:pt x="509111" y="773906"/>
                      <a:pt x="511016" y="778669"/>
                      <a:pt x="514826" y="781526"/>
                    </a:cubicBezTo>
                    <a:cubicBezTo>
                      <a:pt x="512921" y="783431"/>
                      <a:pt x="511016" y="785336"/>
                      <a:pt x="510064" y="788194"/>
                    </a:cubicBezTo>
                    <a:cubicBezTo>
                      <a:pt x="508159" y="785336"/>
                      <a:pt x="505301" y="783431"/>
                      <a:pt x="501491" y="783431"/>
                    </a:cubicBezTo>
                    <a:cubicBezTo>
                      <a:pt x="498634" y="781526"/>
                      <a:pt x="495776" y="780574"/>
                      <a:pt x="491966" y="780574"/>
                    </a:cubicBezTo>
                    <a:cubicBezTo>
                      <a:pt x="491014" y="780574"/>
                      <a:pt x="490061" y="780574"/>
                      <a:pt x="490061" y="780574"/>
                    </a:cubicBezTo>
                    <a:cubicBezTo>
                      <a:pt x="490061" y="780574"/>
                      <a:pt x="490061" y="779621"/>
                      <a:pt x="490061" y="779621"/>
                    </a:cubicBezTo>
                    <a:cubicBezTo>
                      <a:pt x="490061" y="772954"/>
                      <a:pt x="484346" y="767239"/>
                      <a:pt x="477679" y="767239"/>
                    </a:cubicBezTo>
                    <a:cubicBezTo>
                      <a:pt x="471011" y="767239"/>
                      <a:pt x="465296" y="772954"/>
                      <a:pt x="465296" y="779621"/>
                    </a:cubicBezTo>
                    <a:cubicBezTo>
                      <a:pt x="465296" y="784384"/>
                      <a:pt x="468154" y="787241"/>
                      <a:pt x="471011" y="790099"/>
                    </a:cubicBezTo>
                    <a:cubicBezTo>
                      <a:pt x="465296" y="792004"/>
                      <a:pt x="461486" y="794861"/>
                      <a:pt x="458629" y="799624"/>
                    </a:cubicBezTo>
                    <a:cubicBezTo>
                      <a:pt x="458629" y="799624"/>
                      <a:pt x="457676" y="799624"/>
                      <a:pt x="457676" y="799624"/>
                    </a:cubicBezTo>
                    <a:cubicBezTo>
                      <a:pt x="460534" y="797719"/>
                      <a:pt x="462439" y="794861"/>
                      <a:pt x="462439" y="791051"/>
                    </a:cubicBezTo>
                    <a:cubicBezTo>
                      <a:pt x="463391" y="786289"/>
                      <a:pt x="459581" y="781526"/>
                      <a:pt x="453866" y="781526"/>
                    </a:cubicBezTo>
                    <a:close/>
                    <a:moveTo>
                      <a:pt x="481489" y="946309"/>
                    </a:moveTo>
                    <a:cubicBezTo>
                      <a:pt x="480536" y="948214"/>
                      <a:pt x="480536" y="950119"/>
                      <a:pt x="480536" y="951071"/>
                    </a:cubicBezTo>
                    <a:cubicBezTo>
                      <a:pt x="478631" y="945356"/>
                      <a:pt x="474821" y="940594"/>
                      <a:pt x="470059" y="936784"/>
                    </a:cubicBezTo>
                    <a:cubicBezTo>
                      <a:pt x="471011" y="936784"/>
                      <a:pt x="472916" y="935831"/>
                      <a:pt x="473869" y="935831"/>
                    </a:cubicBezTo>
                    <a:cubicBezTo>
                      <a:pt x="473869" y="935831"/>
                      <a:pt x="473869" y="935831"/>
                      <a:pt x="473869" y="935831"/>
                    </a:cubicBezTo>
                    <a:cubicBezTo>
                      <a:pt x="472916" y="941546"/>
                      <a:pt x="476726" y="945356"/>
                      <a:pt x="481489" y="946309"/>
                    </a:cubicBezTo>
                    <a:close/>
                    <a:moveTo>
                      <a:pt x="345281" y="1095851"/>
                    </a:moveTo>
                    <a:cubicBezTo>
                      <a:pt x="345281" y="1095851"/>
                      <a:pt x="345281" y="1095851"/>
                      <a:pt x="345281" y="1095851"/>
                    </a:cubicBezTo>
                    <a:cubicBezTo>
                      <a:pt x="345281" y="1095851"/>
                      <a:pt x="345281" y="1095851"/>
                      <a:pt x="345281" y="1095851"/>
                    </a:cubicBezTo>
                    <a:cubicBezTo>
                      <a:pt x="345281" y="1095851"/>
                      <a:pt x="345281" y="1095851"/>
                      <a:pt x="345281" y="1095851"/>
                    </a:cubicBezTo>
                    <a:close/>
                    <a:moveTo>
                      <a:pt x="423386" y="1187291"/>
                    </a:moveTo>
                    <a:cubicBezTo>
                      <a:pt x="422434" y="1187291"/>
                      <a:pt x="421481" y="1187291"/>
                      <a:pt x="421481" y="1188244"/>
                    </a:cubicBezTo>
                    <a:cubicBezTo>
                      <a:pt x="422434" y="1186339"/>
                      <a:pt x="423386" y="1183481"/>
                      <a:pt x="423386" y="1181576"/>
                    </a:cubicBezTo>
                    <a:cubicBezTo>
                      <a:pt x="424339" y="1181576"/>
                      <a:pt x="425291" y="1182529"/>
                      <a:pt x="426244" y="1182529"/>
                    </a:cubicBezTo>
                    <a:cubicBezTo>
                      <a:pt x="427196" y="1183481"/>
                      <a:pt x="428149" y="1184434"/>
                      <a:pt x="430054" y="1185386"/>
                    </a:cubicBezTo>
                    <a:cubicBezTo>
                      <a:pt x="427196" y="1185386"/>
                      <a:pt x="425291" y="1186339"/>
                      <a:pt x="423386" y="1187291"/>
                    </a:cubicBezTo>
                    <a:close/>
                    <a:moveTo>
                      <a:pt x="432911" y="1183481"/>
                    </a:moveTo>
                    <a:cubicBezTo>
                      <a:pt x="432911" y="1183481"/>
                      <a:pt x="432911" y="1183481"/>
                      <a:pt x="432911" y="1183481"/>
                    </a:cubicBezTo>
                    <a:cubicBezTo>
                      <a:pt x="433864" y="1183481"/>
                      <a:pt x="433864" y="1183481"/>
                      <a:pt x="432911" y="1183481"/>
                    </a:cubicBezTo>
                    <a:cubicBezTo>
                      <a:pt x="433864" y="1183481"/>
                      <a:pt x="432911" y="1183481"/>
                      <a:pt x="432911" y="1183481"/>
                    </a:cubicBezTo>
                    <a:close/>
                    <a:moveTo>
                      <a:pt x="455771" y="1106329"/>
                    </a:moveTo>
                    <a:cubicBezTo>
                      <a:pt x="450056" y="1108234"/>
                      <a:pt x="445294" y="1112044"/>
                      <a:pt x="443389" y="1117759"/>
                    </a:cubicBezTo>
                    <a:cubicBezTo>
                      <a:pt x="440531" y="1116806"/>
                      <a:pt x="437674" y="1115854"/>
                      <a:pt x="433864" y="1115854"/>
                    </a:cubicBezTo>
                    <a:cubicBezTo>
                      <a:pt x="415766" y="1115854"/>
                      <a:pt x="400526" y="1131094"/>
                      <a:pt x="400526" y="1149191"/>
                    </a:cubicBezTo>
                    <a:cubicBezTo>
                      <a:pt x="400526" y="1153954"/>
                      <a:pt x="401479" y="1158716"/>
                      <a:pt x="403384" y="1162526"/>
                    </a:cubicBezTo>
                    <a:cubicBezTo>
                      <a:pt x="393859" y="1163479"/>
                      <a:pt x="387191" y="1171099"/>
                      <a:pt x="387191" y="1179671"/>
                    </a:cubicBezTo>
                    <a:cubicBezTo>
                      <a:pt x="387191" y="1185386"/>
                      <a:pt x="390049" y="1191101"/>
                      <a:pt x="394811" y="1193959"/>
                    </a:cubicBezTo>
                    <a:cubicBezTo>
                      <a:pt x="391001" y="1196816"/>
                      <a:pt x="389096" y="1201579"/>
                      <a:pt x="389096" y="1206341"/>
                    </a:cubicBezTo>
                    <a:cubicBezTo>
                      <a:pt x="389096" y="1213009"/>
                      <a:pt x="392906" y="1218724"/>
                      <a:pt x="399574" y="1221581"/>
                    </a:cubicBezTo>
                    <a:cubicBezTo>
                      <a:pt x="400526" y="1226344"/>
                      <a:pt x="404336" y="1230154"/>
                      <a:pt x="409099" y="1231106"/>
                    </a:cubicBezTo>
                    <a:cubicBezTo>
                      <a:pt x="401479" y="1234916"/>
                      <a:pt x="394811" y="1241584"/>
                      <a:pt x="392906" y="1250156"/>
                    </a:cubicBezTo>
                    <a:cubicBezTo>
                      <a:pt x="391954" y="1250156"/>
                      <a:pt x="391001" y="1250156"/>
                      <a:pt x="390049" y="1251109"/>
                    </a:cubicBezTo>
                    <a:cubicBezTo>
                      <a:pt x="390049" y="1249204"/>
                      <a:pt x="389096" y="1247299"/>
                      <a:pt x="388144" y="1245394"/>
                    </a:cubicBezTo>
                    <a:cubicBezTo>
                      <a:pt x="389096" y="1244441"/>
                      <a:pt x="389096" y="1243489"/>
                      <a:pt x="390049" y="1241584"/>
                    </a:cubicBezTo>
                    <a:cubicBezTo>
                      <a:pt x="393859" y="1239679"/>
                      <a:pt x="396716" y="1234916"/>
                      <a:pt x="396716" y="1230154"/>
                    </a:cubicBezTo>
                    <a:cubicBezTo>
                      <a:pt x="396716" y="1224439"/>
                      <a:pt x="392906" y="1219676"/>
                      <a:pt x="388144" y="1217771"/>
                    </a:cubicBezTo>
                    <a:cubicBezTo>
                      <a:pt x="386239" y="1213961"/>
                      <a:pt x="382429" y="1210151"/>
                      <a:pt x="378619" y="1207294"/>
                    </a:cubicBezTo>
                    <a:cubicBezTo>
                      <a:pt x="374809" y="1202531"/>
                      <a:pt x="369094" y="1199674"/>
                      <a:pt x="362426" y="1199674"/>
                    </a:cubicBezTo>
                    <a:cubicBezTo>
                      <a:pt x="353854" y="1199674"/>
                      <a:pt x="346234" y="1204436"/>
                      <a:pt x="343376" y="1212056"/>
                    </a:cubicBezTo>
                    <a:cubicBezTo>
                      <a:pt x="342424" y="1213961"/>
                      <a:pt x="340519" y="1214914"/>
                      <a:pt x="339566" y="1216819"/>
                    </a:cubicBezTo>
                    <a:cubicBezTo>
                      <a:pt x="329089" y="1216819"/>
                      <a:pt x="319564" y="1224439"/>
                      <a:pt x="316706" y="1233964"/>
                    </a:cubicBezTo>
                    <a:cubicBezTo>
                      <a:pt x="316706" y="1233011"/>
                      <a:pt x="316706" y="1232059"/>
                      <a:pt x="315754" y="1231106"/>
                    </a:cubicBezTo>
                    <a:cubicBezTo>
                      <a:pt x="315754" y="1230154"/>
                      <a:pt x="315754" y="1230154"/>
                      <a:pt x="315754" y="1229201"/>
                    </a:cubicBezTo>
                    <a:cubicBezTo>
                      <a:pt x="315754" y="1223486"/>
                      <a:pt x="313849" y="1217771"/>
                      <a:pt x="310991" y="1213961"/>
                    </a:cubicBezTo>
                    <a:cubicBezTo>
                      <a:pt x="322421" y="1210151"/>
                      <a:pt x="331946" y="1199674"/>
                      <a:pt x="331946" y="1186339"/>
                    </a:cubicBezTo>
                    <a:cubicBezTo>
                      <a:pt x="331946" y="1174909"/>
                      <a:pt x="325279" y="1166336"/>
                      <a:pt x="316706" y="1161574"/>
                    </a:cubicBezTo>
                    <a:cubicBezTo>
                      <a:pt x="316706" y="1161574"/>
                      <a:pt x="316706" y="1160621"/>
                      <a:pt x="316706" y="1160621"/>
                    </a:cubicBezTo>
                    <a:cubicBezTo>
                      <a:pt x="318611" y="1159669"/>
                      <a:pt x="319564" y="1158716"/>
                      <a:pt x="320516" y="1156811"/>
                    </a:cubicBezTo>
                    <a:cubicBezTo>
                      <a:pt x="321469" y="1156811"/>
                      <a:pt x="322421" y="1157764"/>
                      <a:pt x="323374" y="1157764"/>
                    </a:cubicBezTo>
                    <a:cubicBezTo>
                      <a:pt x="322421" y="1158716"/>
                      <a:pt x="322421" y="1159669"/>
                      <a:pt x="322421" y="1160621"/>
                    </a:cubicBezTo>
                    <a:cubicBezTo>
                      <a:pt x="322421" y="1163479"/>
                      <a:pt x="325279" y="1166336"/>
                      <a:pt x="328136" y="1166336"/>
                    </a:cubicBezTo>
                    <a:cubicBezTo>
                      <a:pt x="329089" y="1166336"/>
                      <a:pt x="330041" y="1166336"/>
                      <a:pt x="330041" y="1166336"/>
                    </a:cubicBezTo>
                    <a:cubicBezTo>
                      <a:pt x="331946" y="1167289"/>
                      <a:pt x="333851" y="1168241"/>
                      <a:pt x="335756" y="1168241"/>
                    </a:cubicBezTo>
                    <a:cubicBezTo>
                      <a:pt x="341471" y="1168241"/>
                      <a:pt x="346234" y="1163479"/>
                      <a:pt x="346234" y="1157764"/>
                    </a:cubicBezTo>
                    <a:cubicBezTo>
                      <a:pt x="346234" y="1156811"/>
                      <a:pt x="346234" y="1154906"/>
                      <a:pt x="345281" y="1153954"/>
                    </a:cubicBezTo>
                    <a:cubicBezTo>
                      <a:pt x="348139" y="1152049"/>
                      <a:pt x="350996" y="1149191"/>
                      <a:pt x="353854" y="1146334"/>
                    </a:cubicBezTo>
                    <a:cubicBezTo>
                      <a:pt x="356711" y="1149191"/>
                      <a:pt x="361474" y="1151096"/>
                      <a:pt x="366236" y="1151096"/>
                    </a:cubicBezTo>
                    <a:cubicBezTo>
                      <a:pt x="373856" y="1151096"/>
                      <a:pt x="380524" y="1146334"/>
                      <a:pt x="382429" y="1140619"/>
                    </a:cubicBezTo>
                    <a:cubicBezTo>
                      <a:pt x="383381" y="1141571"/>
                      <a:pt x="384334" y="1142524"/>
                      <a:pt x="386239" y="1142524"/>
                    </a:cubicBezTo>
                    <a:cubicBezTo>
                      <a:pt x="389096" y="1142524"/>
                      <a:pt x="391001" y="1140619"/>
                      <a:pt x="391001" y="1137761"/>
                    </a:cubicBezTo>
                    <a:cubicBezTo>
                      <a:pt x="391001" y="1134904"/>
                      <a:pt x="389096" y="1132999"/>
                      <a:pt x="386239" y="1132999"/>
                    </a:cubicBezTo>
                    <a:cubicBezTo>
                      <a:pt x="385286" y="1132999"/>
                      <a:pt x="384334" y="1132999"/>
                      <a:pt x="384334" y="1133951"/>
                    </a:cubicBezTo>
                    <a:cubicBezTo>
                      <a:pt x="384334" y="1133951"/>
                      <a:pt x="384334" y="1133951"/>
                      <a:pt x="384334" y="1133951"/>
                    </a:cubicBezTo>
                    <a:cubicBezTo>
                      <a:pt x="384334" y="1132046"/>
                      <a:pt x="384334" y="1130141"/>
                      <a:pt x="383381" y="1129189"/>
                    </a:cubicBezTo>
                    <a:cubicBezTo>
                      <a:pt x="384334" y="1127284"/>
                      <a:pt x="385286" y="1124426"/>
                      <a:pt x="385286" y="1122521"/>
                    </a:cubicBezTo>
                    <a:cubicBezTo>
                      <a:pt x="385286" y="1116806"/>
                      <a:pt x="382429" y="1112044"/>
                      <a:pt x="378619" y="1109186"/>
                    </a:cubicBezTo>
                    <a:cubicBezTo>
                      <a:pt x="382429" y="1108234"/>
                      <a:pt x="386239" y="1105376"/>
                      <a:pt x="388144" y="1101566"/>
                    </a:cubicBezTo>
                    <a:cubicBezTo>
                      <a:pt x="389096" y="1101566"/>
                      <a:pt x="390049" y="1101566"/>
                      <a:pt x="390049" y="1100614"/>
                    </a:cubicBezTo>
                    <a:cubicBezTo>
                      <a:pt x="393859" y="1108234"/>
                      <a:pt x="402431" y="1113949"/>
                      <a:pt x="411004" y="1113949"/>
                    </a:cubicBezTo>
                    <a:cubicBezTo>
                      <a:pt x="424339" y="1113949"/>
                      <a:pt x="434816" y="1103471"/>
                      <a:pt x="434816" y="1090136"/>
                    </a:cubicBezTo>
                    <a:cubicBezTo>
                      <a:pt x="434816" y="1087279"/>
                      <a:pt x="433864" y="1085374"/>
                      <a:pt x="433864" y="1083469"/>
                    </a:cubicBezTo>
                    <a:cubicBezTo>
                      <a:pt x="436721" y="1085374"/>
                      <a:pt x="439579" y="1086326"/>
                      <a:pt x="443389" y="1086326"/>
                    </a:cubicBezTo>
                    <a:cubicBezTo>
                      <a:pt x="442436" y="1087279"/>
                      <a:pt x="442436" y="1089184"/>
                      <a:pt x="442436" y="1090136"/>
                    </a:cubicBezTo>
                    <a:cubicBezTo>
                      <a:pt x="442436" y="1093946"/>
                      <a:pt x="446246" y="1097756"/>
                      <a:pt x="450056" y="1097756"/>
                    </a:cubicBezTo>
                    <a:cubicBezTo>
                      <a:pt x="453866" y="1097756"/>
                      <a:pt x="457676" y="1093946"/>
                      <a:pt x="457676" y="1090136"/>
                    </a:cubicBezTo>
                    <a:cubicBezTo>
                      <a:pt x="457676" y="1088231"/>
                      <a:pt x="456724" y="1086326"/>
                      <a:pt x="454819" y="1084421"/>
                    </a:cubicBezTo>
                    <a:cubicBezTo>
                      <a:pt x="459581" y="1082516"/>
                      <a:pt x="463391" y="1078706"/>
                      <a:pt x="466249" y="1073944"/>
                    </a:cubicBezTo>
                    <a:cubicBezTo>
                      <a:pt x="468154" y="1075849"/>
                      <a:pt x="471011" y="1076801"/>
                      <a:pt x="473869" y="1076801"/>
                    </a:cubicBezTo>
                    <a:cubicBezTo>
                      <a:pt x="475774" y="1076801"/>
                      <a:pt x="477679" y="1075849"/>
                      <a:pt x="479584" y="1074896"/>
                    </a:cubicBezTo>
                    <a:cubicBezTo>
                      <a:pt x="479584" y="1074896"/>
                      <a:pt x="480536" y="1074896"/>
                      <a:pt x="480536" y="1075849"/>
                    </a:cubicBezTo>
                    <a:cubicBezTo>
                      <a:pt x="481489" y="1081564"/>
                      <a:pt x="485299" y="1085374"/>
                      <a:pt x="491014" y="1085374"/>
                    </a:cubicBezTo>
                    <a:cubicBezTo>
                      <a:pt x="495776" y="1085374"/>
                      <a:pt x="498634" y="1082516"/>
                      <a:pt x="500539" y="1078706"/>
                    </a:cubicBezTo>
                    <a:cubicBezTo>
                      <a:pt x="502444" y="1078706"/>
                      <a:pt x="504349" y="1077754"/>
                      <a:pt x="505301" y="1077754"/>
                    </a:cubicBezTo>
                    <a:cubicBezTo>
                      <a:pt x="507206" y="1081564"/>
                      <a:pt x="511016" y="1084421"/>
                      <a:pt x="515779" y="1084421"/>
                    </a:cubicBezTo>
                    <a:cubicBezTo>
                      <a:pt x="516731" y="1084421"/>
                      <a:pt x="517684" y="1084421"/>
                      <a:pt x="518636" y="1083469"/>
                    </a:cubicBezTo>
                    <a:cubicBezTo>
                      <a:pt x="519589" y="1084421"/>
                      <a:pt x="520541" y="1085374"/>
                      <a:pt x="521494" y="1087279"/>
                    </a:cubicBezTo>
                    <a:cubicBezTo>
                      <a:pt x="521494" y="1088231"/>
                      <a:pt x="521494" y="1089184"/>
                      <a:pt x="521494" y="1090136"/>
                    </a:cubicBezTo>
                    <a:cubicBezTo>
                      <a:pt x="521494" y="1099661"/>
                      <a:pt x="529114" y="1107281"/>
                      <a:pt x="538639" y="1107281"/>
                    </a:cubicBezTo>
                    <a:cubicBezTo>
                      <a:pt x="542449" y="1107281"/>
                      <a:pt x="546259" y="1105376"/>
                      <a:pt x="549116" y="1103471"/>
                    </a:cubicBezTo>
                    <a:cubicBezTo>
                      <a:pt x="550069" y="1104424"/>
                      <a:pt x="551974" y="1105376"/>
                      <a:pt x="553879" y="1106329"/>
                    </a:cubicBezTo>
                    <a:cubicBezTo>
                      <a:pt x="555784" y="1110139"/>
                      <a:pt x="559594" y="1112996"/>
                      <a:pt x="563404" y="1113949"/>
                    </a:cubicBezTo>
                    <a:cubicBezTo>
                      <a:pt x="561499" y="1114901"/>
                      <a:pt x="560546" y="1116806"/>
                      <a:pt x="559594" y="1118711"/>
                    </a:cubicBezTo>
                    <a:cubicBezTo>
                      <a:pt x="558641" y="1118711"/>
                      <a:pt x="557689" y="1118711"/>
                      <a:pt x="557689" y="1118711"/>
                    </a:cubicBezTo>
                    <a:cubicBezTo>
                      <a:pt x="553879" y="1118711"/>
                      <a:pt x="550069" y="1119664"/>
                      <a:pt x="547211" y="1120616"/>
                    </a:cubicBezTo>
                    <a:cubicBezTo>
                      <a:pt x="546259" y="1119664"/>
                      <a:pt x="544354" y="1118711"/>
                      <a:pt x="542449" y="1118711"/>
                    </a:cubicBezTo>
                    <a:cubicBezTo>
                      <a:pt x="541496" y="1118711"/>
                      <a:pt x="539591" y="1119664"/>
                      <a:pt x="538639" y="1119664"/>
                    </a:cubicBezTo>
                    <a:cubicBezTo>
                      <a:pt x="535781" y="1111091"/>
                      <a:pt x="528161" y="1104424"/>
                      <a:pt x="518636" y="1104424"/>
                    </a:cubicBezTo>
                    <a:cubicBezTo>
                      <a:pt x="511969" y="1093946"/>
                      <a:pt x="499586" y="1087279"/>
                      <a:pt x="486251" y="1087279"/>
                    </a:cubicBezTo>
                    <a:cubicBezTo>
                      <a:pt x="473869" y="1090136"/>
                      <a:pt x="462439" y="1096804"/>
                      <a:pt x="455771" y="1106329"/>
                    </a:cubicBezTo>
                    <a:close/>
                    <a:moveTo>
                      <a:pt x="483394" y="1196816"/>
                    </a:moveTo>
                    <a:cubicBezTo>
                      <a:pt x="479584" y="1193959"/>
                      <a:pt x="473869" y="1192054"/>
                      <a:pt x="469106" y="1192054"/>
                    </a:cubicBezTo>
                    <a:cubicBezTo>
                      <a:pt x="468154" y="1192054"/>
                      <a:pt x="466249" y="1192054"/>
                      <a:pt x="465296" y="1192054"/>
                    </a:cubicBezTo>
                    <a:cubicBezTo>
                      <a:pt x="464344" y="1191101"/>
                      <a:pt x="463391" y="1190149"/>
                      <a:pt x="462439" y="1189196"/>
                    </a:cubicBezTo>
                    <a:cubicBezTo>
                      <a:pt x="465296" y="1186339"/>
                      <a:pt x="466249" y="1182529"/>
                      <a:pt x="466249" y="1178719"/>
                    </a:cubicBezTo>
                    <a:cubicBezTo>
                      <a:pt x="466249" y="1174909"/>
                      <a:pt x="464344" y="1171099"/>
                      <a:pt x="462439" y="1167289"/>
                    </a:cubicBezTo>
                    <a:cubicBezTo>
                      <a:pt x="462439" y="1167289"/>
                      <a:pt x="462439" y="1167289"/>
                      <a:pt x="462439" y="1167289"/>
                    </a:cubicBezTo>
                    <a:cubicBezTo>
                      <a:pt x="466249" y="1169194"/>
                      <a:pt x="471011" y="1170146"/>
                      <a:pt x="475774" y="1170146"/>
                    </a:cubicBezTo>
                    <a:cubicBezTo>
                      <a:pt x="481489" y="1170146"/>
                      <a:pt x="486251" y="1168241"/>
                      <a:pt x="491014" y="1165384"/>
                    </a:cubicBezTo>
                    <a:cubicBezTo>
                      <a:pt x="494824" y="1165384"/>
                      <a:pt x="498634" y="1164431"/>
                      <a:pt x="502444" y="1162526"/>
                    </a:cubicBezTo>
                    <a:cubicBezTo>
                      <a:pt x="503396" y="1164431"/>
                      <a:pt x="505301" y="1165384"/>
                      <a:pt x="507206" y="1165384"/>
                    </a:cubicBezTo>
                    <a:cubicBezTo>
                      <a:pt x="511016" y="1165384"/>
                      <a:pt x="513874" y="1162526"/>
                      <a:pt x="513874" y="1158716"/>
                    </a:cubicBezTo>
                    <a:cubicBezTo>
                      <a:pt x="513874" y="1157764"/>
                      <a:pt x="513874" y="1156811"/>
                      <a:pt x="512921" y="1155859"/>
                    </a:cubicBezTo>
                    <a:cubicBezTo>
                      <a:pt x="514826" y="1153954"/>
                      <a:pt x="516731" y="1152049"/>
                      <a:pt x="517684" y="1150144"/>
                    </a:cubicBezTo>
                    <a:cubicBezTo>
                      <a:pt x="519589" y="1152049"/>
                      <a:pt x="522446" y="1153001"/>
                      <a:pt x="525304" y="1153001"/>
                    </a:cubicBezTo>
                    <a:cubicBezTo>
                      <a:pt x="526256" y="1153001"/>
                      <a:pt x="527209" y="1153001"/>
                      <a:pt x="528161" y="1152049"/>
                    </a:cubicBezTo>
                    <a:cubicBezTo>
                      <a:pt x="527209" y="1154906"/>
                      <a:pt x="526256" y="1157764"/>
                      <a:pt x="526256" y="1160621"/>
                    </a:cubicBezTo>
                    <a:cubicBezTo>
                      <a:pt x="526256" y="1160621"/>
                      <a:pt x="526256" y="1161574"/>
                      <a:pt x="526256" y="1161574"/>
                    </a:cubicBezTo>
                    <a:cubicBezTo>
                      <a:pt x="521494" y="1166336"/>
                      <a:pt x="517684" y="1171099"/>
                      <a:pt x="514826" y="1177766"/>
                    </a:cubicBezTo>
                    <a:cubicBezTo>
                      <a:pt x="512921" y="1175861"/>
                      <a:pt x="510064" y="1174909"/>
                      <a:pt x="507206" y="1174909"/>
                    </a:cubicBezTo>
                    <a:cubicBezTo>
                      <a:pt x="500539" y="1174909"/>
                      <a:pt x="495776" y="1179671"/>
                      <a:pt x="495776" y="1186339"/>
                    </a:cubicBezTo>
                    <a:cubicBezTo>
                      <a:pt x="495776" y="1188244"/>
                      <a:pt x="496729" y="1190149"/>
                      <a:pt x="497681" y="1192054"/>
                    </a:cubicBezTo>
                    <a:cubicBezTo>
                      <a:pt x="495776" y="1191101"/>
                      <a:pt x="493871" y="1190149"/>
                      <a:pt x="491966" y="1190149"/>
                    </a:cubicBezTo>
                    <a:cubicBezTo>
                      <a:pt x="489109" y="1192054"/>
                      <a:pt x="485299" y="1193959"/>
                      <a:pt x="483394" y="1196816"/>
                    </a:cubicBezTo>
                    <a:close/>
                    <a:moveTo>
                      <a:pt x="507206" y="1716881"/>
                    </a:moveTo>
                    <a:cubicBezTo>
                      <a:pt x="507206" y="1715929"/>
                      <a:pt x="506254" y="1715929"/>
                      <a:pt x="506254" y="1714976"/>
                    </a:cubicBezTo>
                    <a:cubicBezTo>
                      <a:pt x="507206" y="1714976"/>
                      <a:pt x="507206" y="1714976"/>
                      <a:pt x="508159" y="1714976"/>
                    </a:cubicBezTo>
                    <a:cubicBezTo>
                      <a:pt x="509111" y="1714976"/>
                      <a:pt x="509111" y="1714976"/>
                      <a:pt x="510064" y="1714976"/>
                    </a:cubicBezTo>
                    <a:cubicBezTo>
                      <a:pt x="510064" y="1714976"/>
                      <a:pt x="510064" y="1714976"/>
                      <a:pt x="510064" y="1714976"/>
                    </a:cubicBezTo>
                    <a:cubicBezTo>
                      <a:pt x="508159" y="1714976"/>
                      <a:pt x="507206" y="1715929"/>
                      <a:pt x="507206" y="171688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6" name="Google Shape;336;p38"/>
          <p:cNvSpPr txBox="1"/>
          <p:nvPr/>
        </p:nvSpPr>
        <p:spPr>
          <a:xfrm>
            <a:off x="6291224" y="3409054"/>
            <a:ext cx="2516700" cy="1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i="1" dirty="0">
                <a:solidFill>
                  <a:schemeClr val="lt1"/>
                </a:solidFill>
              </a:rPr>
              <a:t>Team members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i="1" dirty="0">
                <a:solidFill>
                  <a:schemeClr val="lt1"/>
                </a:solidFill>
              </a:rPr>
              <a:t>Meijing Chen| u3267026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i="1" dirty="0">
                <a:solidFill>
                  <a:schemeClr val="lt1"/>
                </a:solidFill>
              </a:rPr>
              <a:t>Yuxuan Fu| u3271565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i="1" dirty="0">
                <a:solidFill>
                  <a:schemeClr val="lt1"/>
                </a:solidFill>
              </a:rPr>
              <a:t>Haozhe Yin| u3249962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i="1" dirty="0">
                <a:solidFill>
                  <a:schemeClr val="lt1"/>
                </a:solidFill>
              </a:rPr>
              <a:t>Xiaowen Zeng| u3270971</a:t>
            </a:r>
            <a:endParaRPr i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69A8B3-065F-0220-3E81-40C6EAFB8979}"/>
              </a:ext>
            </a:extLst>
          </p:cNvPr>
          <p:cNvSpPr txBox="1"/>
          <p:nvPr/>
        </p:nvSpPr>
        <p:spPr>
          <a:xfrm>
            <a:off x="6176307" y="3101277"/>
            <a:ext cx="2398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lt1"/>
                </a:solidFill>
              </a:rPr>
              <a:t>Group 2025-S1-12-11522 </a:t>
            </a:r>
            <a:endParaRPr lang="zh-CN" altLang="en-US" b="1" i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0"/>
          <p:cNvSpPr txBox="1">
            <a:spLocks noGrp="1"/>
          </p:cNvSpPr>
          <p:nvPr>
            <p:ph type="body" idx="1"/>
          </p:nvPr>
        </p:nvSpPr>
        <p:spPr>
          <a:xfrm>
            <a:off x="1590551" y="254632"/>
            <a:ext cx="7331993" cy="54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r>
              <a:rPr lang="zh-CN" sz="3000" dirty="0"/>
              <a:t>Background and Motivation</a:t>
            </a:r>
            <a:endParaRPr sz="3000" dirty="0"/>
          </a:p>
        </p:txBody>
      </p:sp>
      <p:grpSp>
        <p:nvGrpSpPr>
          <p:cNvPr id="510" name="Google Shape;510;p40"/>
          <p:cNvGrpSpPr/>
          <p:nvPr/>
        </p:nvGrpSpPr>
        <p:grpSpPr>
          <a:xfrm>
            <a:off x="547450" y="1483650"/>
            <a:ext cx="3217602" cy="2563860"/>
            <a:chOff x="4777116" y="1430432"/>
            <a:chExt cx="2046300" cy="1653037"/>
          </a:xfrm>
        </p:grpSpPr>
        <p:sp>
          <p:nvSpPr>
            <p:cNvPr id="511" name="Google Shape;511;p40"/>
            <p:cNvSpPr/>
            <p:nvPr/>
          </p:nvSpPr>
          <p:spPr>
            <a:xfrm>
              <a:off x="4901051" y="1838168"/>
              <a:ext cx="1658400" cy="124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Low Efficency</a:t>
              </a: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Subjectibity</a:t>
              </a: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500" b="1">
                <a:solidFill>
                  <a:srgbClr val="383838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500" b="1">
                  <a:solidFill>
                    <a:srgbClr val="383838"/>
                  </a:solidFill>
                  <a:latin typeface="Figtree"/>
                  <a:ea typeface="Figtree"/>
                  <a:cs typeface="Figtree"/>
                  <a:sym typeface="Figtree"/>
                </a:rPr>
                <a:t>Delay Feedback </a:t>
              </a:r>
              <a:endParaRPr sz="1600" b="1">
                <a:solidFill>
                  <a:srgbClr val="383838"/>
                </a:solidFill>
              </a:endParaRPr>
            </a:p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>
                <a:solidFill>
                  <a:srgbClr val="383838"/>
                </a:solidFill>
                <a:latin typeface="Figtree"/>
                <a:ea typeface="Figtree"/>
                <a:cs typeface="Figtree"/>
                <a:sym typeface="Figtree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3F3F3F"/>
                </a:solidFill>
              </a:endParaRPr>
            </a:p>
          </p:txBody>
        </p:sp>
        <p:sp>
          <p:nvSpPr>
            <p:cNvPr id="512" name="Google Shape;512;p40"/>
            <p:cNvSpPr txBox="1"/>
            <p:nvPr/>
          </p:nvSpPr>
          <p:spPr>
            <a:xfrm>
              <a:off x="4777116" y="1430432"/>
              <a:ext cx="20463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 Traditional LSRW Assessment</a:t>
              </a:r>
              <a:endParaRPr sz="1100" b="1">
                <a:solidFill>
                  <a:srgbClr val="3F3F3F"/>
                </a:solidFill>
              </a:endParaRPr>
            </a:p>
          </p:txBody>
        </p:sp>
      </p:grpSp>
      <p:grpSp>
        <p:nvGrpSpPr>
          <p:cNvPr id="513" name="Google Shape;513;p40"/>
          <p:cNvGrpSpPr/>
          <p:nvPr/>
        </p:nvGrpSpPr>
        <p:grpSpPr>
          <a:xfrm>
            <a:off x="5220258" y="1483649"/>
            <a:ext cx="3239418" cy="2563976"/>
            <a:chOff x="4313666" y="1430458"/>
            <a:chExt cx="2060139" cy="3418634"/>
          </a:xfrm>
        </p:grpSpPr>
        <p:sp>
          <p:nvSpPr>
            <p:cNvPr id="514" name="Google Shape;514;p40"/>
            <p:cNvSpPr/>
            <p:nvPr/>
          </p:nvSpPr>
          <p:spPr>
            <a:xfrm>
              <a:off x="4437605" y="2013192"/>
              <a:ext cx="1936200" cy="28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45720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  Real-Time Feedback</a:t>
              </a: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    </a:t>
              </a: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  Objectivity </a:t>
              </a: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zh-CN" sz="1600" b="1">
                  <a:solidFill>
                    <a:srgbClr val="383838"/>
                  </a:solidFill>
                </a:rPr>
                <a:t>  Continuous Improvement   </a:t>
              </a: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endParaRPr sz="1600" b="1">
                <a:solidFill>
                  <a:srgbClr val="383838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 b="1">
                <a:solidFill>
                  <a:srgbClr val="383838"/>
                </a:solidFill>
              </a:endParaRPr>
            </a:p>
          </p:txBody>
        </p:sp>
        <p:sp>
          <p:nvSpPr>
            <p:cNvPr id="515" name="Google Shape;515;p40"/>
            <p:cNvSpPr txBox="1"/>
            <p:nvPr/>
          </p:nvSpPr>
          <p:spPr>
            <a:xfrm>
              <a:off x="4313666" y="1430458"/>
              <a:ext cx="15747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700" b="1">
                  <a:solidFill>
                    <a:srgbClr val="3F3F3F"/>
                  </a:solidFill>
                </a:rPr>
                <a:t>CommuniqElevate</a:t>
              </a:r>
              <a:endParaRPr sz="17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8196710" y="2620325"/>
            <a:ext cx="994438" cy="2484989"/>
            <a:chOff x="4348215" y="-3215"/>
            <a:chExt cx="3492933" cy="6862716"/>
          </a:xfrm>
        </p:grpSpPr>
        <p:sp>
          <p:nvSpPr>
            <p:cNvPr id="517" name="Google Shape;517;p40"/>
            <p:cNvSpPr/>
            <p:nvPr/>
          </p:nvSpPr>
          <p:spPr>
            <a:xfrm>
              <a:off x="7175064" y="2830854"/>
              <a:ext cx="227171" cy="124301"/>
            </a:xfrm>
            <a:custGeom>
              <a:avLst/>
              <a:gdLst/>
              <a:ahLst/>
              <a:cxnLst/>
              <a:rect l="l" t="t" r="r" b="b"/>
              <a:pathLst>
                <a:path w="227171" h="124301" extrusionOk="0">
                  <a:moveTo>
                    <a:pt x="127516" y="32790"/>
                  </a:moveTo>
                  <a:lnTo>
                    <a:pt x="124087" y="37505"/>
                  </a:lnTo>
                  <a:lnTo>
                    <a:pt x="118515" y="36647"/>
                  </a:lnTo>
                  <a:lnTo>
                    <a:pt x="79081" y="32361"/>
                  </a:lnTo>
                  <a:lnTo>
                    <a:pt x="3215" y="93226"/>
                  </a:lnTo>
                  <a:cubicBezTo>
                    <a:pt x="11359" y="102656"/>
                    <a:pt x="19502" y="112514"/>
                    <a:pt x="27218" y="121944"/>
                  </a:cubicBezTo>
                  <a:lnTo>
                    <a:pt x="114657" y="51221"/>
                  </a:lnTo>
                  <a:lnTo>
                    <a:pt x="120229" y="52935"/>
                  </a:lnTo>
                  <a:lnTo>
                    <a:pt x="120229" y="52935"/>
                  </a:lnTo>
                  <a:lnTo>
                    <a:pt x="179379" y="76081"/>
                  </a:lnTo>
                  <a:lnTo>
                    <a:pt x="223957" y="40934"/>
                  </a:lnTo>
                  <a:cubicBezTo>
                    <a:pt x="218385" y="28932"/>
                    <a:pt x="212812" y="17359"/>
                    <a:pt x="207240" y="5358"/>
                  </a:cubicBezTo>
                  <a:cubicBezTo>
                    <a:pt x="206812" y="5786"/>
                    <a:pt x="206812" y="5786"/>
                    <a:pt x="206383" y="6215"/>
                  </a:cubicBezTo>
                  <a:cubicBezTo>
                    <a:pt x="189238" y="19931"/>
                    <a:pt x="164806" y="18645"/>
                    <a:pt x="149376" y="3215"/>
                  </a:cubicBezTo>
                  <a:lnTo>
                    <a:pt x="127516" y="327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7212354" y="2887004"/>
              <a:ext cx="210026" cy="128588"/>
            </a:xfrm>
            <a:custGeom>
              <a:avLst/>
              <a:gdLst/>
              <a:ahLst/>
              <a:cxnLst/>
              <a:rect l="l" t="t" r="r" b="b"/>
              <a:pathLst>
                <a:path w="210026" h="128587" extrusionOk="0">
                  <a:moveTo>
                    <a:pt x="140803" y="40934"/>
                  </a:moveTo>
                  <a:lnTo>
                    <a:pt x="81653" y="17788"/>
                  </a:lnTo>
                  <a:lnTo>
                    <a:pt x="3215" y="81224"/>
                  </a:lnTo>
                  <a:cubicBezTo>
                    <a:pt x="15216" y="95798"/>
                    <a:pt x="28075" y="110371"/>
                    <a:pt x="39219" y="126230"/>
                  </a:cubicBezTo>
                  <a:lnTo>
                    <a:pt x="88940" y="86368"/>
                  </a:lnTo>
                  <a:lnTo>
                    <a:pt x="93226" y="86368"/>
                  </a:lnTo>
                  <a:lnTo>
                    <a:pt x="141661" y="91940"/>
                  </a:lnTo>
                  <a:lnTo>
                    <a:pt x="210669" y="36219"/>
                  </a:lnTo>
                  <a:cubicBezTo>
                    <a:pt x="205526" y="25075"/>
                    <a:pt x="200382" y="14359"/>
                    <a:pt x="195667" y="3215"/>
                  </a:cubicBezTo>
                  <a:lnTo>
                    <a:pt x="146804" y="42648"/>
                  </a:lnTo>
                  <a:lnTo>
                    <a:pt x="140803" y="409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6676144" y="3952137"/>
              <a:ext cx="98584" cy="334328"/>
            </a:xfrm>
            <a:custGeom>
              <a:avLst/>
              <a:gdLst/>
              <a:ahLst/>
              <a:cxnLst/>
              <a:rect l="l" t="t" r="r" b="b"/>
              <a:pathLst>
                <a:path w="98583" h="334327" extrusionOk="0">
                  <a:moveTo>
                    <a:pt x="34076" y="331970"/>
                  </a:moveTo>
                  <a:lnTo>
                    <a:pt x="34076" y="107371"/>
                  </a:lnTo>
                  <a:lnTo>
                    <a:pt x="34076" y="103084"/>
                  </a:lnTo>
                  <a:lnTo>
                    <a:pt x="98798" y="38362"/>
                  </a:lnTo>
                  <a:cubicBezTo>
                    <a:pt x="95798" y="26789"/>
                    <a:pt x="92369" y="14788"/>
                    <a:pt x="89368" y="3215"/>
                  </a:cubicBezTo>
                  <a:lnTo>
                    <a:pt x="3215" y="89368"/>
                  </a:lnTo>
                  <a:lnTo>
                    <a:pt x="3215" y="319969"/>
                  </a:lnTo>
                  <a:cubicBezTo>
                    <a:pt x="13502" y="323826"/>
                    <a:pt x="23789" y="328112"/>
                    <a:pt x="34076" y="3319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7238500" y="5847945"/>
              <a:ext cx="55721" cy="197168"/>
            </a:xfrm>
            <a:custGeom>
              <a:avLst/>
              <a:gdLst/>
              <a:ahLst/>
              <a:cxnLst/>
              <a:rect l="l" t="t" r="r" b="b"/>
              <a:pathLst>
                <a:path w="55721" h="197167" extrusionOk="0">
                  <a:moveTo>
                    <a:pt x="3215" y="3215"/>
                  </a:moveTo>
                  <a:lnTo>
                    <a:pt x="34933" y="184952"/>
                  </a:lnTo>
                  <a:lnTo>
                    <a:pt x="34933" y="184952"/>
                  </a:lnTo>
                  <a:lnTo>
                    <a:pt x="53364" y="197811"/>
                  </a:lnTo>
                  <a:cubicBezTo>
                    <a:pt x="40934" y="153233"/>
                    <a:pt x="27646" y="109085"/>
                    <a:pt x="17359" y="64080"/>
                  </a:cubicBezTo>
                  <a:cubicBezTo>
                    <a:pt x="12216" y="43934"/>
                    <a:pt x="7930" y="23789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7258645" y="2938439"/>
              <a:ext cx="180023" cy="115729"/>
            </a:xfrm>
            <a:custGeom>
              <a:avLst/>
              <a:gdLst/>
              <a:ahLst/>
              <a:cxnLst/>
              <a:rect l="l" t="t" r="r" b="b"/>
              <a:pathLst>
                <a:path w="180022" h="115728" extrusionOk="0">
                  <a:moveTo>
                    <a:pt x="97512" y="60222"/>
                  </a:moveTo>
                  <a:lnTo>
                    <a:pt x="48649" y="55078"/>
                  </a:lnTo>
                  <a:lnTo>
                    <a:pt x="3215" y="91512"/>
                  </a:lnTo>
                  <a:cubicBezTo>
                    <a:pt x="5786" y="95798"/>
                    <a:pt x="7929" y="100084"/>
                    <a:pt x="9644" y="104799"/>
                  </a:cubicBezTo>
                  <a:cubicBezTo>
                    <a:pt x="11359" y="108228"/>
                    <a:pt x="12216" y="112086"/>
                    <a:pt x="12216" y="115514"/>
                  </a:cubicBezTo>
                  <a:lnTo>
                    <a:pt x="21217" y="108228"/>
                  </a:lnTo>
                  <a:lnTo>
                    <a:pt x="25074" y="108657"/>
                  </a:lnTo>
                  <a:lnTo>
                    <a:pt x="25074" y="108657"/>
                  </a:lnTo>
                  <a:lnTo>
                    <a:pt x="63222" y="112943"/>
                  </a:lnTo>
                  <a:lnTo>
                    <a:pt x="179808" y="19074"/>
                  </a:lnTo>
                  <a:cubicBezTo>
                    <a:pt x="177236" y="13930"/>
                    <a:pt x="174665" y="8358"/>
                    <a:pt x="172522" y="3215"/>
                  </a:cubicBezTo>
                  <a:lnTo>
                    <a:pt x="100941" y="61079"/>
                  </a:lnTo>
                  <a:lnTo>
                    <a:pt x="97512" y="60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7200699" y="3407783"/>
              <a:ext cx="21431" cy="42863"/>
            </a:xfrm>
            <a:custGeom>
              <a:avLst/>
              <a:gdLst/>
              <a:ahLst/>
              <a:cxnLst/>
              <a:rect l="l" t="t" r="r" b="b"/>
              <a:pathLst>
                <a:path w="21431" h="42862" extrusionOk="0">
                  <a:moveTo>
                    <a:pt x="3297" y="11359"/>
                  </a:moveTo>
                  <a:cubicBezTo>
                    <a:pt x="2868" y="21217"/>
                    <a:pt x="4154" y="31075"/>
                    <a:pt x="6297" y="40505"/>
                  </a:cubicBezTo>
                  <a:lnTo>
                    <a:pt x="19584" y="27218"/>
                  </a:lnTo>
                  <a:lnTo>
                    <a:pt x="13155" y="3215"/>
                  </a:lnTo>
                  <a:lnTo>
                    <a:pt x="3297" y="113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7208068" y="3045595"/>
              <a:ext cx="300038" cy="458629"/>
            </a:xfrm>
            <a:custGeom>
              <a:avLst/>
              <a:gdLst/>
              <a:ahLst/>
              <a:cxnLst/>
              <a:rect l="l" t="t" r="r" b="b"/>
              <a:pathLst>
                <a:path w="300037" h="458628" extrusionOk="0">
                  <a:moveTo>
                    <a:pt x="127944" y="163092"/>
                  </a:moveTo>
                  <a:lnTo>
                    <a:pt x="127087" y="165235"/>
                  </a:lnTo>
                  <a:lnTo>
                    <a:pt x="22931" y="249246"/>
                  </a:lnTo>
                  <a:cubicBezTo>
                    <a:pt x="18645" y="268962"/>
                    <a:pt x="13930" y="288679"/>
                    <a:pt x="8787" y="308396"/>
                  </a:cubicBezTo>
                  <a:lnTo>
                    <a:pt x="10930" y="310539"/>
                  </a:lnTo>
                  <a:lnTo>
                    <a:pt x="11358" y="313111"/>
                  </a:lnTo>
                  <a:lnTo>
                    <a:pt x="16073" y="331542"/>
                  </a:lnTo>
                  <a:lnTo>
                    <a:pt x="202525" y="181523"/>
                  </a:lnTo>
                  <a:cubicBezTo>
                    <a:pt x="196096" y="178951"/>
                    <a:pt x="190095" y="174665"/>
                    <a:pt x="185380" y="169093"/>
                  </a:cubicBezTo>
                  <a:cubicBezTo>
                    <a:pt x="170378" y="150662"/>
                    <a:pt x="173807" y="123658"/>
                    <a:pt x="192238" y="108657"/>
                  </a:cubicBezTo>
                  <a:cubicBezTo>
                    <a:pt x="210669" y="93655"/>
                    <a:pt x="237673" y="96655"/>
                    <a:pt x="252675" y="115086"/>
                  </a:cubicBezTo>
                  <a:cubicBezTo>
                    <a:pt x="267676" y="133517"/>
                    <a:pt x="264676" y="160520"/>
                    <a:pt x="246245" y="175522"/>
                  </a:cubicBezTo>
                  <a:cubicBezTo>
                    <a:pt x="241530" y="179380"/>
                    <a:pt x="236387" y="181523"/>
                    <a:pt x="231243" y="183237"/>
                  </a:cubicBezTo>
                  <a:cubicBezTo>
                    <a:pt x="230814" y="184094"/>
                    <a:pt x="229957" y="184523"/>
                    <a:pt x="229100" y="185380"/>
                  </a:cubicBezTo>
                  <a:lnTo>
                    <a:pt x="21646" y="352544"/>
                  </a:lnTo>
                  <a:lnTo>
                    <a:pt x="31933" y="390263"/>
                  </a:lnTo>
                  <a:lnTo>
                    <a:pt x="33218" y="395407"/>
                  </a:lnTo>
                  <a:lnTo>
                    <a:pt x="3215" y="425410"/>
                  </a:lnTo>
                  <a:cubicBezTo>
                    <a:pt x="4501" y="430125"/>
                    <a:pt x="5786" y="435269"/>
                    <a:pt x="7072" y="439984"/>
                  </a:cubicBezTo>
                  <a:cubicBezTo>
                    <a:pt x="9644" y="453700"/>
                    <a:pt x="25074" y="456700"/>
                    <a:pt x="36647" y="458415"/>
                  </a:cubicBezTo>
                  <a:cubicBezTo>
                    <a:pt x="48220" y="460129"/>
                    <a:pt x="63651" y="457986"/>
                    <a:pt x="67508" y="445127"/>
                  </a:cubicBezTo>
                  <a:cubicBezTo>
                    <a:pt x="88940" y="394978"/>
                    <a:pt x="101798" y="341828"/>
                    <a:pt x="124087" y="291679"/>
                  </a:cubicBezTo>
                  <a:cubicBezTo>
                    <a:pt x="127516" y="284393"/>
                    <a:pt x="131373" y="274963"/>
                    <a:pt x="140375" y="273677"/>
                  </a:cubicBezTo>
                  <a:cubicBezTo>
                    <a:pt x="163949" y="267676"/>
                    <a:pt x="186238" y="280964"/>
                    <a:pt x="209812" y="279678"/>
                  </a:cubicBezTo>
                  <a:cubicBezTo>
                    <a:pt x="214955" y="278821"/>
                    <a:pt x="220099" y="281821"/>
                    <a:pt x="220956" y="286965"/>
                  </a:cubicBezTo>
                  <a:cubicBezTo>
                    <a:pt x="228243" y="309682"/>
                    <a:pt x="232529" y="333685"/>
                    <a:pt x="234243" y="357688"/>
                  </a:cubicBezTo>
                  <a:cubicBezTo>
                    <a:pt x="234243" y="358545"/>
                    <a:pt x="234243" y="359831"/>
                    <a:pt x="234243" y="360688"/>
                  </a:cubicBezTo>
                  <a:lnTo>
                    <a:pt x="271105" y="330684"/>
                  </a:lnTo>
                  <a:lnTo>
                    <a:pt x="299823" y="63222"/>
                  </a:lnTo>
                  <a:lnTo>
                    <a:pt x="299823" y="63222"/>
                  </a:lnTo>
                  <a:cubicBezTo>
                    <a:pt x="290393" y="43077"/>
                    <a:pt x="281392" y="22932"/>
                    <a:pt x="271963" y="3215"/>
                  </a:cubicBezTo>
                  <a:lnTo>
                    <a:pt x="152376" y="100513"/>
                  </a:lnTo>
                  <a:lnTo>
                    <a:pt x="127944" y="1630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6726722" y="4008715"/>
              <a:ext cx="60008" cy="287179"/>
            </a:xfrm>
            <a:custGeom>
              <a:avLst/>
              <a:gdLst/>
              <a:ahLst/>
              <a:cxnLst/>
              <a:rect l="l" t="t" r="r" b="b"/>
              <a:pathLst>
                <a:path w="60007" h="287178" extrusionOk="0">
                  <a:moveTo>
                    <a:pt x="54221" y="3215"/>
                  </a:moveTo>
                  <a:lnTo>
                    <a:pt x="3215" y="54221"/>
                  </a:lnTo>
                  <a:lnTo>
                    <a:pt x="3215" y="282678"/>
                  </a:lnTo>
                  <a:cubicBezTo>
                    <a:pt x="6215" y="283964"/>
                    <a:pt x="9215" y="284821"/>
                    <a:pt x="12216" y="286107"/>
                  </a:cubicBezTo>
                  <a:lnTo>
                    <a:pt x="12216" y="65794"/>
                  </a:lnTo>
                  <a:lnTo>
                    <a:pt x="11787" y="61508"/>
                  </a:lnTo>
                  <a:lnTo>
                    <a:pt x="57650" y="15645"/>
                  </a:lnTo>
                  <a:cubicBezTo>
                    <a:pt x="56364" y="11787"/>
                    <a:pt x="55078" y="7501"/>
                    <a:pt x="54221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6777728" y="400871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7228642" y="3014305"/>
              <a:ext cx="244316" cy="252889"/>
            </a:xfrm>
            <a:custGeom>
              <a:avLst/>
              <a:gdLst/>
              <a:ahLst/>
              <a:cxnLst/>
              <a:rect l="l" t="t" r="r" b="b"/>
              <a:pathLst>
                <a:path w="244316" h="252888" extrusionOk="0">
                  <a:moveTo>
                    <a:pt x="3215" y="192667"/>
                  </a:moveTo>
                  <a:cubicBezTo>
                    <a:pt x="4072" y="212384"/>
                    <a:pt x="9216" y="232101"/>
                    <a:pt x="7501" y="251389"/>
                  </a:cubicBezTo>
                  <a:lnTo>
                    <a:pt x="89797" y="184952"/>
                  </a:lnTo>
                  <a:lnTo>
                    <a:pt x="89797" y="184952"/>
                  </a:lnTo>
                  <a:lnTo>
                    <a:pt x="114229" y="122372"/>
                  </a:lnTo>
                  <a:lnTo>
                    <a:pt x="115086" y="119801"/>
                  </a:lnTo>
                  <a:lnTo>
                    <a:pt x="243673" y="16073"/>
                  </a:lnTo>
                  <a:cubicBezTo>
                    <a:pt x="241530" y="11787"/>
                    <a:pt x="239816" y="7501"/>
                    <a:pt x="237673" y="3215"/>
                  </a:cubicBezTo>
                  <a:cubicBezTo>
                    <a:pt x="229529" y="9644"/>
                    <a:pt x="220528" y="16931"/>
                    <a:pt x="211526" y="24217"/>
                  </a:cubicBezTo>
                  <a:cubicBezTo>
                    <a:pt x="152805" y="70937"/>
                    <a:pt x="78224" y="131802"/>
                    <a:pt x="3215" y="1926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6984325" y="2508528"/>
              <a:ext cx="265748" cy="257175"/>
            </a:xfrm>
            <a:custGeom>
              <a:avLst/>
              <a:gdLst/>
              <a:ahLst/>
              <a:cxnLst/>
              <a:rect l="l" t="t" r="r" b="b"/>
              <a:pathLst>
                <a:path w="265747" h="257175" extrusionOk="0">
                  <a:moveTo>
                    <a:pt x="49506" y="254389"/>
                  </a:moveTo>
                  <a:lnTo>
                    <a:pt x="64937" y="241959"/>
                  </a:lnTo>
                  <a:lnTo>
                    <a:pt x="94512" y="165664"/>
                  </a:lnTo>
                  <a:lnTo>
                    <a:pt x="94512" y="165664"/>
                  </a:lnTo>
                  <a:lnTo>
                    <a:pt x="96226" y="160520"/>
                  </a:lnTo>
                  <a:lnTo>
                    <a:pt x="262533" y="26361"/>
                  </a:lnTo>
                  <a:cubicBezTo>
                    <a:pt x="259104" y="18645"/>
                    <a:pt x="255675" y="10930"/>
                    <a:pt x="251817" y="3215"/>
                  </a:cubicBezTo>
                  <a:lnTo>
                    <a:pt x="3215" y="203811"/>
                  </a:lnTo>
                  <a:cubicBezTo>
                    <a:pt x="19074" y="220956"/>
                    <a:pt x="34076" y="237673"/>
                    <a:pt x="49506" y="25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6799588" y="226635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 extrusionOk="0">
                  <a:moveTo>
                    <a:pt x="25932" y="265962"/>
                  </a:moveTo>
                  <a:lnTo>
                    <a:pt x="190524" y="133088"/>
                  </a:lnTo>
                  <a:cubicBezTo>
                    <a:pt x="191810" y="132231"/>
                    <a:pt x="192667" y="131374"/>
                    <a:pt x="193953" y="130516"/>
                  </a:cubicBezTo>
                  <a:cubicBezTo>
                    <a:pt x="195239" y="119801"/>
                    <a:pt x="200382" y="109942"/>
                    <a:pt x="209383" y="102656"/>
                  </a:cubicBezTo>
                  <a:cubicBezTo>
                    <a:pt x="227814" y="87654"/>
                    <a:pt x="254817" y="90654"/>
                    <a:pt x="269819" y="109085"/>
                  </a:cubicBezTo>
                  <a:cubicBezTo>
                    <a:pt x="284821" y="127516"/>
                    <a:pt x="281821" y="154519"/>
                    <a:pt x="263390" y="169521"/>
                  </a:cubicBezTo>
                  <a:cubicBezTo>
                    <a:pt x="253103" y="177665"/>
                    <a:pt x="240244" y="180237"/>
                    <a:pt x="228243" y="178094"/>
                  </a:cubicBezTo>
                  <a:cubicBezTo>
                    <a:pt x="227814" y="178522"/>
                    <a:pt x="227814" y="178522"/>
                    <a:pt x="227386" y="178951"/>
                  </a:cubicBezTo>
                  <a:lnTo>
                    <a:pt x="64508" y="310110"/>
                  </a:lnTo>
                  <a:cubicBezTo>
                    <a:pt x="73938" y="320826"/>
                    <a:pt x="83367" y="331113"/>
                    <a:pt x="92797" y="341400"/>
                  </a:cubicBezTo>
                  <a:lnTo>
                    <a:pt x="333256" y="147661"/>
                  </a:lnTo>
                  <a:lnTo>
                    <a:pt x="341400" y="73509"/>
                  </a:lnTo>
                  <a:lnTo>
                    <a:pt x="341400" y="73509"/>
                  </a:lnTo>
                  <a:cubicBezTo>
                    <a:pt x="334113" y="61936"/>
                    <a:pt x="327255" y="50363"/>
                    <a:pt x="319968" y="39219"/>
                  </a:cubicBezTo>
                  <a:cubicBezTo>
                    <a:pt x="312253" y="26789"/>
                    <a:pt x="304109" y="14788"/>
                    <a:pt x="295537" y="3215"/>
                  </a:cubicBezTo>
                  <a:lnTo>
                    <a:pt x="3215" y="238958"/>
                  </a:lnTo>
                  <a:cubicBezTo>
                    <a:pt x="10501" y="247959"/>
                    <a:pt x="18217" y="256961"/>
                    <a:pt x="25932" y="2659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7057620" y="2570678"/>
              <a:ext cx="261461" cy="295751"/>
            </a:xfrm>
            <a:custGeom>
              <a:avLst/>
              <a:gdLst/>
              <a:ahLst/>
              <a:cxnLst/>
              <a:rect l="l" t="t" r="r" b="b"/>
              <a:pathLst>
                <a:path w="261461" h="295751" extrusionOk="0">
                  <a:moveTo>
                    <a:pt x="26361" y="198668"/>
                  </a:moveTo>
                  <a:lnTo>
                    <a:pt x="24646" y="203811"/>
                  </a:lnTo>
                  <a:lnTo>
                    <a:pt x="3215" y="221385"/>
                  </a:lnTo>
                  <a:cubicBezTo>
                    <a:pt x="13073" y="232101"/>
                    <a:pt x="22932" y="243245"/>
                    <a:pt x="32790" y="253960"/>
                  </a:cubicBezTo>
                  <a:lnTo>
                    <a:pt x="112086" y="190095"/>
                  </a:lnTo>
                  <a:lnTo>
                    <a:pt x="131374" y="139946"/>
                  </a:lnTo>
                  <a:lnTo>
                    <a:pt x="132660" y="137374"/>
                  </a:lnTo>
                  <a:lnTo>
                    <a:pt x="156663" y="118086"/>
                  </a:lnTo>
                  <a:cubicBezTo>
                    <a:pt x="142947" y="99655"/>
                    <a:pt x="145518" y="73509"/>
                    <a:pt x="163521" y="58936"/>
                  </a:cubicBezTo>
                  <a:cubicBezTo>
                    <a:pt x="181951" y="43934"/>
                    <a:pt x="209384" y="47363"/>
                    <a:pt x="223957" y="65794"/>
                  </a:cubicBezTo>
                  <a:cubicBezTo>
                    <a:pt x="238958" y="84225"/>
                    <a:pt x="235958" y="111228"/>
                    <a:pt x="217527" y="126230"/>
                  </a:cubicBezTo>
                  <a:cubicBezTo>
                    <a:pt x="204240" y="136946"/>
                    <a:pt x="186238" y="138232"/>
                    <a:pt x="171665" y="131374"/>
                  </a:cubicBezTo>
                  <a:lnTo>
                    <a:pt x="148519" y="150233"/>
                  </a:lnTo>
                  <a:lnTo>
                    <a:pt x="129231" y="200382"/>
                  </a:lnTo>
                  <a:lnTo>
                    <a:pt x="128373" y="202525"/>
                  </a:lnTo>
                  <a:lnTo>
                    <a:pt x="46077" y="268962"/>
                  </a:lnTo>
                  <a:cubicBezTo>
                    <a:pt x="53793" y="277535"/>
                    <a:pt x="61508" y="286107"/>
                    <a:pt x="69223" y="294680"/>
                  </a:cubicBezTo>
                  <a:lnTo>
                    <a:pt x="259961" y="141232"/>
                  </a:lnTo>
                  <a:cubicBezTo>
                    <a:pt x="255246" y="131802"/>
                    <a:pt x="250960" y="121944"/>
                    <a:pt x="247102" y="112086"/>
                  </a:cubicBezTo>
                  <a:lnTo>
                    <a:pt x="247102" y="112086"/>
                  </a:lnTo>
                  <a:cubicBezTo>
                    <a:pt x="232958" y="75652"/>
                    <a:pt x="220099" y="39219"/>
                    <a:pt x="205526" y="3215"/>
                  </a:cubicBezTo>
                  <a:lnTo>
                    <a:pt x="56364" y="123658"/>
                  </a:lnTo>
                  <a:lnTo>
                    <a:pt x="26361" y="1986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6592562" y="3826121"/>
              <a:ext cx="154305" cy="424339"/>
            </a:xfrm>
            <a:custGeom>
              <a:avLst/>
              <a:gdLst/>
              <a:ahLst/>
              <a:cxnLst/>
              <a:rect l="l" t="t" r="r" b="b"/>
              <a:pathLst>
                <a:path w="154305" h="424338" extrusionOk="0">
                  <a:moveTo>
                    <a:pt x="136088" y="8358"/>
                  </a:moveTo>
                  <a:lnTo>
                    <a:pt x="136088" y="8358"/>
                  </a:lnTo>
                  <a:cubicBezTo>
                    <a:pt x="135660" y="6644"/>
                    <a:pt x="134803" y="4929"/>
                    <a:pt x="134374" y="3215"/>
                  </a:cubicBezTo>
                  <a:lnTo>
                    <a:pt x="3215" y="134374"/>
                  </a:lnTo>
                  <a:lnTo>
                    <a:pt x="3215" y="409980"/>
                  </a:lnTo>
                  <a:cubicBezTo>
                    <a:pt x="11787" y="413837"/>
                    <a:pt x="20360" y="417695"/>
                    <a:pt x="28504" y="421553"/>
                  </a:cubicBezTo>
                  <a:lnTo>
                    <a:pt x="28504" y="193524"/>
                  </a:lnTo>
                  <a:lnTo>
                    <a:pt x="28504" y="189667"/>
                  </a:lnTo>
                  <a:lnTo>
                    <a:pt x="153662" y="64508"/>
                  </a:lnTo>
                  <a:cubicBezTo>
                    <a:pt x="148090" y="45220"/>
                    <a:pt x="142089" y="26789"/>
                    <a:pt x="136088" y="8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6637139" y="3908417"/>
              <a:ext cx="124301" cy="355759"/>
            </a:xfrm>
            <a:custGeom>
              <a:avLst/>
              <a:gdLst/>
              <a:ahLst/>
              <a:cxnLst/>
              <a:rect l="l" t="t" r="r" b="b"/>
              <a:pathLst>
                <a:path w="124301" h="355758" extrusionOk="0">
                  <a:moveTo>
                    <a:pt x="115515" y="3215"/>
                  </a:moveTo>
                  <a:lnTo>
                    <a:pt x="115515" y="3215"/>
                  </a:lnTo>
                  <a:lnTo>
                    <a:pt x="3215" y="115514"/>
                  </a:lnTo>
                  <a:lnTo>
                    <a:pt x="3215" y="347401"/>
                  </a:lnTo>
                  <a:cubicBezTo>
                    <a:pt x="9644" y="349972"/>
                    <a:pt x="16073" y="352973"/>
                    <a:pt x="22503" y="355545"/>
                  </a:cubicBezTo>
                  <a:lnTo>
                    <a:pt x="22503" y="129231"/>
                  </a:lnTo>
                  <a:lnTo>
                    <a:pt x="22074" y="125373"/>
                  </a:lnTo>
                  <a:lnTo>
                    <a:pt x="121944" y="25503"/>
                  </a:lnTo>
                  <a:cubicBezTo>
                    <a:pt x="120229" y="17788"/>
                    <a:pt x="118086" y="10501"/>
                    <a:pt x="1155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6496122" y="3624667"/>
              <a:ext cx="175736" cy="587216"/>
            </a:xfrm>
            <a:custGeom>
              <a:avLst/>
              <a:gdLst/>
              <a:ahLst/>
              <a:cxnLst/>
              <a:rect l="l" t="t" r="r" b="b"/>
              <a:pathLst>
                <a:path w="175736" h="587216" extrusionOk="0">
                  <a:moveTo>
                    <a:pt x="172093" y="47792"/>
                  </a:moveTo>
                  <a:lnTo>
                    <a:pt x="172521" y="43505"/>
                  </a:lnTo>
                  <a:lnTo>
                    <a:pt x="172950" y="43077"/>
                  </a:lnTo>
                  <a:cubicBezTo>
                    <a:pt x="167807" y="29789"/>
                    <a:pt x="162235" y="16502"/>
                    <a:pt x="156663" y="3215"/>
                  </a:cubicBezTo>
                  <a:lnTo>
                    <a:pt x="122373" y="37505"/>
                  </a:lnTo>
                  <a:lnTo>
                    <a:pt x="122373" y="178522"/>
                  </a:lnTo>
                  <a:lnTo>
                    <a:pt x="122373" y="182808"/>
                  </a:lnTo>
                  <a:lnTo>
                    <a:pt x="3215" y="301966"/>
                  </a:lnTo>
                  <a:lnTo>
                    <a:pt x="3215" y="565571"/>
                  </a:lnTo>
                  <a:cubicBezTo>
                    <a:pt x="16073" y="572000"/>
                    <a:pt x="29361" y="578429"/>
                    <a:pt x="42648" y="584430"/>
                  </a:cubicBezTo>
                  <a:lnTo>
                    <a:pt x="42648" y="328541"/>
                  </a:lnTo>
                  <a:lnTo>
                    <a:pt x="42648" y="324255"/>
                  </a:lnTo>
                  <a:lnTo>
                    <a:pt x="172521" y="194381"/>
                  </a:lnTo>
                  <a:lnTo>
                    <a:pt x="172093" y="477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7136916" y="2725412"/>
              <a:ext cx="210026" cy="184309"/>
            </a:xfrm>
            <a:custGeom>
              <a:avLst/>
              <a:gdLst/>
              <a:ahLst/>
              <a:cxnLst/>
              <a:rect l="l" t="t" r="r" b="b"/>
              <a:pathLst>
                <a:path w="210026" h="184308" extrusionOk="0">
                  <a:moveTo>
                    <a:pt x="29361" y="184094"/>
                  </a:moveTo>
                  <a:lnTo>
                    <a:pt x="112086" y="117658"/>
                  </a:lnTo>
                  <a:lnTo>
                    <a:pt x="115943" y="118086"/>
                  </a:lnTo>
                  <a:lnTo>
                    <a:pt x="115943" y="118086"/>
                  </a:lnTo>
                  <a:lnTo>
                    <a:pt x="153662" y="121944"/>
                  </a:lnTo>
                  <a:lnTo>
                    <a:pt x="176808" y="90226"/>
                  </a:lnTo>
                  <a:cubicBezTo>
                    <a:pt x="172093" y="73938"/>
                    <a:pt x="177237" y="56364"/>
                    <a:pt x="190953" y="44791"/>
                  </a:cubicBezTo>
                  <a:cubicBezTo>
                    <a:pt x="196096" y="40505"/>
                    <a:pt x="202097" y="37933"/>
                    <a:pt x="208098" y="36648"/>
                  </a:cubicBezTo>
                  <a:cubicBezTo>
                    <a:pt x="201668" y="25503"/>
                    <a:pt x="195667" y="14359"/>
                    <a:pt x="189667" y="3215"/>
                  </a:cubicBezTo>
                  <a:lnTo>
                    <a:pt x="3215" y="153662"/>
                  </a:lnTo>
                  <a:cubicBezTo>
                    <a:pt x="11787" y="163949"/>
                    <a:pt x="20360" y="173808"/>
                    <a:pt x="29361" y="1840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6915745" y="2392799"/>
              <a:ext cx="295751" cy="278606"/>
            </a:xfrm>
            <a:custGeom>
              <a:avLst/>
              <a:gdLst/>
              <a:ahLst/>
              <a:cxnLst/>
              <a:rect l="l" t="t" r="r" b="b"/>
              <a:pathLst>
                <a:path w="295751" h="278606" extrusionOk="0">
                  <a:moveTo>
                    <a:pt x="24217" y="267676"/>
                  </a:moveTo>
                  <a:cubicBezTo>
                    <a:pt x="26789" y="270677"/>
                    <a:pt x="29789" y="273677"/>
                    <a:pt x="32361" y="276677"/>
                  </a:cubicBezTo>
                  <a:lnTo>
                    <a:pt x="293394" y="66223"/>
                  </a:lnTo>
                  <a:cubicBezTo>
                    <a:pt x="281821" y="44791"/>
                    <a:pt x="270248" y="23789"/>
                    <a:pt x="258247" y="3215"/>
                  </a:cubicBezTo>
                  <a:lnTo>
                    <a:pt x="258247" y="3215"/>
                  </a:lnTo>
                  <a:lnTo>
                    <a:pt x="254818" y="33647"/>
                  </a:lnTo>
                  <a:lnTo>
                    <a:pt x="253960" y="41791"/>
                  </a:lnTo>
                  <a:lnTo>
                    <a:pt x="3215" y="244102"/>
                  </a:lnTo>
                  <a:cubicBezTo>
                    <a:pt x="10073" y="251817"/>
                    <a:pt x="17359" y="259961"/>
                    <a:pt x="24217" y="2676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6819305" y="4280464"/>
              <a:ext cx="12859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9216" y="3215"/>
                  </a:moveTo>
                  <a:lnTo>
                    <a:pt x="9216" y="3215"/>
                  </a:lnTo>
                  <a:cubicBezTo>
                    <a:pt x="7072" y="5358"/>
                    <a:pt x="5358" y="7501"/>
                    <a:pt x="3215" y="9644"/>
                  </a:cubicBezTo>
                  <a:lnTo>
                    <a:pt x="10501" y="14787"/>
                  </a:lnTo>
                  <a:cubicBezTo>
                    <a:pt x="10073" y="10930"/>
                    <a:pt x="9644" y="7072"/>
                    <a:pt x="921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6338387" y="2212348"/>
              <a:ext cx="64294" cy="55721"/>
            </a:xfrm>
            <a:custGeom>
              <a:avLst/>
              <a:gdLst/>
              <a:ahLst/>
              <a:cxnLst/>
              <a:rect l="l" t="t" r="r" b="b"/>
              <a:pathLst>
                <a:path w="64293" h="55721" extrusionOk="0">
                  <a:moveTo>
                    <a:pt x="60222" y="56364"/>
                  </a:moveTo>
                  <a:cubicBezTo>
                    <a:pt x="60222" y="49077"/>
                    <a:pt x="60651" y="41362"/>
                    <a:pt x="60651" y="34075"/>
                  </a:cubicBezTo>
                  <a:cubicBezTo>
                    <a:pt x="61079" y="25932"/>
                    <a:pt x="61079" y="17788"/>
                    <a:pt x="61508" y="9644"/>
                  </a:cubicBezTo>
                  <a:lnTo>
                    <a:pt x="3215" y="3215"/>
                  </a:lnTo>
                  <a:cubicBezTo>
                    <a:pt x="7930" y="19502"/>
                    <a:pt x="13073" y="35362"/>
                    <a:pt x="17788" y="51649"/>
                  </a:cubicBezTo>
                  <a:lnTo>
                    <a:pt x="60222" y="563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6814161" y="4192167"/>
              <a:ext cx="12859" cy="68580"/>
            </a:xfrm>
            <a:custGeom>
              <a:avLst/>
              <a:gdLst/>
              <a:ahLst/>
              <a:cxnLst/>
              <a:rect l="l" t="t" r="r" b="b"/>
              <a:pathLst>
                <a:path w="12858" h="68580" extrusionOk="0">
                  <a:moveTo>
                    <a:pt x="3215" y="69223"/>
                  </a:moveTo>
                  <a:lnTo>
                    <a:pt x="3215" y="69223"/>
                  </a:lnTo>
                  <a:cubicBezTo>
                    <a:pt x="5787" y="66223"/>
                    <a:pt x="8358" y="63651"/>
                    <a:pt x="10930" y="60651"/>
                  </a:cubicBezTo>
                  <a:cubicBezTo>
                    <a:pt x="8358" y="41362"/>
                    <a:pt x="5787" y="22074"/>
                    <a:pt x="3215" y="3215"/>
                  </a:cubicBezTo>
                  <a:lnTo>
                    <a:pt x="3215" y="692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6362390" y="2291644"/>
              <a:ext cx="38576" cy="90011"/>
            </a:xfrm>
            <a:custGeom>
              <a:avLst/>
              <a:gdLst/>
              <a:ahLst/>
              <a:cxnLst/>
              <a:rect l="l" t="t" r="r" b="b"/>
              <a:pathLst>
                <a:path w="38576" h="90011" extrusionOk="0">
                  <a:moveTo>
                    <a:pt x="38362" y="87225"/>
                  </a:moveTo>
                  <a:lnTo>
                    <a:pt x="38362" y="87225"/>
                  </a:lnTo>
                  <a:cubicBezTo>
                    <a:pt x="37076" y="60222"/>
                    <a:pt x="36219" y="33647"/>
                    <a:pt x="35790" y="6644"/>
                  </a:cubicBezTo>
                  <a:lnTo>
                    <a:pt x="3215" y="3215"/>
                  </a:lnTo>
                  <a:cubicBezTo>
                    <a:pt x="12216" y="31075"/>
                    <a:pt x="21646" y="58936"/>
                    <a:pt x="31504" y="86368"/>
                  </a:cubicBezTo>
                  <a:lnTo>
                    <a:pt x="38362" y="87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6814161" y="4318611"/>
              <a:ext cx="8573" cy="8573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3215" y="5358"/>
                  </a:moveTo>
                  <a:cubicBezTo>
                    <a:pt x="4929" y="5787"/>
                    <a:pt x="6644" y="6644"/>
                    <a:pt x="8358" y="7072"/>
                  </a:cubicBezTo>
                  <a:lnTo>
                    <a:pt x="3215" y="3215"/>
                  </a:lnTo>
                  <a:lnTo>
                    <a:pt x="3215" y="53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6554843" y="3714250"/>
              <a:ext cx="167164" cy="514350"/>
            </a:xfrm>
            <a:custGeom>
              <a:avLst/>
              <a:gdLst/>
              <a:ahLst/>
              <a:cxnLst/>
              <a:rect l="l" t="t" r="r" b="b"/>
              <a:pathLst>
                <a:path w="167163" h="514350" extrusionOk="0">
                  <a:moveTo>
                    <a:pt x="21217" y="241530"/>
                  </a:moveTo>
                  <a:lnTo>
                    <a:pt x="21217" y="241530"/>
                  </a:lnTo>
                  <a:lnTo>
                    <a:pt x="21217" y="237673"/>
                  </a:lnTo>
                  <a:lnTo>
                    <a:pt x="164806" y="94083"/>
                  </a:lnTo>
                  <a:cubicBezTo>
                    <a:pt x="154519" y="63651"/>
                    <a:pt x="143804" y="33218"/>
                    <a:pt x="132660" y="3215"/>
                  </a:cubicBezTo>
                  <a:lnTo>
                    <a:pt x="132660" y="109942"/>
                  </a:lnTo>
                  <a:lnTo>
                    <a:pt x="132660" y="113800"/>
                  </a:lnTo>
                  <a:lnTo>
                    <a:pt x="3215" y="243245"/>
                  </a:lnTo>
                  <a:lnTo>
                    <a:pt x="3215" y="504277"/>
                  </a:lnTo>
                  <a:cubicBezTo>
                    <a:pt x="9216" y="506849"/>
                    <a:pt x="15216" y="509850"/>
                    <a:pt x="20788" y="512850"/>
                  </a:cubicBezTo>
                  <a:lnTo>
                    <a:pt x="20788" y="241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6783300" y="4332327"/>
              <a:ext cx="55721" cy="38576"/>
            </a:xfrm>
            <a:custGeom>
              <a:avLst/>
              <a:gdLst/>
              <a:ahLst/>
              <a:cxnLst/>
              <a:rect l="l" t="t" r="r" b="b"/>
              <a:pathLst>
                <a:path w="55721" h="38576" extrusionOk="0">
                  <a:moveTo>
                    <a:pt x="52935" y="38362"/>
                  </a:moveTo>
                  <a:cubicBezTo>
                    <a:pt x="52935" y="32361"/>
                    <a:pt x="52507" y="26361"/>
                    <a:pt x="52078" y="20360"/>
                  </a:cubicBezTo>
                  <a:cubicBezTo>
                    <a:pt x="35790" y="14788"/>
                    <a:pt x="19503" y="9216"/>
                    <a:pt x="3215" y="3215"/>
                  </a:cubicBezTo>
                  <a:lnTo>
                    <a:pt x="52935" y="38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6560415" y="3424499"/>
              <a:ext cx="8573" cy="12859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7072"/>
                  </a:moveTo>
                  <a:lnTo>
                    <a:pt x="6644" y="10501"/>
                  </a:lnTo>
                  <a:cubicBezTo>
                    <a:pt x="5358" y="7929"/>
                    <a:pt x="4072" y="5358"/>
                    <a:pt x="3215" y="3215"/>
                  </a:cubicBezTo>
                  <a:lnTo>
                    <a:pt x="3215" y="70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7492246" y="3442073"/>
              <a:ext cx="145733" cy="210026"/>
            </a:xfrm>
            <a:custGeom>
              <a:avLst/>
              <a:gdLst/>
              <a:ahLst/>
              <a:cxnLst/>
              <a:rect l="l" t="t" r="r" b="b"/>
              <a:pathLst>
                <a:path w="145732" h="210026" extrusionOk="0">
                  <a:moveTo>
                    <a:pt x="13930" y="108657"/>
                  </a:moveTo>
                  <a:lnTo>
                    <a:pt x="3215" y="209383"/>
                  </a:lnTo>
                  <a:cubicBezTo>
                    <a:pt x="12644" y="200811"/>
                    <a:pt x="19502" y="189667"/>
                    <a:pt x="28932" y="181523"/>
                  </a:cubicBezTo>
                  <a:lnTo>
                    <a:pt x="36219" y="113800"/>
                  </a:lnTo>
                  <a:lnTo>
                    <a:pt x="36219" y="109514"/>
                  </a:lnTo>
                  <a:lnTo>
                    <a:pt x="36219" y="109514"/>
                  </a:lnTo>
                  <a:lnTo>
                    <a:pt x="146376" y="20788"/>
                  </a:lnTo>
                  <a:cubicBezTo>
                    <a:pt x="144661" y="14788"/>
                    <a:pt x="143375" y="9216"/>
                    <a:pt x="141661" y="3215"/>
                  </a:cubicBezTo>
                  <a:lnTo>
                    <a:pt x="17788" y="103084"/>
                  </a:lnTo>
                  <a:cubicBezTo>
                    <a:pt x="16502" y="105227"/>
                    <a:pt x="15216" y="106942"/>
                    <a:pt x="13930" y="108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7343942" y="3174611"/>
              <a:ext cx="235744" cy="394335"/>
            </a:xfrm>
            <a:custGeom>
              <a:avLst/>
              <a:gdLst/>
              <a:ahLst/>
              <a:cxnLst/>
              <a:rect l="l" t="t" r="r" b="b"/>
              <a:pathLst>
                <a:path w="235743" h="394335" extrusionOk="0">
                  <a:moveTo>
                    <a:pt x="66222" y="310539"/>
                  </a:moveTo>
                  <a:cubicBezTo>
                    <a:pt x="61079" y="315254"/>
                    <a:pt x="55078" y="319111"/>
                    <a:pt x="49077" y="322540"/>
                  </a:cubicBezTo>
                  <a:lnTo>
                    <a:pt x="4929" y="358116"/>
                  </a:lnTo>
                  <a:cubicBezTo>
                    <a:pt x="3215" y="364546"/>
                    <a:pt x="2786" y="371832"/>
                    <a:pt x="3643" y="378262"/>
                  </a:cubicBezTo>
                  <a:cubicBezTo>
                    <a:pt x="4501" y="385548"/>
                    <a:pt x="10073" y="393692"/>
                    <a:pt x="18217" y="392835"/>
                  </a:cubicBezTo>
                  <a:cubicBezTo>
                    <a:pt x="22074" y="392406"/>
                    <a:pt x="25932" y="391549"/>
                    <a:pt x="29789" y="390692"/>
                  </a:cubicBezTo>
                  <a:lnTo>
                    <a:pt x="30647" y="383405"/>
                  </a:lnTo>
                  <a:lnTo>
                    <a:pt x="215384" y="234672"/>
                  </a:lnTo>
                  <a:lnTo>
                    <a:pt x="215384" y="234672"/>
                  </a:lnTo>
                  <a:lnTo>
                    <a:pt x="233386" y="66222"/>
                  </a:lnTo>
                  <a:cubicBezTo>
                    <a:pt x="226100" y="58079"/>
                    <a:pt x="218813" y="50363"/>
                    <a:pt x="214527" y="40076"/>
                  </a:cubicBezTo>
                  <a:cubicBezTo>
                    <a:pt x="208526" y="27646"/>
                    <a:pt x="202954" y="15645"/>
                    <a:pt x="196953" y="3215"/>
                  </a:cubicBezTo>
                  <a:lnTo>
                    <a:pt x="174236" y="213669"/>
                  </a:lnTo>
                  <a:lnTo>
                    <a:pt x="173379" y="221813"/>
                  </a:lnTo>
                  <a:lnTo>
                    <a:pt x="72652" y="302823"/>
                  </a:lnTo>
                  <a:cubicBezTo>
                    <a:pt x="70509" y="305824"/>
                    <a:pt x="68366" y="308395"/>
                    <a:pt x="66222" y="310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7538538" y="3481935"/>
              <a:ext cx="102870" cy="132874"/>
            </a:xfrm>
            <a:custGeom>
              <a:avLst/>
              <a:gdLst/>
              <a:ahLst/>
              <a:cxnLst/>
              <a:rect l="l" t="t" r="r" b="b"/>
              <a:pathLst>
                <a:path w="102870" h="132873" extrusionOk="0">
                  <a:moveTo>
                    <a:pt x="3215" y="133088"/>
                  </a:moveTo>
                  <a:cubicBezTo>
                    <a:pt x="7501" y="132231"/>
                    <a:pt x="12216" y="131802"/>
                    <a:pt x="16073" y="130516"/>
                  </a:cubicBezTo>
                  <a:lnTo>
                    <a:pt x="18645" y="107371"/>
                  </a:lnTo>
                  <a:lnTo>
                    <a:pt x="19074" y="103513"/>
                  </a:lnTo>
                  <a:lnTo>
                    <a:pt x="19074" y="103513"/>
                  </a:lnTo>
                  <a:lnTo>
                    <a:pt x="70937" y="61508"/>
                  </a:lnTo>
                  <a:cubicBezTo>
                    <a:pt x="79510" y="46934"/>
                    <a:pt x="87654" y="31504"/>
                    <a:pt x="95369" y="16502"/>
                  </a:cubicBezTo>
                  <a:cubicBezTo>
                    <a:pt x="97512" y="11787"/>
                    <a:pt x="101798" y="7930"/>
                    <a:pt x="103513" y="3215"/>
                  </a:cubicBezTo>
                  <a:lnTo>
                    <a:pt x="8787" y="79939"/>
                  </a:lnTo>
                  <a:lnTo>
                    <a:pt x="3215" y="133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6316956" y="2133910"/>
              <a:ext cx="90011" cy="60008"/>
            </a:xfrm>
            <a:custGeom>
              <a:avLst/>
              <a:gdLst/>
              <a:ahLst/>
              <a:cxnLst/>
              <a:rect l="l" t="t" r="r" b="b"/>
              <a:pathLst>
                <a:path w="90011" h="60007" extrusionOk="0">
                  <a:moveTo>
                    <a:pt x="85082" y="58936"/>
                  </a:moveTo>
                  <a:cubicBezTo>
                    <a:pt x="85939" y="43505"/>
                    <a:pt x="87225" y="27646"/>
                    <a:pt x="88511" y="12216"/>
                  </a:cubicBezTo>
                  <a:lnTo>
                    <a:pt x="3215" y="3215"/>
                  </a:lnTo>
                  <a:cubicBezTo>
                    <a:pt x="7501" y="19502"/>
                    <a:pt x="11787" y="35362"/>
                    <a:pt x="16502" y="51649"/>
                  </a:cubicBezTo>
                  <a:lnTo>
                    <a:pt x="85082" y="58936"/>
                  </a:lnTo>
                  <a:lnTo>
                    <a:pt x="85082" y="589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7449812" y="3579233"/>
              <a:ext cx="34290" cy="81439"/>
            </a:xfrm>
            <a:custGeom>
              <a:avLst/>
              <a:gdLst/>
              <a:ahLst/>
              <a:cxnLst/>
              <a:rect l="l" t="t" r="r" b="b"/>
              <a:pathLst>
                <a:path w="34290" h="81438" extrusionOk="0">
                  <a:moveTo>
                    <a:pt x="25075" y="79510"/>
                  </a:moveTo>
                  <a:lnTo>
                    <a:pt x="33218" y="3215"/>
                  </a:lnTo>
                  <a:cubicBezTo>
                    <a:pt x="31933" y="5358"/>
                    <a:pt x="30647" y="7072"/>
                    <a:pt x="29361" y="9216"/>
                  </a:cubicBezTo>
                  <a:cubicBezTo>
                    <a:pt x="19931" y="23360"/>
                    <a:pt x="7930" y="36647"/>
                    <a:pt x="3215" y="53364"/>
                  </a:cubicBezTo>
                  <a:cubicBezTo>
                    <a:pt x="4929" y="64079"/>
                    <a:pt x="13930" y="75652"/>
                    <a:pt x="25075" y="795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6270665" y="1672709"/>
              <a:ext cx="458629" cy="291465"/>
            </a:xfrm>
            <a:custGeom>
              <a:avLst/>
              <a:gdLst/>
              <a:ahLst/>
              <a:cxnLst/>
              <a:rect l="l" t="t" r="r" b="b"/>
              <a:pathLst>
                <a:path w="458628" h="291465" extrusionOk="0">
                  <a:moveTo>
                    <a:pt x="361974" y="68366"/>
                  </a:moveTo>
                  <a:lnTo>
                    <a:pt x="246245" y="55936"/>
                  </a:lnTo>
                  <a:lnTo>
                    <a:pt x="3215" y="251817"/>
                  </a:lnTo>
                  <a:cubicBezTo>
                    <a:pt x="5358" y="264247"/>
                    <a:pt x="7501" y="276677"/>
                    <a:pt x="10073" y="289536"/>
                  </a:cubicBezTo>
                  <a:lnTo>
                    <a:pt x="260390" y="88082"/>
                  </a:lnTo>
                  <a:lnTo>
                    <a:pt x="260390" y="88082"/>
                  </a:lnTo>
                  <a:lnTo>
                    <a:pt x="266819" y="88511"/>
                  </a:lnTo>
                  <a:lnTo>
                    <a:pt x="412123" y="103942"/>
                  </a:lnTo>
                  <a:lnTo>
                    <a:pt x="431840" y="88082"/>
                  </a:lnTo>
                  <a:cubicBezTo>
                    <a:pt x="430554" y="74366"/>
                    <a:pt x="435697" y="60222"/>
                    <a:pt x="447270" y="51221"/>
                  </a:cubicBezTo>
                  <a:cubicBezTo>
                    <a:pt x="449842" y="49078"/>
                    <a:pt x="452842" y="47363"/>
                    <a:pt x="455843" y="46077"/>
                  </a:cubicBezTo>
                  <a:cubicBezTo>
                    <a:pt x="453700" y="31933"/>
                    <a:pt x="451556" y="17788"/>
                    <a:pt x="450271" y="3215"/>
                  </a:cubicBezTo>
                  <a:lnTo>
                    <a:pt x="368403" y="69223"/>
                  </a:lnTo>
                  <a:lnTo>
                    <a:pt x="361974" y="683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6295096" y="1940171"/>
              <a:ext cx="132874" cy="180023"/>
            </a:xfrm>
            <a:custGeom>
              <a:avLst/>
              <a:gdLst/>
              <a:ahLst/>
              <a:cxnLst/>
              <a:rect l="l" t="t" r="r" b="b"/>
              <a:pathLst>
                <a:path w="132873" h="180022" extrusionOk="0">
                  <a:moveTo>
                    <a:pt x="3215" y="106513"/>
                  </a:moveTo>
                  <a:cubicBezTo>
                    <a:pt x="7501" y="126659"/>
                    <a:pt x="12644" y="146375"/>
                    <a:pt x="17359" y="166521"/>
                  </a:cubicBezTo>
                  <a:lnTo>
                    <a:pt x="112943" y="176808"/>
                  </a:lnTo>
                  <a:cubicBezTo>
                    <a:pt x="114229" y="161377"/>
                    <a:pt x="115943" y="146375"/>
                    <a:pt x="117658" y="130945"/>
                  </a:cubicBezTo>
                  <a:cubicBezTo>
                    <a:pt x="121944" y="88511"/>
                    <a:pt x="128373" y="45649"/>
                    <a:pt x="131802" y="3215"/>
                  </a:cubicBezTo>
                  <a:lnTo>
                    <a:pt x="3215" y="106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6283952" y="1785866"/>
              <a:ext cx="531495" cy="261461"/>
            </a:xfrm>
            <a:custGeom>
              <a:avLst/>
              <a:gdLst/>
              <a:ahLst/>
              <a:cxnLst/>
              <a:rect l="l" t="t" r="r" b="b"/>
              <a:pathLst>
                <a:path w="531495" h="261461" extrusionOk="0">
                  <a:moveTo>
                    <a:pt x="407408" y="21646"/>
                  </a:moveTo>
                  <a:lnTo>
                    <a:pt x="401407" y="20788"/>
                  </a:lnTo>
                  <a:lnTo>
                    <a:pt x="256532" y="5358"/>
                  </a:lnTo>
                  <a:lnTo>
                    <a:pt x="4929" y="207669"/>
                  </a:lnTo>
                  <a:lnTo>
                    <a:pt x="3215" y="207669"/>
                  </a:lnTo>
                  <a:cubicBezTo>
                    <a:pt x="4501" y="214527"/>
                    <a:pt x="6215" y="221385"/>
                    <a:pt x="7501" y="228243"/>
                  </a:cubicBezTo>
                  <a:lnTo>
                    <a:pt x="145518" y="117229"/>
                  </a:lnTo>
                  <a:cubicBezTo>
                    <a:pt x="145518" y="113800"/>
                    <a:pt x="145947" y="110371"/>
                    <a:pt x="145947" y="107371"/>
                  </a:cubicBezTo>
                  <a:cubicBezTo>
                    <a:pt x="146804" y="109942"/>
                    <a:pt x="147661" y="112514"/>
                    <a:pt x="148519" y="115086"/>
                  </a:cubicBezTo>
                  <a:lnTo>
                    <a:pt x="215384" y="61508"/>
                  </a:lnTo>
                  <a:lnTo>
                    <a:pt x="221385" y="61936"/>
                  </a:lnTo>
                  <a:lnTo>
                    <a:pt x="289108" y="69223"/>
                  </a:lnTo>
                  <a:cubicBezTo>
                    <a:pt x="291679" y="61508"/>
                    <a:pt x="296394" y="54650"/>
                    <a:pt x="302824" y="49078"/>
                  </a:cubicBezTo>
                  <a:cubicBezTo>
                    <a:pt x="321254" y="34076"/>
                    <a:pt x="347829" y="37076"/>
                    <a:pt x="362831" y="55507"/>
                  </a:cubicBezTo>
                  <a:cubicBezTo>
                    <a:pt x="377833" y="73938"/>
                    <a:pt x="375261" y="100941"/>
                    <a:pt x="356830" y="115943"/>
                  </a:cubicBezTo>
                  <a:cubicBezTo>
                    <a:pt x="338399" y="130945"/>
                    <a:pt x="310968" y="127945"/>
                    <a:pt x="296394" y="109514"/>
                  </a:cubicBezTo>
                  <a:cubicBezTo>
                    <a:pt x="293823" y="106085"/>
                    <a:pt x="292108" y="102656"/>
                    <a:pt x="290393" y="99227"/>
                  </a:cubicBezTo>
                  <a:lnTo>
                    <a:pt x="224385" y="92369"/>
                  </a:lnTo>
                  <a:lnTo>
                    <a:pt x="157091" y="146804"/>
                  </a:lnTo>
                  <a:cubicBezTo>
                    <a:pt x="160091" y="157948"/>
                    <a:pt x="163949" y="169093"/>
                    <a:pt x="169950" y="179380"/>
                  </a:cubicBezTo>
                  <a:cubicBezTo>
                    <a:pt x="185809" y="208526"/>
                    <a:pt x="205526" y="235101"/>
                    <a:pt x="228243" y="259104"/>
                  </a:cubicBezTo>
                  <a:lnTo>
                    <a:pt x="440841" y="88083"/>
                  </a:lnTo>
                  <a:lnTo>
                    <a:pt x="446842" y="88940"/>
                  </a:lnTo>
                  <a:lnTo>
                    <a:pt x="527852" y="97512"/>
                  </a:lnTo>
                  <a:cubicBezTo>
                    <a:pt x="528280" y="96226"/>
                    <a:pt x="528280" y="95369"/>
                    <a:pt x="528709" y="94083"/>
                  </a:cubicBezTo>
                  <a:cubicBezTo>
                    <a:pt x="517136" y="70509"/>
                    <a:pt x="504706" y="47363"/>
                    <a:pt x="487990" y="26789"/>
                  </a:cubicBezTo>
                  <a:cubicBezTo>
                    <a:pt x="484132" y="22074"/>
                    <a:pt x="480274" y="17359"/>
                    <a:pt x="476845" y="12644"/>
                  </a:cubicBezTo>
                  <a:cubicBezTo>
                    <a:pt x="461843" y="18217"/>
                    <a:pt x="444270" y="14788"/>
                    <a:pt x="432697" y="3215"/>
                  </a:cubicBezTo>
                  <a:lnTo>
                    <a:pt x="407408" y="216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6773442" y="2205490"/>
              <a:ext cx="304324" cy="278606"/>
            </a:xfrm>
            <a:custGeom>
              <a:avLst/>
              <a:gdLst/>
              <a:ahLst/>
              <a:cxnLst/>
              <a:rect l="l" t="t" r="r" b="b"/>
              <a:pathLst>
                <a:path w="304323" h="278606" extrusionOk="0">
                  <a:moveTo>
                    <a:pt x="250960" y="64079"/>
                  </a:moveTo>
                  <a:lnTo>
                    <a:pt x="249674" y="67937"/>
                  </a:lnTo>
                  <a:lnTo>
                    <a:pt x="3215" y="266819"/>
                  </a:lnTo>
                  <a:cubicBezTo>
                    <a:pt x="5358" y="270248"/>
                    <a:pt x="7930" y="273677"/>
                    <a:pt x="10501" y="277106"/>
                  </a:cubicBezTo>
                  <a:lnTo>
                    <a:pt x="304110" y="40505"/>
                  </a:lnTo>
                  <a:cubicBezTo>
                    <a:pt x="294680" y="27646"/>
                    <a:pt x="284393" y="15216"/>
                    <a:pt x="274106" y="3215"/>
                  </a:cubicBezTo>
                  <a:lnTo>
                    <a:pt x="274106" y="3215"/>
                  </a:lnTo>
                  <a:lnTo>
                    <a:pt x="250960" y="64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5728454" y="3630239"/>
              <a:ext cx="8573" cy="17145"/>
            </a:xfrm>
            <a:custGeom>
              <a:avLst/>
              <a:gdLst/>
              <a:ahLst/>
              <a:cxnLst/>
              <a:rect l="l" t="t" r="r" b="b"/>
              <a:pathLst>
                <a:path w="8572" h="17145" extrusionOk="0">
                  <a:moveTo>
                    <a:pt x="8358" y="13930"/>
                  </a:moveTo>
                  <a:cubicBezTo>
                    <a:pt x="8358" y="10073"/>
                    <a:pt x="8358" y="6644"/>
                    <a:pt x="8358" y="3215"/>
                  </a:cubicBezTo>
                  <a:lnTo>
                    <a:pt x="3215" y="8787"/>
                  </a:lnTo>
                  <a:lnTo>
                    <a:pt x="3215" y="8787"/>
                  </a:lnTo>
                  <a:cubicBezTo>
                    <a:pt x="4929" y="10501"/>
                    <a:pt x="6644" y="12216"/>
                    <a:pt x="8358" y="13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5454563" y="3259907"/>
              <a:ext cx="77153" cy="77153"/>
            </a:xfrm>
            <a:custGeom>
              <a:avLst/>
              <a:gdLst/>
              <a:ahLst/>
              <a:cxnLst/>
              <a:rect l="l" t="t" r="r" b="b"/>
              <a:pathLst>
                <a:path w="77152" h="77152" extrusionOk="0">
                  <a:moveTo>
                    <a:pt x="11787" y="77796"/>
                  </a:moveTo>
                  <a:lnTo>
                    <a:pt x="11787" y="77796"/>
                  </a:lnTo>
                  <a:lnTo>
                    <a:pt x="76081" y="13502"/>
                  </a:lnTo>
                  <a:cubicBezTo>
                    <a:pt x="72652" y="10073"/>
                    <a:pt x="69223" y="6644"/>
                    <a:pt x="65794" y="3215"/>
                  </a:cubicBezTo>
                  <a:lnTo>
                    <a:pt x="3215" y="65794"/>
                  </a:lnTo>
                  <a:cubicBezTo>
                    <a:pt x="5786" y="69652"/>
                    <a:pt x="8787" y="73938"/>
                    <a:pt x="11787" y="77796"/>
                  </a:cubicBezTo>
                  <a:lnTo>
                    <a:pt x="11787" y="777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5704022" y="346650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5610582" y="3440359"/>
              <a:ext cx="98584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6655" y="29361"/>
                  </a:moveTo>
                  <a:cubicBezTo>
                    <a:pt x="89368" y="20360"/>
                    <a:pt x="82510" y="11787"/>
                    <a:pt x="75224" y="3215"/>
                  </a:cubicBezTo>
                  <a:cubicBezTo>
                    <a:pt x="74795" y="3215"/>
                    <a:pt x="74366" y="3215"/>
                    <a:pt x="73938" y="3643"/>
                  </a:cubicBezTo>
                  <a:lnTo>
                    <a:pt x="3215" y="74366"/>
                  </a:lnTo>
                  <a:cubicBezTo>
                    <a:pt x="10930" y="82939"/>
                    <a:pt x="18645" y="91511"/>
                    <a:pt x="26360" y="100084"/>
                  </a:cubicBezTo>
                  <a:lnTo>
                    <a:pt x="96655" y="293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5334548" y="3122319"/>
              <a:ext cx="64294" cy="64294"/>
            </a:xfrm>
            <a:custGeom>
              <a:avLst/>
              <a:gdLst/>
              <a:ahLst/>
              <a:cxnLst/>
              <a:rect l="l" t="t" r="r" b="b"/>
              <a:pathLst>
                <a:path w="64293" h="64293" extrusionOk="0">
                  <a:moveTo>
                    <a:pt x="61079" y="25932"/>
                  </a:moveTo>
                  <a:lnTo>
                    <a:pt x="61079" y="25932"/>
                  </a:lnTo>
                  <a:cubicBezTo>
                    <a:pt x="52078" y="18217"/>
                    <a:pt x="43077" y="10501"/>
                    <a:pt x="34076" y="3215"/>
                  </a:cubicBezTo>
                  <a:lnTo>
                    <a:pt x="3215" y="34076"/>
                  </a:lnTo>
                  <a:cubicBezTo>
                    <a:pt x="9644" y="43934"/>
                    <a:pt x="16502" y="53792"/>
                    <a:pt x="22931" y="64079"/>
                  </a:cubicBezTo>
                  <a:lnTo>
                    <a:pt x="61079" y="259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5388126" y="3184041"/>
              <a:ext cx="85725" cy="90011"/>
            </a:xfrm>
            <a:custGeom>
              <a:avLst/>
              <a:gdLst/>
              <a:ahLst/>
              <a:cxnLst/>
              <a:rect l="l" t="t" r="r" b="b"/>
              <a:pathLst>
                <a:path w="85725" h="90011" extrusionOk="0">
                  <a:moveTo>
                    <a:pt x="82939" y="31933"/>
                  </a:moveTo>
                  <a:cubicBezTo>
                    <a:pt x="72652" y="22503"/>
                    <a:pt x="62365" y="12644"/>
                    <a:pt x="51649" y="3215"/>
                  </a:cubicBezTo>
                  <a:lnTo>
                    <a:pt x="3215" y="51650"/>
                  </a:lnTo>
                  <a:cubicBezTo>
                    <a:pt x="11359" y="63222"/>
                    <a:pt x="19502" y="75224"/>
                    <a:pt x="28075" y="86797"/>
                  </a:cubicBezTo>
                  <a:lnTo>
                    <a:pt x="82939" y="319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5520142" y="3312200"/>
              <a:ext cx="55721" cy="55721"/>
            </a:xfrm>
            <a:custGeom>
              <a:avLst/>
              <a:gdLst/>
              <a:ahLst/>
              <a:cxnLst/>
              <a:rect l="l" t="t" r="r" b="b"/>
              <a:pathLst>
                <a:path w="55721" h="55721" extrusionOk="0">
                  <a:moveTo>
                    <a:pt x="55078" y="6644"/>
                  </a:moveTo>
                  <a:cubicBezTo>
                    <a:pt x="53793" y="5358"/>
                    <a:pt x="52935" y="4072"/>
                    <a:pt x="51649" y="3215"/>
                  </a:cubicBezTo>
                  <a:lnTo>
                    <a:pt x="3215" y="51649"/>
                  </a:lnTo>
                  <a:cubicBezTo>
                    <a:pt x="4501" y="52507"/>
                    <a:pt x="6215" y="53364"/>
                    <a:pt x="7501" y="54221"/>
                  </a:cubicBezTo>
                  <a:lnTo>
                    <a:pt x="55078" y="66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0"/>
            <p:cNvSpPr/>
            <p:nvPr/>
          </p:nvSpPr>
          <p:spPr>
            <a:xfrm>
              <a:off x="5568577" y="3402639"/>
              <a:ext cx="90011" cy="98584"/>
            </a:xfrm>
            <a:custGeom>
              <a:avLst/>
              <a:gdLst/>
              <a:ahLst/>
              <a:cxnLst/>
              <a:rect l="l" t="t" r="r" b="b"/>
              <a:pathLst>
                <a:path w="90011" h="98583" extrusionOk="0">
                  <a:moveTo>
                    <a:pt x="90654" y="39219"/>
                  </a:moveTo>
                  <a:cubicBezTo>
                    <a:pt x="76081" y="33218"/>
                    <a:pt x="65794" y="19503"/>
                    <a:pt x="64508" y="3215"/>
                  </a:cubicBezTo>
                  <a:lnTo>
                    <a:pt x="3215" y="64508"/>
                  </a:lnTo>
                  <a:cubicBezTo>
                    <a:pt x="12644" y="75652"/>
                    <a:pt x="22503" y="86797"/>
                    <a:pt x="32361" y="97512"/>
                  </a:cubicBezTo>
                  <a:lnTo>
                    <a:pt x="90654" y="392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5535144" y="3337060"/>
              <a:ext cx="85725" cy="102870"/>
            </a:xfrm>
            <a:custGeom>
              <a:avLst/>
              <a:gdLst/>
              <a:ahLst/>
              <a:cxnLst/>
              <a:rect l="l" t="t" r="r" b="b"/>
              <a:pathLst>
                <a:path w="85725" h="102870" extrusionOk="0">
                  <a:moveTo>
                    <a:pt x="10930" y="100084"/>
                  </a:moveTo>
                  <a:lnTo>
                    <a:pt x="10930" y="100084"/>
                  </a:lnTo>
                  <a:lnTo>
                    <a:pt x="82939" y="28075"/>
                  </a:lnTo>
                  <a:cubicBezTo>
                    <a:pt x="75224" y="19931"/>
                    <a:pt x="67937" y="11359"/>
                    <a:pt x="60222" y="3215"/>
                  </a:cubicBezTo>
                  <a:lnTo>
                    <a:pt x="9644" y="53792"/>
                  </a:lnTo>
                  <a:cubicBezTo>
                    <a:pt x="10501" y="57222"/>
                    <a:pt x="11359" y="61079"/>
                    <a:pt x="11359" y="64937"/>
                  </a:cubicBezTo>
                  <a:cubicBezTo>
                    <a:pt x="11359" y="74367"/>
                    <a:pt x="8358" y="82939"/>
                    <a:pt x="3215" y="90226"/>
                  </a:cubicBezTo>
                  <a:cubicBezTo>
                    <a:pt x="5786" y="93655"/>
                    <a:pt x="8358" y="96655"/>
                    <a:pt x="10930" y="100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0"/>
            <p:cNvSpPr/>
            <p:nvPr/>
          </p:nvSpPr>
          <p:spPr>
            <a:xfrm>
              <a:off x="5310973" y="3095316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24646"/>
                  </a:moveTo>
                  <a:cubicBezTo>
                    <a:pt x="5358" y="28503"/>
                    <a:pt x="7930" y="31932"/>
                    <a:pt x="10501" y="35790"/>
                  </a:cubicBezTo>
                  <a:lnTo>
                    <a:pt x="34933" y="11358"/>
                  </a:lnTo>
                  <a:cubicBezTo>
                    <a:pt x="31504" y="8787"/>
                    <a:pt x="28075" y="6215"/>
                    <a:pt x="24646" y="3215"/>
                  </a:cubicBezTo>
                  <a:lnTo>
                    <a:pt x="3215" y="246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6202085" y="3276624"/>
              <a:ext cx="304324" cy="780098"/>
            </a:xfrm>
            <a:custGeom>
              <a:avLst/>
              <a:gdLst/>
              <a:ahLst/>
              <a:cxnLst/>
              <a:rect l="l" t="t" r="r" b="b"/>
              <a:pathLst>
                <a:path w="304323" h="780097" extrusionOk="0">
                  <a:moveTo>
                    <a:pt x="54650" y="627293"/>
                  </a:moveTo>
                  <a:lnTo>
                    <a:pt x="222242" y="459700"/>
                  </a:lnTo>
                  <a:lnTo>
                    <a:pt x="222242" y="459700"/>
                  </a:lnTo>
                  <a:lnTo>
                    <a:pt x="222242" y="126230"/>
                  </a:lnTo>
                  <a:lnTo>
                    <a:pt x="222242" y="118086"/>
                  </a:lnTo>
                  <a:lnTo>
                    <a:pt x="302824" y="37505"/>
                  </a:lnTo>
                  <a:cubicBezTo>
                    <a:pt x="296823" y="25932"/>
                    <a:pt x="291251" y="14788"/>
                    <a:pt x="285679" y="3215"/>
                  </a:cubicBezTo>
                  <a:lnTo>
                    <a:pt x="179808" y="109514"/>
                  </a:lnTo>
                  <a:lnTo>
                    <a:pt x="179808" y="443841"/>
                  </a:lnTo>
                  <a:lnTo>
                    <a:pt x="179808" y="451985"/>
                  </a:lnTo>
                  <a:lnTo>
                    <a:pt x="3215" y="628150"/>
                  </a:lnTo>
                  <a:lnTo>
                    <a:pt x="3215" y="746022"/>
                  </a:lnTo>
                  <a:cubicBezTo>
                    <a:pt x="20360" y="757166"/>
                    <a:pt x="37076" y="767882"/>
                    <a:pt x="54221" y="778597"/>
                  </a:cubicBezTo>
                  <a:lnTo>
                    <a:pt x="54221" y="6272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6292525" y="3346918"/>
              <a:ext cx="317183" cy="797243"/>
            </a:xfrm>
            <a:custGeom>
              <a:avLst/>
              <a:gdLst/>
              <a:ahLst/>
              <a:cxnLst/>
              <a:rect l="l" t="t" r="r" b="b"/>
              <a:pathLst>
                <a:path w="317182" h="797242" extrusionOk="0">
                  <a:moveTo>
                    <a:pt x="222671" y="286536"/>
                  </a:moveTo>
                  <a:lnTo>
                    <a:pt x="222671" y="286536"/>
                  </a:lnTo>
                  <a:lnTo>
                    <a:pt x="222671" y="282678"/>
                  </a:lnTo>
                  <a:lnTo>
                    <a:pt x="314825" y="190524"/>
                  </a:lnTo>
                  <a:lnTo>
                    <a:pt x="304538" y="152805"/>
                  </a:lnTo>
                  <a:cubicBezTo>
                    <a:pt x="302395" y="148519"/>
                    <a:pt x="300680" y="143804"/>
                    <a:pt x="298537" y="139518"/>
                  </a:cubicBezTo>
                  <a:lnTo>
                    <a:pt x="251817" y="92797"/>
                  </a:lnTo>
                  <a:lnTo>
                    <a:pt x="251817" y="88940"/>
                  </a:lnTo>
                  <a:lnTo>
                    <a:pt x="251817" y="41791"/>
                  </a:lnTo>
                  <a:cubicBezTo>
                    <a:pt x="250531" y="39648"/>
                    <a:pt x="249674" y="37076"/>
                    <a:pt x="248388" y="34933"/>
                  </a:cubicBezTo>
                  <a:cubicBezTo>
                    <a:pt x="242816" y="24217"/>
                    <a:pt x="237244" y="13930"/>
                    <a:pt x="231672" y="3215"/>
                  </a:cubicBezTo>
                  <a:lnTo>
                    <a:pt x="171236" y="63651"/>
                  </a:lnTo>
                  <a:lnTo>
                    <a:pt x="171236" y="397121"/>
                  </a:lnTo>
                  <a:lnTo>
                    <a:pt x="171236" y="405265"/>
                  </a:lnTo>
                  <a:lnTo>
                    <a:pt x="3215" y="573286"/>
                  </a:lnTo>
                  <a:lnTo>
                    <a:pt x="3215" y="731877"/>
                  </a:lnTo>
                  <a:cubicBezTo>
                    <a:pt x="26789" y="746022"/>
                    <a:pt x="50792" y="759738"/>
                    <a:pt x="74795" y="773454"/>
                  </a:cubicBezTo>
                  <a:lnTo>
                    <a:pt x="74795" y="528709"/>
                  </a:lnTo>
                  <a:lnTo>
                    <a:pt x="74795" y="524851"/>
                  </a:lnTo>
                  <a:lnTo>
                    <a:pt x="190524" y="409123"/>
                  </a:lnTo>
                  <a:lnTo>
                    <a:pt x="190524" y="257390"/>
                  </a:lnTo>
                  <a:lnTo>
                    <a:pt x="190524" y="253103"/>
                  </a:lnTo>
                  <a:lnTo>
                    <a:pt x="223099" y="220528"/>
                  </a:lnTo>
                  <a:cubicBezTo>
                    <a:pt x="219242" y="218384"/>
                    <a:pt x="215384" y="215813"/>
                    <a:pt x="212384" y="212812"/>
                  </a:cubicBezTo>
                  <a:cubicBezTo>
                    <a:pt x="195667" y="196096"/>
                    <a:pt x="195667" y="169093"/>
                    <a:pt x="212384" y="152376"/>
                  </a:cubicBezTo>
                  <a:cubicBezTo>
                    <a:pt x="229100" y="135660"/>
                    <a:pt x="256103" y="135231"/>
                    <a:pt x="273248" y="151948"/>
                  </a:cubicBezTo>
                  <a:cubicBezTo>
                    <a:pt x="289965" y="168664"/>
                    <a:pt x="289965" y="196096"/>
                    <a:pt x="273248" y="212812"/>
                  </a:cubicBezTo>
                  <a:cubicBezTo>
                    <a:pt x="265962" y="220099"/>
                    <a:pt x="256532" y="223957"/>
                    <a:pt x="247102" y="224814"/>
                  </a:cubicBezTo>
                  <a:lnTo>
                    <a:pt x="211098" y="260818"/>
                  </a:lnTo>
                  <a:lnTo>
                    <a:pt x="211098" y="412552"/>
                  </a:lnTo>
                  <a:lnTo>
                    <a:pt x="210669" y="416838"/>
                  </a:lnTo>
                  <a:lnTo>
                    <a:pt x="94940" y="532567"/>
                  </a:lnTo>
                  <a:lnTo>
                    <a:pt x="94940" y="784170"/>
                  </a:lnTo>
                  <a:cubicBezTo>
                    <a:pt x="102656" y="788456"/>
                    <a:pt x="109942" y="792742"/>
                    <a:pt x="117658" y="796600"/>
                  </a:cubicBezTo>
                  <a:lnTo>
                    <a:pt x="117658" y="538139"/>
                  </a:lnTo>
                  <a:lnTo>
                    <a:pt x="117229" y="533853"/>
                  </a:lnTo>
                  <a:lnTo>
                    <a:pt x="222671" y="428411"/>
                  </a:lnTo>
                  <a:lnTo>
                    <a:pt x="222671" y="286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6458402" y="3594664"/>
              <a:ext cx="188595" cy="587216"/>
            </a:xfrm>
            <a:custGeom>
              <a:avLst/>
              <a:gdLst/>
              <a:ahLst/>
              <a:cxnLst/>
              <a:rect l="l" t="t" r="r" b="b"/>
              <a:pathLst>
                <a:path w="188595" h="587216" extrusionOk="0">
                  <a:moveTo>
                    <a:pt x="21217" y="585716"/>
                  </a:moveTo>
                  <a:lnTo>
                    <a:pt x="21217" y="327684"/>
                  </a:lnTo>
                  <a:lnTo>
                    <a:pt x="21646" y="323397"/>
                  </a:lnTo>
                  <a:lnTo>
                    <a:pt x="140375" y="204668"/>
                  </a:lnTo>
                  <a:lnTo>
                    <a:pt x="140375" y="62793"/>
                  </a:lnTo>
                  <a:lnTo>
                    <a:pt x="140803" y="58936"/>
                  </a:lnTo>
                  <a:lnTo>
                    <a:pt x="186238" y="13502"/>
                  </a:lnTo>
                  <a:cubicBezTo>
                    <a:pt x="184952" y="10073"/>
                    <a:pt x="183237" y="6644"/>
                    <a:pt x="181951" y="3215"/>
                  </a:cubicBezTo>
                  <a:lnTo>
                    <a:pt x="124944" y="60222"/>
                  </a:lnTo>
                  <a:lnTo>
                    <a:pt x="124944" y="199096"/>
                  </a:lnTo>
                  <a:lnTo>
                    <a:pt x="125373" y="203382"/>
                  </a:lnTo>
                  <a:lnTo>
                    <a:pt x="3215" y="325540"/>
                  </a:lnTo>
                  <a:lnTo>
                    <a:pt x="3215" y="576715"/>
                  </a:lnTo>
                  <a:cubicBezTo>
                    <a:pt x="9216" y="579715"/>
                    <a:pt x="15216" y="582716"/>
                    <a:pt x="21217" y="5857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5688163" y="3529513"/>
              <a:ext cx="94298" cy="98584"/>
            </a:xfrm>
            <a:custGeom>
              <a:avLst/>
              <a:gdLst/>
              <a:ahLst/>
              <a:cxnLst/>
              <a:rect l="l" t="t" r="r" b="b"/>
              <a:pathLst>
                <a:path w="94297" h="98583" extrusionOk="0">
                  <a:moveTo>
                    <a:pt x="68366" y="3215"/>
                  </a:moveTo>
                  <a:lnTo>
                    <a:pt x="3215" y="68366"/>
                  </a:lnTo>
                  <a:cubicBezTo>
                    <a:pt x="11787" y="77367"/>
                    <a:pt x="20360" y="86368"/>
                    <a:pt x="29361" y="95369"/>
                  </a:cubicBezTo>
                  <a:lnTo>
                    <a:pt x="91083" y="33647"/>
                  </a:lnTo>
                  <a:cubicBezTo>
                    <a:pt x="83796" y="23789"/>
                    <a:pt x="76081" y="13502"/>
                    <a:pt x="6836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0"/>
            <p:cNvSpPr/>
            <p:nvPr/>
          </p:nvSpPr>
          <p:spPr>
            <a:xfrm>
              <a:off x="5582293" y="2463951"/>
              <a:ext cx="840105" cy="1084421"/>
            </a:xfrm>
            <a:custGeom>
              <a:avLst/>
              <a:gdLst/>
              <a:ahLst/>
              <a:cxnLst/>
              <a:rect l="l" t="t" r="r" b="b"/>
              <a:pathLst>
                <a:path w="840105" h="1084421" extrusionOk="0">
                  <a:moveTo>
                    <a:pt x="689443" y="436555"/>
                  </a:moveTo>
                  <a:lnTo>
                    <a:pt x="773454" y="436555"/>
                  </a:lnTo>
                  <a:cubicBezTo>
                    <a:pt x="775597" y="432268"/>
                    <a:pt x="778597" y="427982"/>
                    <a:pt x="782027" y="424125"/>
                  </a:cubicBezTo>
                  <a:cubicBezTo>
                    <a:pt x="797886" y="408265"/>
                    <a:pt x="822746" y="407408"/>
                    <a:pt x="839462" y="421124"/>
                  </a:cubicBezTo>
                  <a:cubicBezTo>
                    <a:pt x="836462" y="392835"/>
                    <a:pt x="834747" y="364974"/>
                    <a:pt x="835605" y="336685"/>
                  </a:cubicBezTo>
                  <a:cubicBezTo>
                    <a:pt x="836033" y="304538"/>
                    <a:pt x="837319" y="271963"/>
                    <a:pt x="837748" y="239816"/>
                  </a:cubicBezTo>
                  <a:cubicBezTo>
                    <a:pt x="836890" y="240673"/>
                    <a:pt x="836462" y="241530"/>
                    <a:pt x="835605" y="241959"/>
                  </a:cubicBezTo>
                  <a:cubicBezTo>
                    <a:pt x="818888" y="258675"/>
                    <a:pt x="791885" y="258675"/>
                    <a:pt x="774740" y="241959"/>
                  </a:cubicBezTo>
                  <a:cubicBezTo>
                    <a:pt x="758023" y="225243"/>
                    <a:pt x="757595" y="197811"/>
                    <a:pt x="774311" y="181094"/>
                  </a:cubicBezTo>
                  <a:cubicBezTo>
                    <a:pt x="791028" y="164378"/>
                    <a:pt x="818888" y="164378"/>
                    <a:pt x="835605" y="181094"/>
                  </a:cubicBezTo>
                  <a:cubicBezTo>
                    <a:pt x="836033" y="181523"/>
                    <a:pt x="836462" y="182380"/>
                    <a:pt x="837319" y="182809"/>
                  </a:cubicBezTo>
                  <a:cubicBezTo>
                    <a:pt x="836890" y="171665"/>
                    <a:pt x="836462" y="160520"/>
                    <a:pt x="835605" y="149376"/>
                  </a:cubicBezTo>
                  <a:cubicBezTo>
                    <a:pt x="835176" y="140375"/>
                    <a:pt x="834319" y="131802"/>
                    <a:pt x="833462" y="122801"/>
                  </a:cubicBezTo>
                  <a:lnTo>
                    <a:pt x="809458" y="98798"/>
                  </a:lnTo>
                  <a:lnTo>
                    <a:pt x="731449" y="98798"/>
                  </a:lnTo>
                  <a:cubicBezTo>
                    <a:pt x="729734" y="106513"/>
                    <a:pt x="726305" y="113800"/>
                    <a:pt x="720305" y="120230"/>
                  </a:cubicBezTo>
                  <a:cubicBezTo>
                    <a:pt x="703588" y="136946"/>
                    <a:pt x="676156" y="136946"/>
                    <a:pt x="659440" y="120230"/>
                  </a:cubicBezTo>
                  <a:cubicBezTo>
                    <a:pt x="642723" y="103513"/>
                    <a:pt x="642723" y="76081"/>
                    <a:pt x="659440" y="59365"/>
                  </a:cubicBezTo>
                  <a:cubicBezTo>
                    <a:pt x="676156" y="42648"/>
                    <a:pt x="703160" y="42648"/>
                    <a:pt x="719876" y="59793"/>
                  </a:cubicBezTo>
                  <a:cubicBezTo>
                    <a:pt x="725448" y="65365"/>
                    <a:pt x="729306" y="72223"/>
                    <a:pt x="731020" y="79510"/>
                  </a:cubicBezTo>
                  <a:lnTo>
                    <a:pt x="813745" y="79081"/>
                  </a:lnTo>
                  <a:lnTo>
                    <a:pt x="817602" y="79081"/>
                  </a:lnTo>
                  <a:lnTo>
                    <a:pt x="830890" y="92369"/>
                  </a:lnTo>
                  <a:cubicBezTo>
                    <a:pt x="828747" y="64508"/>
                    <a:pt x="826175" y="36648"/>
                    <a:pt x="824032" y="8787"/>
                  </a:cubicBezTo>
                  <a:cubicBezTo>
                    <a:pt x="823175" y="7072"/>
                    <a:pt x="822746" y="4929"/>
                    <a:pt x="821889" y="3215"/>
                  </a:cubicBezTo>
                  <a:lnTo>
                    <a:pt x="818888" y="5787"/>
                  </a:lnTo>
                  <a:lnTo>
                    <a:pt x="818888" y="5787"/>
                  </a:lnTo>
                  <a:lnTo>
                    <a:pt x="806458" y="5787"/>
                  </a:lnTo>
                  <a:lnTo>
                    <a:pt x="670155" y="6215"/>
                  </a:lnTo>
                  <a:lnTo>
                    <a:pt x="616149" y="60222"/>
                  </a:lnTo>
                  <a:lnTo>
                    <a:pt x="616149" y="211955"/>
                  </a:lnTo>
                  <a:lnTo>
                    <a:pt x="616149" y="223957"/>
                  </a:lnTo>
                  <a:lnTo>
                    <a:pt x="3215" y="836890"/>
                  </a:lnTo>
                  <a:cubicBezTo>
                    <a:pt x="18645" y="853178"/>
                    <a:pt x="34076" y="869895"/>
                    <a:pt x="49506" y="886611"/>
                  </a:cubicBezTo>
                  <a:lnTo>
                    <a:pt x="263819" y="672299"/>
                  </a:lnTo>
                  <a:lnTo>
                    <a:pt x="285250" y="593431"/>
                  </a:lnTo>
                  <a:lnTo>
                    <a:pt x="286536" y="588288"/>
                  </a:lnTo>
                  <a:lnTo>
                    <a:pt x="563856" y="310968"/>
                  </a:lnTo>
                  <a:lnTo>
                    <a:pt x="572000" y="310968"/>
                  </a:lnTo>
                  <a:lnTo>
                    <a:pt x="650439" y="311396"/>
                  </a:lnTo>
                  <a:cubicBezTo>
                    <a:pt x="652582" y="305395"/>
                    <a:pt x="655582" y="299823"/>
                    <a:pt x="660297" y="295108"/>
                  </a:cubicBezTo>
                  <a:cubicBezTo>
                    <a:pt x="677013" y="278392"/>
                    <a:pt x="704445" y="278392"/>
                    <a:pt x="721162" y="295108"/>
                  </a:cubicBezTo>
                  <a:cubicBezTo>
                    <a:pt x="737878" y="311825"/>
                    <a:pt x="737878" y="339257"/>
                    <a:pt x="721162" y="355973"/>
                  </a:cubicBezTo>
                  <a:cubicBezTo>
                    <a:pt x="704445" y="372690"/>
                    <a:pt x="677013" y="372690"/>
                    <a:pt x="660297" y="355973"/>
                  </a:cubicBezTo>
                  <a:cubicBezTo>
                    <a:pt x="658582" y="354259"/>
                    <a:pt x="656868" y="352116"/>
                    <a:pt x="655582" y="349972"/>
                  </a:cubicBezTo>
                  <a:lnTo>
                    <a:pt x="579715" y="350401"/>
                  </a:lnTo>
                  <a:lnTo>
                    <a:pt x="321683" y="608433"/>
                  </a:lnTo>
                  <a:lnTo>
                    <a:pt x="300252" y="687300"/>
                  </a:lnTo>
                  <a:lnTo>
                    <a:pt x="298966" y="692444"/>
                  </a:lnTo>
                  <a:lnTo>
                    <a:pt x="75652" y="915757"/>
                  </a:lnTo>
                  <a:cubicBezTo>
                    <a:pt x="85511" y="926902"/>
                    <a:pt x="94940" y="938046"/>
                    <a:pt x="104370" y="949190"/>
                  </a:cubicBezTo>
                  <a:lnTo>
                    <a:pt x="384691" y="668870"/>
                  </a:lnTo>
                  <a:lnTo>
                    <a:pt x="398407" y="617006"/>
                  </a:lnTo>
                  <a:lnTo>
                    <a:pt x="399264" y="614434"/>
                  </a:lnTo>
                  <a:lnTo>
                    <a:pt x="421124" y="592574"/>
                  </a:lnTo>
                  <a:cubicBezTo>
                    <a:pt x="405265" y="575858"/>
                    <a:pt x="405265" y="549283"/>
                    <a:pt x="421981" y="532995"/>
                  </a:cubicBezTo>
                  <a:cubicBezTo>
                    <a:pt x="438698" y="516279"/>
                    <a:pt x="466130" y="516279"/>
                    <a:pt x="482846" y="533424"/>
                  </a:cubicBezTo>
                  <a:cubicBezTo>
                    <a:pt x="499563" y="550140"/>
                    <a:pt x="499563" y="577144"/>
                    <a:pt x="482846" y="594289"/>
                  </a:cubicBezTo>
                  <a:cubicBezTo>
                    <a:pt x="470416" y="606719"/>
                    <a:pt x="452842" y="609719"/>
                    <a:pt x="437840" y="604147"/>
                  </a:cubicBezTo>
                  <a:lnTo>
                    <a:pt x="416838" y="625150"/>
                  </a:lnTo>
                  <a:lnTo>
                    <a:pt x="403122" y="677013"/>
                  </a:lnTo>
                  <a:lnTo>
                    <a:pt x="402265" y="679585"/>
                  </a:lnTo>
                  <a:lnTo>
                    <a:pt x="117229" y="964621"/>
                  </a:lnTo>
                  <a:cubicBezTo>
                    <a:pt x="124516" y="973622"/>
                    <a:pt x="131802" y="982194"/>
                    <a:pt x="139089" y="991195"/>
                  </a:cubicBezTo>
                  <a:lnTo>
                    <a:pt x="532567" y="597718"/>
                  </a:lnTo>
                  <a:lnTo>
                    <a:pt x="532567" y="466130"/>
                  </a:lnTo>
                  <a:cubicBezTo>
                    <a:pt x="532567" y="463987"/>
                    <a:pt x="532995" y="461843"/>
                    <a:pt x="534281" y="460129"/>
                  </a:cubicBezTo>
                  <a:cubicBezTo>
                    <a:pt x="525280" y="443841"/>
                    <a:pt x="526995" y="422410"/>
                    <a:pt x="541139" y="408694"/>
                  </a:cubicBezTo>
                  <a:cubicBezTo>
                    <a:pt x="557856" y="391978"/>
                    <a:pt x="585288" y="392406"/>
                    <a:pt x="602004" y="409123"/>
                  </a:cubicBezTo>
                  <a:cubicBezTo>
                    <a:pt x="618720" y="425839"/>
                    <a:pt x="618720" y="452842"/>
                    <a:pt x="602004" y="469559"/>
                  </a:cubicBezTo>
                  <a:cubicBezTo>
                    <a:pt x="588288" y="483275"/>
                    <a:pt x="568143" y="485847"/>
                    <a:pt x="552283" y="477274"/>
                  </a:cubicBezTo>
                  <a:lnTo>
                    <a:pt x="552283" y="601575"/>
                  </a:lnTo>
                  <a:lnTo>
                    <a:pt x="551855" y="605862"/>
                  </a:lnTo>
                  <a:lnTo>
                    <a:pt x="151090" y="1006626"/>
                  </a:lnTo>
                  <a:cubicBezTo>
                    <a:pt x="159663" y="1017342"/>
                    <a:pt x="167807" y="1028057"/>
                    <a:pt x="176379" y="1038773"/>
                  </a:cubicBezTo>
                  <a:lnTo>
                    <a:pt x="471702" y="743450"/>
                  </a:lnTo>
                  <a:lnTo>
                    <a:pt x="475560" y="743450"/>
                  </a:lnTo>
                  <a:lnTo>
                    <a:pt x="513279" y="743022"/>
                  </a:lnTo>
                  <a:lnTo>
                    <a:pt x="532995" y="709160"/>
                  </a:lnTo>
                  <a:cubicBezTo>
                    <a:pt x="526566" y="693730"/>
                    <a:pt x="529566" y="675299"/>
                    <a:pt x="542425" y="662440"/>
                  </a:cubicBezTo>
                  <a:cubicBezTo>
                    <a:pt x="559141" y="645724"/>
                    <a:pt x="586145" y="645724"/>
                    <a:pt x="602861" y="662440"/>
                  </a:cubicBezTo>
                  <a:cubicBezTo>
                    <a:pt x="619578" y="679156"/>
                    <a:pt x="620006" y="706160"/>
                    <a:pt x="603290" y="722876"/>
                  </a:cubicBezTo>
                  <a:cubicBezTo>
                    <a:pt x="587859" y="738735"/>
                    <a:pt x="562999" y="739593"/>
                    <a:pt x="546283" y="725877"/>
                  </a:cubicBezTo>
                  <a:lnTo>
                    <a:pt x="527852" y="757595"/>
                  </a:lnTo>
                  <a:lnTo>
                    <a:pt x="525280" y="762738"/>
                  </a:lnTo>
                  <a:lnTo>
                    <a:pt x="519708" y="762738"/>
                  </a:lnTo>
                  <a:lnTo>
                    <a:pt x="480274" y="762738"/>
                  </a:lnTo>
                  <a:lnTo>
                    <a:pt x="188809" y="1054203"/>
                  </a:lnTo>
                  <a:cubicBezTo>
                    <a:pt x="196525" y="1064062"/>
                    <a:pt x="203811" y="1074349"/>
                    <a:pt x="211527" y="1084636"/>
                  </a:cubicBezTo>
                  <a:lnTo>
                    <a:pt x="517993" y="778169"/>
                  </a:lnTo>
                  <a:lnTo>
                    <a:pt x="523566" y="779455"/>
                  </a:lnTo>
                  <a:lnTo>
                    <a:pt x="584859" y="796171"/>
                  </a:lnTo>
                  <a:lnTo>
                    <a:pt x="646152" y="734878"/>
                  </a:lnTo>
                  <a:lnTo>
                    <a:pt x="646152" y="669727"/>
                  </a:lnTo>
                  <a:lnTo>
                    <a:pt x="583573" y="605004"/>
                  </a:lnTo>
                  <a:lnTo>
                    <a:pt x="584002" y="600718"/>
                  </a:lnTo>
                  <a:lnTo>
                    <a:pt x="584002" y="541996"/>
                  </a:lnTo>
                  <a:lnTo>
                    <a:pt x="583573" y="537710"/>
                  </a:lnTo>
                  <a:lnTo>
                    <a:pt x="684729" y="436555"/>
                  </a:lnTo>
                  <a:lnTo>
                    <a:pt x="689443" y="4365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5947053" y="3832551"/>
              <a:ext cx="12859" cy="12859"/>
            </a:xfrm>
            <a:custGeom>
              <a:avLst/>
              <a:gdLst/>
              <a:ahLst/>
              <a:cxnLst/>
              <a:rect l="l" t="t" r="r" b="b"/>
              <a:pathLst>
                <a:path w="12858" h="12858" extrusionOk="0">
                  <a:moveTo>
                    <a:pt x="12644" y="10930"/>
                  </a:moveTo>
                  <a:cubicBezTo>
                    <a:pt x="11359" y="8358"/>
                    <a:pt x="9644" y="5786"/>
                    <a:pt x="8358" y="3215"/>
                  </a:cubicBezTo>
                  <a:lnTo>
                    <a:pt x="3215" y="3215"/>
                  </a:lnTo>
                  <a:cubicBezTo>
                    <a:pt x="6215" y="5786"/>
                    <a:pt x="9215" y="8358"/>
                    <a:pt x="12644" y="10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5950053" y="3225617"/>
              <a:ext cx="522923" cy="771525"/>
            </a:xfrm>
            <a:custGeom>
              <a:avLst/>
              <a:gdLst/>
              <a:ahLst/>
              <a:cxnLst/>
              <a:rect l="l" t="t" r="r" b="b"/>
              <a:pathLst>
                <a:path w="522922" h="771525" extrusionOk="0">
                  <a:moveTo>
                    <a:pt x="392406" y="486704"/>
                  </a:moveTo>
                  <a:lnTo>
                    <a:pt x="392406" y="486704"/>
                  </a:lnTo>
                  <a:lnTo>
                    <a:pt x="392406" y="152376"/>
                  </a:lnTo>
                  <a:lnTo>
                    <a:pt x="392406" y="144232"/>
                  </a:lnTo>
                  <a:lnTo>
                    <a:pt x="520994" y="15645"/>
                  </a:lnTo>
                  <a:cubicBezTo>
                    <a:pt x="519279" y="11359"/>
                    <a:pt x="517565" y="7072"/>
                    <a:pt x="516279" y="3215"/>
                  </a:cubicBezTo>
                  <a:lnTo>
                    <a:pt x="248817" y="270248"/>
                  </a:lnTo>
                  <a:lnTo>
                    <a:pt x="231243" y="335399"/>
                  </a:lnTo>
                  <a:lnTo>
                    <a:pt x="230386" y="337542"/>
                  </a:lnTo>
                  <a:lnTo>
                    <a:pt x="3215" y="564713"/>
                  </a:lnTo>
                  <a:cubicBezTo>
                    <a:pt x="13502" y="582716"/>
                    <a:pt x="23789" y="600718"/>
                    <a:pt x="34076" y="619149"/>
                  </a:cubicBezTo>
                  <a:lnTo>
                    <a:pt x="307538" y="345686"/>
                  </a:lnTo>
                  <a:cubicBezTo>
                    <a:pt x="301109" y="343543"/>
                    <a:pt x="294680" y="340543"/>
                    <a:pt x="289108" y="334971"/>
                  </a:cubicBezTo>
                  <a:cubicBezTo>
                    <a:pt x="272391" y="318254"/>
                    <a:pt x="272391" y="291251"/>
                    <a:pt x="289536" y="274106"/>
                  </a:cubicBezTo>
                  <a:cubicBezTo>
                    <a:pt x="306253" y="257389"/>
                    <a:pt x="333256" y="257389"/>
                    <a:pt x="349972" y="274106"/>
                  </a:cubicBezTo>
                  <a:cubicBezTo>
                    <a:pt x="366689" y="290822"/>
                    <a:pt x="366689" y="317826"/>
                    <a:pt x="349972" y="334971"/>
                  </a:cubicBezTo>
                  <a:cubicBezTo>
                    <a:pt x="345686" y="339257"/>
                    <a:pt x="340971" y="342257"/>
                    <a:pt x="335828" y="344400"/>
                  </a:cubicBezTo>
                  <a:cubicBezTo>
                    <a:pt x="335399" y="345257"/>
                    <a:pt x="334542" y="346115"/>
                    <a:pt x="334113" y="346543"/>
                  </a:cubicBezTo>
                  <a:lnTo>
                    <a:pt x="43505" y="637151"/>
                  </a:lnTo>
                  <a:cubicBezTo>
                    <a:pt x="46077" y="642295"/>
                    <a:pt x="49077" y="647010"/>
                    <a:pt x="51649" y="652153"/>
                  </a:cubicBezTo>
                  <a:cubicBezTo>
                    <a:pt x="105227" y="694158"/>
                    <a:pt x="160091" y="733592"/>
                    <a:pt x="215813" y="771311"/>
                  </a:cubicBezTo>
                  <a:lnTo>
                    <a:pt x="215813" y="671441"/>
                  </a:lnTo>
                  <a:lnTo>
                    <a:pt x="215813" y="663297"/>
                  </a:lnTo>
                  <a:lnTo>
                    <a:pt x="392406" y="4867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5633728" y="487132"/>
              <a:ext cx="600075" cy="347186"/>
            </a:xfrm>
            <a:custGeom>
              <a:avLst/>
              <a:gdLst/>
              <a:ahLst/>
              <a:cxnLst/>
              <a:rect l="l" t="t" r="r" b="b"/>
              <a:pathLst>
                <a:path w="600075" h="347186" extrusionOk="0">
                  <a:moveTo>
                    <a:pt x="548426" y="347401"/>
                  </a:moveTo>
                  <a:cubicBezTo>
                    <a:pt x="554855" y="346543"/>
                    <a:pt x="561285" y="344400"/>
                    <a:pt x="567714" y="340543"/>
                  </a:cubicBezTo>
                  <a:cubicBezTo>
                    <a:pt x="584430" y="328970"/>
                    <a:pt x="591717" y="308824"/>
                    <a:pt x="599004" y="290393"/>
                  </a:cubicBezTo>
                  <a:lnTo>
                    <a:pt x="495276" y="186666"/>
                  </a:lnTo>
                  <a:lnTo>
                    <a:pt x="495705" y="182380"/>
                  </a:lnTo>
                  <a:lnTo>
                    <a:pt x="495276" y="126659"/>
                  </a:lnTo>
                  <a:lnTo>
                    <a:pt x="430983" y="62365"/>
                  </a:lnTo>
                  <a:lnTo>
                    <a:pt x="268534" y="62365"/>
                  </a:lnTo>
                  <a:lnTo>
                    <a:pt x="209383" y="3215"/>
                  </a:lnTo>
                  <a:lnTo>
                    <a:pt x="3215" y="3215"/>
                  </a:lnTo>
                  <a:cubicBezTo>
                    <a:pt x="3643" y="9644"/>
                    <a:pt x="4501" y="16073"/>
                    <a:pt x="4929" y="22503"/>
                  </a:cubicBezTo>
                  <a:cubicBezTo>
                    <a:pt x="5358" y="25932"/>
                    <a:pt x="5358" y="28932"/>
                    <a:pt x="5786" y="32361"/>
                  </a:cubicBezTo>
                  <a:lnTo>
                    <a:pt x="210241" y="31933"/>
                  </a:lnTo>
                  <a:lnTo>
                    <a:pt x="214527" y="32361"/>
                  </a:lnTo>
                  <a:lnTo>
                    <a:pt x="318683" y="136517"/>
                  </a:lnTo>
                  <a:lnTo>
                    <a:pt x="353830" y="136517"/>
                  </a:lnTo>
                  <a:cubicBezTo>
                    <a:pt x="351687" y="121944"/>
                    <a:pt x="356402" y="106085"/>
                    <a:pt x="367975" y="94940"/>
                  </a:cubicBezTo>
                  <a:cubicBezTo>
                    <a:pt x="387263" y="75652"/>
                    <a:pt x="418552" y="75224"/>
                    <a:pt x="437840" y="94512"/>
                  </a:cubicBezTo>
                  <a:cubicBezTo>
                    <a:pt x="457129" y="113800"/>
                    <a:pt x="457129" y="145090"/>
                    <a:pt x="437840" y="164378"/>
                  </a:cubicBezTo>
                  <a:cubicBezTo>
                    <a:pt x="418552" y="183666"/>
                    <a:pt x="387263" y="183666"/>
                    <a:pt x="367975" y="164378"/>
                  </a:cubicBezTo>
                  <a:cubicBezTo>
                    <a:pt x="365403" y="161806"/>
                    <a:pt x="362831" y="158806"/>
                    <a:pt x="361117" y="155377"/>
                  </a:cubicBezTo>
                  <a:lnTo>
                    <a:pt x="315254" y="155377"/>
                  </a:lnTo>
                  <a:lnTo>
                    <a:pt x="310968" y="155805"/>
                  </a:lnTo>
                  <a:lnTo>
                    <a:pt x="206383" y="51221"/>
                  </a:lnTo>
                  <a:lnTo>
                    <a:pt x="7930" y="51221"/>
                  </a:lnTo>
                  <a:cubicBezTo>
                    <a:pt x="9215" y="61508"/>
                    <a:pt x="10930" y="71795"/>
                    <a:pt x="12644" y="82082"/>
                  </a:cubicBezTo>
                  <a:lnTo>
                    <a:pt x="196525" y="82082"/>
                  </a:lnTo>
                  <a:lnTo>
                    <a:pt x="202954" y="82082"/>
                  </a:lnTo>
                  <a:lnTo>
                    <a:pt x="331970" y="211098"/>
                  </a:lnTo>
                  <a:lnTo>
                    <a:pt x="465701" y="211098"/>
                  </a:lnTo>
                  <a:lnTo>
                    <a:pt x="472130" y="211098"/>
                  </a:lnTo>
                  <a:lnTo>
                    <a:pt x="548855" y="287822"/>
                  </a:lnTo>
                  <a:lnTo>
                    <a:pt x="548426" y="294251"/>
                  </a:lnTo>
                  <a:lnTo>
                    <a:pt x="548426" y="3474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6729722" y="2099620"/>
              <a:ext cx="235744" cy="278606"/>
            </a:xfrm>
            <a:custGeom>
              <a:avLst/>
              <a:gdLst/>
              <a:ahLst/>
              <a:cxnLst/>
              <a:rect l="l" t="t" r="r" b="b"/>
              <a:pathLst>
                <a:path w="235743" h="278606" extrusionOk="0">
                  <a:moveTo>
                    <a:pt x="8787" y="272391"/>
                  </a:moveTo>
                  <a:cubicBezTo>
                    <a:pt x="9216" y="274534"/>
                    <a:pt x="10073" y="276678"/>
                    <a:pt x="10501" y="278821"/>
                  </a:cubicBezTo>
                  <a:lnTo>
                    <a:pt x="224385" y="106513"/>
                  </a:lnTo>
                  <a:lnTo>
                    <a:pt x="233386" y="29361"/>
                  </a:lnTo>
                  <a:lnTo>
                    <a:pt x="233386" y="29361"/>
                  </a:lnTo>
                  <a:lnTo>
                    <a:pt x="233815" y="26360"/>
                  </a:lnTo>
                  <a:cubicBezTo>
                    <a:pt x="223957" y="19074"/>
                    <a:pt x="214098" y="11787"/>
                    <a:pt x="205097" y="3215"/>
                  </a:cubicBezTo>
                  <a:lnTo>
                    <a:pt x="195239" y="94083"/>
                  </a:lnTo>
                  <a:lnTo>
                    <a:pt x="194382" y="100084"/>
                  </a:lnTo>
                  <a:lnTo>
                    <a:pt x="3215" y="253960"/>
                  </a:lnTo>
                  <a:cubicBezTo>
                    <a:pt x="5358" y="259961"/>
                    <a:pt x="7072" y="266390"/>
                    <a:pt x="8787" y="27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7230356" y="2972300"/>
              <a:ext cx="227171" cy="210026"/>
            </a:xfrm>
            <a:custGeom>
              <a:avLst/>
              <a:gdLst/>
              <a:ahLst/>
              <a:cxnLst/>
              <a:rect l="l" t="t" r="r" b="b"/>
              <a:pathLst>
                <a:path w="227171" h="210026" extrusionOk="0">
                  <a:moveTo>
                    <a:pt x="93654" y="98798"/>
                  </a:moveTo>
                  <a:lnTo>
                    <a:pt x="55507" y="94512"/>
                  </a:lnTo>
                  <a:lnTo>
                    <a:pt x="34504" y="111228"/>
                  </a:lnTo>
                  <a:cubicBezTo>
                    <a:pt x="24217" y="143375"/>
                    <a:pt x="11358" y="174236"/>
                    <a:pt x="3215" y="206812"/>
                  </a:cubicBezTo>
                  <a:cubicBezTo>
                    <a:pt x="73081" y="149804"/>
                    <a:pt x="142089" y="94512"/>
                    <a:pt x="196524" y="50792"/>
                  </a:cubicBezTo>
                  <a:cubicBezTo>
                    <a:pt x="207240" y="42219"/>
                    <a:pt x="217098" y="34076"/>
                    <a:pt x="226528" y="26789"/>
                  </a:cubicBezTo>
                  <a:cubicBezTo>
                    <a:pt x="223099" y="19074"/>
                    <a:pt x="219242" y="11358"/>
                    <a:pt x="215813" y="3215"/>
                  </a:cubicBezTo>
                  <a:lnTo>
                    <a:pt x="97083" y="99227"/>
                  </a:lnTo>
                  <a:lnTo>
                    <a:pt x="93654" y="987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6349960" y="1149787"/>
              <a:ext cx="51435" cy="34290"/>
            </a:xfrm>
            <a:custGeom>
              <a:avLst/>
              <a:gdLst/>
              <a:ahLst/>
              <a:cxnLst/>
              <a:rect l="l" t="t" r="r" b="b"/>
              <a:pathLst>
                <a:path w="51435" h="34290" extrusionOk="0">
                  <a:moveTo>
                    <a:pt x="49078" y="30218"/>
                  </a:moveTo>
                  <a:lnTo>
                    <a:pt x="29361" y="5786"/>
                  </a:lnTo>
                  <a:cubicBezTo>
                    <a:pt x="20788" y="4501"/>
                    <a:pt x="11787" y="4072"/>
                    <a:pt x="3215" y="3215"/>
                  </a:cubicBezTo>
                  <a:lnTo>
                    <a:pt x="25503" y="31075"/>
                  </a:lnTo>
                  <a:cubicBezTo>
                    <a:pt x="33218" y="28504"/>
                    <a:pt x="41362" y="28504"/>
                    <a:pt x="49078" y="30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6640568" y="2005322"/>
              <a:ext cx="270034" cy="321469"/>
            </a:xfrm>
            <a:custGeom>
              <a:avLst/>
              <a:gdLst/>
              <a:ahLst/>
              <a:cxnLst/>
              <a:rect l="l" t="t" r="r" b="b"/>
              <a:pathLst>
                <a:path w="270033" h="321468" extrusionOk="0">
                  <a:moveTo>
                    <a:pt x="32790" y="235529"/>
                  </a:moveTo>
                  <a:lnTo>
                    <a:pt x="144661" y="145518"/>
                  </a:lnTo>
                  <a:cubicBezTo>
                    <a:pt x="142089" y="130516"/>
                    <a:pt x="147233" y="115086"/>
                    <a:pt x="159663" y="104799"/>
                  </a:cubicBezTo>
                  <a:cubicBezTo>
                    <a:pt x="178094" y="89797"/>
                    <a:pt x="205097" y="92797"/>
                    <a:pt x="220099" y="111228"/>
                  </a:cubicBezTo>
                  <a:cubicBezTo>
                    <a:pt x="235101" y="129659"/>
                    <a:pt x="232101" y="156662"/>
                    <a:pt x="213670" y="171664"/>
                  </a:cubicBezTo>
                  <a:lnTo>
                    <a:pt x="213670" y="171664"/>
                  </a:lnTo>
                  <a:cubicBezTo>
                    <a:pt x="197382" y="184523"/>
                    <a:pt x="175094" y="184094"/>
                    <a:pt x="159663" y="171664"/>
                  </a:cubicBezTo>
                  <a:lnTo>
                    <a:pt x="48649" y="260818"/>
                  </a:lnTo>
                  <a:cubicBezTo>
                    <a:pt x="60651" y="279678"/>
                    <a:pt x="71795" y="299395"/>
                    <a:pt x="81225" y="319540"/>
                  </a:cubicBezTo>
                  <a:lnTo>
                    <a:pt x="255675" y="178951"/>
                  </a:lnTo>
                  <a:lnTo>
                    <a:pt x="267676" y="65794"/>
                  </a:lnTo>
                  <a:cubicBezTo>
                    <a:pt x="263819" y="59365"/>
                    <a:pt x="259961" y="52935"/>
                    <a:pt x="256532" y="46506"/>
                  </a:cubicBezTo>
                  <a:cubicBezTo>
                    <a:pt x="248817" y="31932"/>
                    <a:pt x="241102" y="17788"/>
                    <a:pt x="233815" y="3215"/>
                  </a:cubicBezTo>
                  <a:lnTo>
                    <a:pt x="3215" y="188809"/>
                  </a:lnTo>
                  <a:cubicBezTo>
                    <a:pt x="13502" y="204240"/>
                    <a:pt x="22932" y="219670"/>
                    <a:pt x="32790" y="235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6745153" y="2144197"/>
              <a:ext cx="282893" cy="304324"/>
            </a:xfrm>
            <a:custGeom>
              <a:avLst/>
              <a:gdLst/>
              <a:ahLst/>
              <a:cxnLst/>
              <a:rect l="l" t="t" r="r" b="b"/>
              <a:pathLst>
                <a:path w="282892" h="304323" extrusionOk="0">
                  <a:moveTo>
                    <a:pt x="16931" y="301966"/>
                  </a:moveTo>
                  <a:lnTo>
                    <a:pt x="252675" y="111657"/>
                  </a:lnTo>
                  <a:lnTo>
                    <a:pt x="280535" y="39648"/>
                  </a:lnTo>
                  <a:lnTo>
                    <a:pt x="280535" y="39648"/>
                  </a:lnTo>
                  <a:cubicBezTo>
                    <a:pt x="269820" y="28075"/>
                    <a:pt x="259104" y="16931"/>
                    <a:pt x="247960" y="6215"/>
                  </a:cubicBezTo>
                  <a:cubicBezTo>
                    <a:pt x="247102" y="5358"/>
                    <a:pt x="245816" y="4501"/>
                    <a:pt x="244959" y="3215"/>
                  </a:cubicBezTo>
                  <a:lnTo>
                    <a:pt x="237673" y="71366"/>
                  </a:lnTo>
                  <a:lnTo>
                    <a:pt x="236815" y="77367"/>
                  </a:lnTo>
                  <a:lnTo>
                    <a:pt x="3215" y="265533"/>
                  </a:lnTo>
                  <a:cubicBezTo>
                    <a:pt x="7501" y="277535"/>
                    <a:pt x="11787" y="289965"/>
                    <a:pt x="16931" y="301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5647015" y="3481935"/>
              <a:ext cx="98584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7512" y="35362"/>
                  </a:moveTo>
                  <a:cubicBezTo>
                    <a:pt x="89368" y="24646"/>
                    <a:pt x="80796" y="13930"/>
                    <a:pt x="72652" y="3215"/>
                  </a:cubicBezTo>
                  <a:lnTo>
                    <a:pt x="3215" y="72652"/>
                  </a:lnTo>
                  <a:cubicBezTo>
                    <a:pt x="12216" y="82510"/>
                    <a:pt x="21646" y="92369"/>
                    <a:pt x="30647" y="102227"/>
                  </a:cubicBezTo>
                  <a:lnTo>
                    <a:pt x="97512" y="35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6529126" y="1899452"/>
              <a:ext cx="334328" cy="270034"/>
            </a:xfrm>
            <a:custGeom>
              <a:avLst/>
              <a:gdLst/>
              <a:ahLst/>
              <a:cxnLst/>
              <a:rect l="l" t="t" r="r" b="b"/>
              <a:pathLst>
                <a:path w="334327" h="270033" extrusionOk="0">
                  <a:moveTo>
                    <a:pt x="3215" y="165235"/>
                  </a:moveTo>
                  <a:cubicBezTo>
                    <a:pt x="18645" y="179380"/>
                    <a:pt x="35362" y="192238"/>
                    <a:pt x="51221" y="205954"/>
                  </a:cubicBezTo>
                  <a:lnTo>
                    <a:pt x="152376" y="124516"/>
                  </a:lnTo>
                  <a:cubicBezTo>
                    <a:pt x="153233" y="124087"/>
                    <a:pt x="153662" y="123658"/>
                    <a:pt x="154519" y="123230"/>
                  </a:cubicBezTo>
                  <a:cubicBezTo>
                    <a:pt x="144232" y="105228"/>
                    <a:pt x="148519" y="82082"/>
                    <a:pt x="165235" y="68794"/>
                  </a:cubicBezTo>
                  <a:cubicBezTo>
                    <a:pt x="183666" y="53793"/>
                    <a:pt x="210241" y="56793"/>
                    <a:pt x="225242" y="75224"/>
                  </a:cubicBezTo>
                  <a:cubicBezTo>
                    <a:pt x="240244" y="93655"/>
                    <a:pt x="237673" y="120658"/>
                    <a:pt x="219242" y="135660"/>
                  </a:cubicBezTo>
                  <a:cubicBezTo>
                    <a:pt x="206383" y="145947"/>
                    <a:pt x="189238" y="147233"/>
                    <a:pt x="175094" y="141232"/>
                  </a:cubicBezTo>
                  <a:cubicBezTo>
                    <a:pt x="174236" y="143375"/>
                    <a:pt x="172950" y="145518"/>
                    <a:pt x="170807" y="147233"/>
                  </a:cubicBezTo>
                  <a:lnTo>
                    <a:pt x="72223" y="226528"/>
                  </a:lnTo>
                  <a:cubicBezTo>
                    <a:pt x="73509" y="227814"/>
                    <a:pt x="74795" y="229100"/>
                    <a:pt x="75652" y="230386"/>
                  </a:cubicBezTo>
                  <a:cubicBezTo>
                    <a:pt x="83368" y="243245"/>
                    <a:pt x="91512" y="256103"/>
                    <a:pt x="99227" y="268962"/>
                  </a:cubicBezTo>
                  <a:lnTo>
                    <a:pt x="331970" y="81224"/>
                  </a:lnTo>
                  <a:cubicBezTo>
                    <a:pt x="323826" y="64508"/>
                    <a:pt x="315682" y="47792"/>
                    <a:pt x="307538" y="31075"/>
                  </a:cubicBezTo>
                  <a:cubicBezTo>
                    <a:pt x="300681" y="28504"/>
                    <a:pt x="294680" y="24217"/>
                    <a:pt x="289536" y="17788"/>
                  </a:cubicBezTo>
                  <a:cubicBezTo>
                    <a:pt x="288250" y="16073"/>
                    <a:pt x="286965" y="14359"/>
                    <a:pt x="285679" y="12216"/>
                  </a:cubicBezTo>
                  <a:lnTo>
                    <a:pt x="202954" y="3215"/>
                  </a:lnTo>
                  <a:lnTo>
                    <a:pt x="3215" y="1652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6529126" y="206147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6644426" y="1365814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0"/>
            <p:cNvSpPr/>
            <p:nvPr/>
          </p:nvSpPr>
          <p:spPr>
            <a:xfrm>
              <a:off x="6421969" y="1162645"/>
              <a:ext cx="227171" cy="205740"/>
            </a:xfrm>
            <a:custGeom>
              <a:avLst/>
              <a:gdLst/>
              <a:ahLst/>
              <a:cxnLst/>
              <a:rect l="l" t="t" r="r" b="b"/>
              <a:pathLst>
                <a:path w="227171" h="205740" extrusionOk="0">
                  <a:moveTo>
                    <a:pt x="225671" y="206383"/>
                  </a:moveTo>
                  <a:cubicBezTo>
                    <a:pt x="178522" y="117658"/>
                    <a:pt x="102227" y="42648"/>
                    <a:pt x="7930" y="4929"/>
                  </a:cubicBezTo>
                  <a:cubicBezTo>
                    <a:pt x="6215" y="4072"/>
                    <a:pt x="4929" y="3643"/>
                    <a:pt x="3215" y="3215"/>
                  </a:cubicBezTo>
                  <a:lnTo>
                    <a:pt x="161377" y="199525"/>
                  </a:lnTo>
                  <a:lnTo>
                    <a:pt x="225671" y="2063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6426256" y="3548372"/>
              <a:ext cx="205740" cy="612934"/>
            </a:xfrm>
            <a:custGeom>
              <a:avLst/>
              <a:gdLst/>
              <a:ahLst/>
              <a:cxnLst/>
              <a:rect l="l" t="t" r="r" b="b"/>
              <a:pathLst>
                <a:path w="205740" h="612933" extrusionOk="0">
                  <a:moveTo>
                    <a:pt x="15645" y="612720"/>
                  </a:moveTo>
                  <a:lnTo>
                    <a:pt x="15645" y="367546"/>
                  </a:lnTo>
                  <a:lnTo>
                    <a:pt x="15645" y="363688"/>
                  </a:lnTo>
                  <a:lnTo>
                    <a:pt x="137803" y="241530"/>
                  </a:lnTo>
                  <a:lnTo>
                    <a:pt x="137803" y="241530"/>
                  </a:lnTo>
                  <a:lnTo>
                    <a:pt x="137803" y="102227"/>
                  </a:lnTo>
                  <a:lnTo>
                    <a:pt x="137803" y="97941"/>
                  </a:lnTo>
                  <a:lnTo>
                    <a:pt x="205954" y="29789"/>
                  </a:lnTo>
                  <a:cubicBezTo>
                    <a:pt x="202097" y="20788"/>
                    <a:pt x="198239" y="12216"/>
                    <a:pt x="193953" y="3215"/>
                  </a:cubicBezTo>
                  <a:lnTo>
                    <a:pt x="108656" y="88511"/>
                  </a:lnTo>
                  <a:lnTo>
                    <a:pt x="108656" y="234672"/>
                  </a:lnTo>
                  <a:lnTo>
                    <a:pt x="3215" y="340114"/>
                  </a:lnTo>
                  <a:lnTo>
                    <a:pt x="3215" y="605004"/>
                  </a:lnTo>
                  <a:cubicBezTo>
                    <a:pt x="7072" y="608005"/>
                    <a:pt x="11359" y="610576"/>
                    <a:pt x="15645" y="6127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6230905" y="1217081"/>
              <a:ext cx="488633" cy="677228"/>
            </a:xfrm>
            <a:custGeom>
              <a:avLst/>
              <a:gdLst/>
              <a:ahLst/>
              <a:cxnLst/>
              <a:rect l="l" t="t" r="r" b="b"/>
              <a:pathLst>
                <a:path w="488632" h="677227" extrusionOk="0">
                  <a:moveTo>
                    <a:pt x="156989" y="116800"/>
                  </a:moveTo>
                  <a:cubicBezTo>
                    <a:pt x="175420" y="103513"/>
                    <a:pt x="200709" y="106513"/>
                    <a:pt x="215282" y="124516"/>
                  </a:cubicBezTo>
                  <a:cubicBezTo>
                    <a:pt x="230284" y="142946"/>
                    <a:pt x="227284" y="169950"/>
                    <a:pt x="208853" y="184952"/>
                  </a:cubicBezTo>
                  <a:cubicBezTo>
                    <a:pt x="190422" y="199954"/>
                    <a:pt x="163418" y="196953"/>
                    <a:pt x="148845" y="178522"/>
                  </a:cubicBezTo>
                  <a:cubicBezTo>
                    <a:pt x="140701" y="168235"/>
                    <a:pt x="138130" y="154948"/>
                    <a:pt x="140273" y="142946"/>
                  </a:cubicBezTo>
                  <a:lnTo>
                    <a:pt x="122699" y="121087"/>
                  </a:lnTo>
                  <a:lnTo>
                    <a:pt x="125699" y="113371"/>
                  </a:lnTo>
                  <a:lnTo>
                    <a:pt x="151417" y="46934"/>
                  </a:lnTo>
                  <a:cubicBezTo>
                    <a:pt x="142844" y="45649"/>
                    <a:pt x="134272" y="41791"/>
                    <a:pt x="127414" y="34933"/>
                  </a:cubicBezTo>
                  <a:cubicBezTo>
                    <a:pt x="122699" y="30218"/>
                    <a:pt x="118841" y="24217"/>
                    <a:pt x="117127" y="18217"/>
                  </a:cubicBezTo>
                  <a:cubicBezTo>
                    <a:pt x="117127" y="30647"/>
                    <a:pt x="111555" y="42648"/>
                    <a:pt x="101268" y="51221"/>
                  </a:cubicBezTo>
                  <a:cubicBezTo>
                    <a:pt x="82837" y="65794"/>
                    <a:pt x="56262" y="62794"/>
                    <a:pt x="41260" y="44791"/>
                  </a:cubicBezTo>
                  <a:lnTo>
                    <a:pt x="12114" y="41791"/>
                  </a:lnTo>
                  <a:cubicBezTo>
                    <a:pt x="1827" y="162234"/>
                    <a:pt x="541" y="284393"/>
                    <a:pt x="7827" y="407408"/>
                  </a:cubicBezTo>
                  <a:lnTo>
                    <a:pt x="21544" y="396264"/>
                  </a:lnTo>
                  <a:lnTo>
                    <a:pt x="31831" y="300680"/>
                  </a:lnTo>
                  <a:cubicBezTo>
                    <a:pt x="26258" y="298109"/>
                    <a:pt x="21115" y="294251"/>
                    <a:pt x="16829" y="289107"/>
                  </a:cubicBezTo>
                  <a:cubicBezTo>
                    <a:pt x="1827" y="270677"/>
                    <a:pt x="5256" y="243673"/>
                    <a:pt x="23687" y="228671"/>
                  </a:cubicBezTo>
                  <a:cubicBezTo>
                    <a:pt x="42117" y="213669"/>
                    <a:pt x="69121" y="216670"/>
                    <a:pt x="84123" y="235101"/>
                  </a:cubicBezTo>
                  <a:cubicBezTo>
                    <a:pt x="99125" y="253532"/>
                    <a:pt x="96124" y="280535"/>
                    <a:pt x="77693" y="295537"/>
                  </a:cubicBezTo>
                  <a:cubicBezTo>
                    <a:pt x="72979" y="299394"/>
                    <a:pt x="66978" y="301966"/>
                    <a:pt x="60977" y="303681"/>
                  </a:cubicBezTo>
                  <a:lnTo>
                    <a:pt x="50261" y="405265"/>
                  </a:lnTo>
                  <a:lnTo>
                    <a:pt x="49833" y="411266"/>
                  </a:lnTo>
                  <a:lnTo>
                    <a:pt x="10399" y="442984"/>
                  </a:lnTo>
                  <a:cubicBezTo>
                    <a:pt x="11685" y="459272"/>
                    <a:pt x="12971" y="475559"/>
                    <a:pt x="14686" y="491847"/>
                  </a:cubicBezTo>
                  <a:lnTo>
                    <a:pt x="114555" y="411266"/>
                  </a:lnTo>
                  <a:cubicBezTo>
                    <a:pt x="111555" y="396264"/>
                    <a:pt x="116698" y="380405"/>
                    <a:pt x="129557" y="370118"/>
                  </a:cubicBezTo>
                  <a:cubicBezTo>
                    <a:pt x="147988" y="355116"/>
                    <a:pt x="175420" y="358116"/>
                    <a:pt x="190422" y="376547"/>
                  </a:cubicBezTo>
                  <a:cubicBezTo>
                    <a:pt x="205424" y="394978"/>
                    <a:pt x="201995" y="422410"/>
                    <a:pt x="183564" y="436983"/>
                  </a:cubicBezTo>
                  <a:cubicBezTo>
                    <a:pt x="167705" y="449842"/>
                    <a:pt x="145416" y="448985"/>
                    <a:pt x="129986" y="436554"/>
                  </a:cubicBezTo>
                  <a:lnTo>
                    <a:pt x="18115" y="526994"/>
                  </a:lnTo>
                  <a:cubicBezTo>
                    <a:pt x="20686" y="550997"/>
                    <a:pt x="23687" y="575429"/>
                    <a:pt x="26687" y="599432"/>
                  </a:cubicBezTo>
                  <a:lnTo>
                    <a:pt x="256002" y="414695"/>
                  </a:lnTo>
                  <a:lnTo>
                    <a:pt x="265431" y="328541"/>
                  </a:lnTo>
                  <a:cubicBezTo>
                    <a:pt x="261574" y="325969"/>
                    <a:pt x="258145" y="323397"/>
                    <a:pt x="255144" y="319540"/>
                  </a:cubicBezTo>
                  <a:cubicBezTo>
                    <a:pt x="240142" y="301109"/>
                    <a:pt x="243143" y="274106"/>
                    <a:pt x="261574" y="259104"/>
                  </a:cubicBezTo>
                  <a:cubicBezTo>
                    <a:pt x="280004" y="244102"/>
                    <a:pt x="307008" y="247102"/>
                    <a:pt x="322010" y="265533"/>
                  </a:cubicBezTo>
                  <a:cubicBezTo>
                    <a:pt x="337011" y="283964"/>
                    <a:pt x="334011" y="310967"/>
                    <a:pt x="315580" y="325969"/>
                  </a:cubicBezTo>
                  <a:lnTo>
                    <a:pt x="315580" y="325969"/>
                  </a:lnTo>
                  <a:cubicBezTo>
                    <a:pt x="309151" y="331113"/>
                    <a:pt x="301864" y="334113"/>
                    <a:pt x="294149" y="334970"/>
                  </a:cubicBezTo>
                  <a:lnTo>
                    <a:pt x="284719" y="424124"/>
                  </a:lnTo>
                  <a:lnTo>
                    <a:pt x="284291" y="429697"/>
                  </a:lnTo>
                  <a:lnTo>
                    <a:pt x="31831" y="633293"/>
                  </a:lnTo>
                  <a:cubicBezTo>
                    <a:pt x="33974" y="647009"/>
                    <a:pt x="36117" y="660725"/>
                    <a:pt x="38260" y="674441"/>
                  </a:cubicBezTo>
                  <a:lnTo>
                    <a:pt x="277861" y="481560"/>
                  </a:lnTo>
                  <a:lnTo>
                    <a:pt x="283862" y="482417"/>
                  </a:lnTo>
                  <a:lnTo>
                    <a:pt x="399591" y="494419"/>
                  </a:lnTo>
                  <a:lnTo>
                    <a:pt x="486602" y="424124"/>
                  </a:lnTo>
                  <a:cubicBezTo>
                    <a:pt x="483173" y="392406"/>
                    <a:pt x="480172" y="360259"/>
                    <a:pt x="474172" y="328541"/>
                  </a:cubicBezTo>
                  <a:cubicBezTo>
                    <a:pt x="463027" y="279678"/>
                    <a:pt x="454026" y="229100"/>
                    <a:pt x="433024" y="183237"/>
                  </a:cubicBezTo>
                  <a:lnTo>
                    <a:pt x="343870" y="173379"/>
                  </a:lnTo>
                  <a:lnTo>
                    <a:pt x="337869" y="172950"/>
                  </a:lnTo>
                  <a:lnTo>
                    <a:pt x="201137" y="3215"/>
                  </a:lnTo>
                  <a:cubicBezTo>
                    <a:pt x="201566" y="14787"/>
                    <a:pt x="197280" y="25932"/>
                    <a:pt x="188707" y="34933"/>
                  </a:cubicBezTo>
                  <a:cubicBezTo>
                    <a:pt x="188707" y="34933"/>
                    <a:pt x="188707" y="34933"/>
                    <a:pt x="188279" y="34933"/>
                  </a:cubicBezTo>
                  <a:lnTo>
                    <a:pt x="156989" y="115514"/>
                  </a:lnTo>
                  <a:lnTo>
                    <a:pt x="156989" y="116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5648730" y="596860"/>
              <a:ext cx="505778" cy="240030"/>
            </a:xfrm>
            <a:custGeom>
              <a:avLst/>
              <a:gdLst/>
              <a:ahLst/>
              <a:cxnLst/>
              <a:rect l="l" t="t" r="r" b="b"/>
              <a:pathLst>
                <a:path w="505777" h="240030" extrusionOk="0">
                  <a:moveTo>
                    <a:pt x="504277" y="237244"/>
                  </a:moveTo>
                  <a:lnTo>
                    <a:pt x="504277" y="190952"/>
                  </a:lnTo>
                  <a:lnTo>
                    <a:pt x="444699" y="131374"/>
                  </a:lnTo>
                  <a:lnTo>
                    <a:pt x="310539" y="131802"/>
                  </a:lnTo>
                  <a:lnTo>
                    <a:pt x="304538" y="131802"/>
                  </a:lnTo>
                  <a:lnTo>
                    <a:pt x="175951" y="3215"/>
                  </a:lnTo>
                  <a:lnTo>
                    <a:pt x="3215" y="3215"/>
                  </a:lnTo>
                  <a:cubicBezTo>
                    <a:pt x="5358" y="14788"/>
                    <a:pt x="7072" y="26360"/>
                    <a:pt x="8787" y="37505"/>
                  </a:cubicBezTo>
                  <a:lnTo>
                    <a:pt x="153233" y="37505"/>
                  </a:lnTo>
                  <a:lnTo>
                    <a:pt x="157520" y="37505"/>
                  </a:lnTo>
                  <a:lnTo>
                    <a:pt x="289965" y="169950"/>
                  </a:lnTo>
                  <a:lnTo>
                    <a:pt x="418124" y="170378"/>
                  </a:lnTo>
                  <a:lnTo>
                    <a:pt x="421981" y="170378"/>
                  </a:lnTo>
                  <a:lnTo>
                    <a:pt x="483703" y="232100"/>
                  </a:lnTo>
                  <a:lnTo>
                    <a:pt x="483703" y="234672"/>
                  </a:lnTo>
                  <a:cubicBezTo>
                    <a:pt x="490561" y="235101"/>
                    <a:pt x="497419" y="236387"/>
                    <a:pt x="504277" y="2372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5628584" y="437840"/>
              <a:ext cx="630079" cy="317183"/>
            </a:xfrm>
            <a:custGeom>
              <a:avLst/>
              <a:gdLst/>
              <a:ahLst/>
              <a:cxnLst/>
              <a:rect l="l" t="t" r="r" b="b"/>
              <a:pathLst>
                <a:path w="630078" h="317182" extrusionOk="0">
                  <a:moveTo>
                    <a:pt x="630722" y="238530"/>
                  </a:moveTo>
                  <a:lnTo>
                    <a:pt x="630722" y="238530"/>
                  </a:lnTo>
                  <a:cubicBezTo>
                    <a:pt x="620435" y="238530"/>
                    <a:pt x="610576" y="235101"/>
                    <a:pt x="602433" y="228671"/>
                  </a:cubicBezTo>
                  <a:cubicBezTo>
                    <a:pt x="601147" y="227814"/>
                    <a:pt x="600289" y="226528"/>
                    <a:pt x="599004" y="225242"/>
                  </a:cubicBezTo>
                  <a:cubicBezTo>
                    <a:pt x="592146" y="218384"/>
                    <a:pt x="587859" y="209383"/>
                    <a:pt x="586573" y="200382"/>
                  </a:cubicBezTo>
                  <a:lnTo>
                    <a:pt x="440412" y="54221"/>
                  </a:lnTo>
                  <a:lnTo>
                    <a:pt x="302395" y="54221"/>
                  </a:lnTo>
                  <a:lnTo>
                    <a:pt x="295966" y="54221"/>
                  </a:lnTo>
                  <a:lnTo>
                    <a:pt x="245816" y="3643"/>
                  </a:lnTo>
                  <a:lnTo>
                    <a:pt x="3215" y="3215"/>
                  </a:lnTo>
                  <a:cubicBezTo>
                    <a:pt x="4501" y="13073"/>
                    <a:pt x="5358" y="22931"/>
                    <a:pt x="6644" y="32790"/>
                  </a:cubicBezTo>
                  <a:lnTo>
                    <a:pt x="218813" y="32790"/>
                  </a:lnTo>
                  <a:lnTo>
                    <a:pt x="222671" y="32790"/>
                  </a:lnTo>
                  <a:lnTo>
                    <a:pt x="281392" y="91511"/>
                  </a:lnTo>
                  <a:lnTo>
                    <a:pt x="439555" y="91511"/>
                  </a:lnTo>
                  <a:lnTo>
                    <a:pt x="443841" y="91083"/>
                  </a:lnTo>
                  <a:lnTo>
                    <a:pt x="520136" y="167378"/>
                  </a:lnTo>
                  <a:lnTo>
                    <a:pt x="520136" y="171664"/>
                  </a:lnTo>
                  <a:lnTo>
                    <a:pt x="520136" y="226957"/>
                  </a:lnTo>
                  <a:lnTo>
                    <a:pt x="611005" y="317825"/>
                  </a:lnTo>
                  <a:cubicBezTo>
                    <a:pt x="618720" y="292108"/>
                    <a:pt x="624292" y="265105"/>
                    <a:pt x="630722" y="2385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6241947" y="1152787"/>
              <a:ext cx="111443" cy="77153"/>
            </a:xfrm>
            <a:custGeom>
              <a:avLst/>
              <a:gdLst/>
              <a:ahLst/>
              <a:cxnLst/>
              <a:rect l="l" t="t" r="r" b="b"/>
              <a:pathLst>
                <a:path w="111442" h="77152" extrusionOk="0">
                  <a:moveTo>
                    <a:pt x="82082" y="10930"/>
                  </a:moveTo>
                  <a:lnTo>
                    <a:pt x="11359" y="3215"/>
                  </a:lnTo>
                  <a:cubicBezTo>
                    <a:pt x="8358" y="27646"/>
                    <a:pt x="5358" y="51649"/>
                    <a:pt x="3215" y="76081"/>
                  </a:cubicBezTo>
                  <a:lnTo>
                    <a:pt x="20360" y="77795"/>
                  </a:lnTo>
                  <a:cubicBezTo>
                    <a:pt x="21217" y="66222"/>
                    <a:pt x="26361" y="55507"/>
                    <a:pt x="36219" y="47792"/>
                  </a:cubicBezTo>
                  <a:cubicBezTo>
                    <a:pt x="54650" y="32790"/>
                    <a:pt x="81653" y="35790"/>
                    <a:pt x="96655" y="54221"/>
                  </a:cubicBezTo>
                  <a:cubicBezTo>
                    <a:pt x="100084" y="58507"/>
                    <a:pt x="102227" y="62794"/>
                    <a:pt x="103942" y="67937"/>
                  </a:cubicBezTo>
                  <a:cubicBezTo>
                    <a:pt x="103942" y="60222"/>
                    <a:pt x="106085" y="52507"/>
                    <a:pt x="110371" y="45649"/>
                  </a:cubicBezTo>
                  <a:lnTo>
                    <a:pt x="82082" y="10930"/>
                  </a:lnTo>
                  <a:lnTo>
                    <a:pt x="82082" y="109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5656874" y="650438"/>
              <a:ext cx="450056" cy="201454"/>
            </a:xfrm>
            <a:custGeom>
              <a:avLst/>
              <a:gdLst/>
              <a:ahLst/>
              <a:cxnLst/>
              <a:rect l="l" t="t" r="r" b="b"/>
              <a:pathLst>
                <a:path w="450056" h="201453" extrusionOk="0">
                  <a:moveTo>
                    <a:pt x="277963" y="136088"/>
                  </a:moveTo>
                  <a:lnTo>
                    <a:pt x="277963" y="136088"/>
                  </a:lnTo>
                  <a:lnTo>
                    <a:pt x="273677" y="135660"/>
                  </a:lnTo>
                  <a:lnTo>
                    <a:pt x="141232" y="3215"/>
                  </a:lnTo>
                  <a:lnTo>
                    <a:pt x="3215" y="3215"/>
                  </a:lnTo>
                  <a:cubicBezTo>
                    <a:pt x="3215" y="3215"/>
                    <a:pt x="3215" y="3643"/>
                    <a:pt x="3215" y="4072"/>
                  </a:cubicBezTo>
                  <a:cubicBezTo>
                    <a:pt x="4501" y="11787"/>
                    <a:pt x="4501" y="19931"/>
                    <a:pt x="4501" y="28075"/>
                  </a:cubicBezTo>
                  <a:lnTo>
                    <a:pt x="112943" y="28075"/>
                  </a:lnTo>
                  <a:lnTo>
                    <a:pt x="120658" y="28075"/>
                  </a:lnTo>
                  <a:lnTo>
                    <a:pt x="281392" y="188809"/>
                  </a:lnTo>
                  <a:lnTo>
                    <a:pt x="322969" y="188809"/>
                  </a:lnTo>
                  <a:cubicBezTo>
                    <a:pt x="325112" y="183237"/>
                    <a:pt x="328113" y="177665"/>
                    <a:pt x="332827" y="172950"/>
                  </a:cubicBezTo>
                  <a:cubicBezTo>
                    <a:pt x="349544" y="156234"/>
                    <a:pt x="376976" y="156234"/>
                    <a:pt x="393692" y="172950"/>
                  </a:cubicBezTo>
                  <a:cubicBezTo>
                    <a:pt x="400979" y="180237"/>
                    <a:pt x="405265" y="189667"/>
                    <a:pt x="406122" y="199096"/>
                  </a:cubicBezTo>
                  <a:cubicBezTo>
                    <a:pt x="408694" y="194810"/>
                    <a:pt x="412123" y="190524"/>
                    <a:pt x="415552" y="187095"/>
                  </a:cubicBezTo>
                  <a:cubicBezTo>
                    <a:pt x="424553" y="179380"/>
                    <a:pt x="435697" y="177236"/>
                    <a:pt x="446842" y="177665"/>
                  </a:cubicBezTo>
                  <a:lnTo>
                    <a:pt x="405265" y="136088"/>
                  </a:lnTo>
                  <a:lnTo>
                    <a:pt x="277963" y="136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0"/>
            <p:cNvSpPr/>
            <p:nvPr/>
          </p:nvSpPr>
          <p:spPr>
            <a:xfrm>
              <a:off x="7523964" y="3343918"/>
              <a:ext cx="98584" cy="162878"/>
            </a:xfrm>
            <a:custGeom>
              <a:avLst/>
              <a:gdLst/>
              <a:ahLst/>
              <a:cxnLst/>
              <a:rect l="l" t="t" r="r" b="b"/>
              <a:pathLst>
                <a:path w="98583" h="162877" extrusionOk="0">
                  <a:moveTo>
                    <a:pt x="3215" y="162234"/>
                  </a:moveTo>
                  <a:lnTo>
                    <a:pt x="91083" y="91511"/>
                  </a:lnTo>
                  <a:lnTo>
                    <a:pt x="95369" y="52935"/>
                  </a:lnTo>
                  <a:lnTo>
                    <a:pt x="95369" y="52935"/>
                  </a:lnTo>
                  <a:cubicBezTo>
                    <a:pt x="90654" y="36647"/>
                    <a:pt x="85939" y="19931"/>
                    <a:pt x="81224" y="3215"/>
                  </a:cubicBezTo>
                  <a:lnTo>
                    <a:pt x="73081" y="77795"/>
                  </a:lnTo>
                  <a:lnTo>
                    <a:pt x="72223" y="85939"/>
                  </a:lnTo>
                  <a:lnTo>
                    <a:pt x="8358" y="137374"/>
                  </a:lnTo>
                  <a:cubicBezTo>
                    <a:pt x="7072" y="145518"/>
                    <a:pt x="4929" y="154090"/>
                    <a:pt x="3215" y="1622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0"/>
            <p:cNvSpPr/>
            <p:nvPr/>
          </p:nvSpPr>
          <p:spPr>
            <a:xfrm>
              <a:off x="6505123" y="4784955"/>
              <a:ext cx="514350" cy="227171"/>
            </a:xfrm>
            <a:custGeom>
              <a:avLst/>
              <a:gdLst/>
              <a:ahLst/>
              <a:cxnLst/>
              <a:rect l="l" t="t" r="r" b="b"/>
              <a:pathLst>
                <a:path w="514350" h="227171" extrusionOk="0">
                  <a:moveTo>
                    <a:pt x="513279" y="183666"/>
                  </a:moveTo>
                  <a:lnTo>
                    <a:pt x="513279" y="183666"/>
                  </a:lnTo>
                  <a:cubicBezTo>
                    <a:pt x="509850" y="175951"/>
                    <a:pt x="506420" y="168235"/>
                    <a:pt x="502991" y="160949"/>
                  </a:cubicBezTo>
                  <a:lnTo>
                    <a:pt x="285678" y="198668"/>
                  </a:lnTo>
                  <a:lnTo>
                    <a:pt x="281392" y="199097"/>
                  </a:lnTo>
                  <a:lnTo>
                    <a:pt x="3215" y="3215"/>
                  </a:lnTo>
                  <a:cubicBezTo>
                    <a:pt x="9215" y="20788"/>
                    <a:pt x="15216" y="38362"/>
                    <a:pt x="21646" y="55936"/>
                  </a:cubicBezTo>
                  <a:lnTo>
                    <a:pt x="265105" y="227386"/>
                  </a:lnTo>
                  <a:lnTo>
                    <a:pt x="513279" y="1836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5867329" y="3702248"/>
              <a:ext cx="25718" cy="38576"/>
            </a:xfrm>
            <a:custGeom>
              <a:avLst/>
              <a:gdLst/>
              <a:ahLst/>
              <a:cxnLst/>
              <a:rect l="l" t="t" r="r" b="b"/>
              <a:pathLst>
                <a:path w="25717" h="38576" extrusionOk="0">
                  <a:moveTo>
                    <a:pt x="10073" y="3215"/>
                  </a:moveTo>
                  <a:lnTo>
                    <a:pt x="3215" y="10073"/>
                  </a:lnTo>
                  <a:cubicBezTo>
                    <a:pt x="7072" y="19074"/>
                    <a:pt x="11359" y="28075"/>
                    <a:pt x="15216" y="37505"/>
                  </a:cubicBezTo>
                  <a:cubicBezTo>
                    <a:pt x="18217" y="34076"/>
                    <a:pt x="21646" y="31075"/>
                    <a:pt x="25075" y="27646"/>
                  </a:cubicBezTo>
                  <a:cubicBezTo>
                    <a:pt x="19931" y="19502"/>
                    <a:pt x="14788" y="11359"/>
                    <a:pt x="10073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0"/>
            <p:cNvSpPr/>
            <p:nvPr/>
          </p:nvSpPr>
          <p:spPr>
            <a:xfrm>
              <a:off x="5749028" y="3576233"/>
              <a:ext cx="68580" cy="47149"/>
            </a:xfrm>
            <a:custGeom>
              <a:avLst/>
              <a:gdLst/>
              <a:ahLst/>
              <a:cxnLst/>
              <a:rect l="l" t="t" r="r" b="b"/>
              <a:pathLst>
                <a:path w="68580" h="47148" extrusionOk="0">
                  <a:moveTo>
                    <a:pt x="3215" y="41791"/>
                  </a:moveTo>
                  <a:cubicBezTo>
                    <a:pt x="24646" y="44791"/>
                    <a:pt x="46077" y="47792"/>
                    <a:pt x="67080" y="41791"/>
                  </a:cubicBezTo>
                  <a:cubicBezTo>
                    <a:pt x="67508" y="41791"/>
                    <a:pt x="68366" y="41362"/>
                    <a:pt x="68794" y="41362"/>
                  </a:cubicBezTo>
                  <a:cubicBezTo>
                    <a:pt x="59793" y="28504"/>
                    <a:pt x="50792" y="15645"/>
                    <a:pt x="41791" y="3215"/>
                  </a:cubicBezTo>
                  <a:lnTo>
                    <a:pt x="3215" y="41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0"/>
            <p:cNvSpPr/>
            <p:nvPr/>
          </p:nvSpPr>
          <p:spPr>
            <a:xfrm>
              <a:off x="5803035" y="2917007"/>
              <a:ext cx="630079" cy="732949"/>
            </a:xfrm>
            <a:custGeom>
              <a:avLst/>
              <a:gdLst/>
              <a:ahLst/>
              <a:cxnLst/>
              <a:rect l="l" t="t" r="r" b="b"/>
              <a:pathLst>
                <a:path w="630078" h="732948" extrusionOk="0">
                  <a:moveTo>
                    <a:pt x="309253" y="488847"/>
                  </a:moveTo>
                  <a:lnTo>
                    <a:pt x="309253" y="488847"/>
                  </a:lnTo>
                  <a:lnTo>
                    <a:pt x="347829" y="488847"/>
                  </a:lnTo>
                  <a:lnTo>
                    <a:pt x="513279" y="323398"/>
                  </a:lnTo>
                  <a:lnTo>
                    <a:pt x="513279" y="200382"/>
                  </a:lnTo>
                  <a:lnTo>
                    <a:pt x="513279" y="196525"/>
                  </a:lnTo>
                  <a:lnTo>
                    <a:pt x="630722" y="79081"/>
                  </a:lnTo>
                  <a:cubicBezTo>
                    <a:pt x="629865" y="61508"/>
                    <a:pt x="629007" y="43934"/>
                    <a:pt x="626436" y="26361"/>
                  </a:cubicBezTo>
                  <a:cubicBezTo>
                    <a:pt x="625150" y="28504"/>
                    <a:pt x="623435" y="30218"/>
                    <a:pt x="621721" y="31933"/>
                  </a:cubicBezTo>
                  <a:cubicBezTo>
                    <a:pt x="605004" y="48649"/>
                    <a:pt x="577572" y="48649"/>
                    <a:pt x="560856" y="31933"/>
                  </a:cubicBezTo>
                  <a:cubicBezTo>
                    <a:pt x="552712" y="23789"/>
                    <a:pt x="549283" y="13930"/>
                    <a:pt x="548855" y="3215"/>
                  </a:cubicBezTo>
                  <a:lnTo>
                    <a:pt x="472559" y="3215"/>
                  </a:lnTo>
                  <a:lnTo>
                    <a:pt x="382548" y="93226"/>
                  </a:lnTo>
                  <a:lnTo>
                    <a:pt x="382548" y="144232"/>
                  </a:lnTo>
                  <a:lnTo>
                    <a:pt x="445984" y="207669"/>
                  </a:lnTo>
                  <a:lnTo>
                    <a:pt x="445984" y="211527"/>
                  </a:lnTo>
                  <a:lnTo>
                    <a:pt x="445984" y="285679"/>
                  </a:lnTo>
                  <a:lnTo>
                    <a:pt x="445984" y="289536"/>
                  </a:lnTo>
                  <a:lnTo>
                    <a:pt x="370975" y="364546"/>
                  </a:lnTo>
                  <a:lnTo>
                    <a:pt x="365403" y="363260"/>
                  </a:lnTo>
                  <a:lnTo>
                    <a:pt x="304110" y="346543"/>
                  </a:lnTo>
                  <a:lnTo>
                    <a:pt x="3215" y="647438"/>
                  </a:lnTo>
                  <a:cubicBezTo>
                    <a:pt x="14788" y="663297"/>
                    <a:pt x="25932" y="679156"/>
                    <a:pt x="37076" y="695016"/>
                  </a:cubicBezTo>
                  <a:lnTo>
                    <a:pt x="318254" y="413837"/>
                  </a:lnTo>
                  <a:lnTo>
                    <a:pt x="322540" y="413409"/>
                  </a:lnTo>
                  <a:lnTo>
                    <a:pt x="371404" y="413837"/>
                  </a:lnTo>
                  <a:lnTo>
                    <a:pt x="478131" y="307110"/>
                  </a:lnTo>
                  <a:lnTo>
                    <a:pt x="478560" y="157948"/>
                  </a:lnTo>
                  <a:cubicBezTo>
                    <a:pt x="465701" y="159663"/>
                    <a:pt x="451985" y="155805"/>
                    <a:pt x="442127" y="145947"/>
                  </a:cubicBezTo>
                  <a:cubicBezTo>
                    <a:pt x="425410" y="129231"/>
                    <a:pt x="425410" y="102227"/>
                    <a:pt x="442127" y="85511"/>
                  </a:cubicBezTo>
                  <a:cubicBezTo>
                    <a:pt x="458843" y="68794"/>
                    <a:pt x="485847" y="68794"/>
                    <a:pt x="502563" y="85511"/>
                  </a:cubicBezTo>
                  <a:cubicBezTo>
                    <a:pt x="519279" y="102227"/>
                    <a:pt x="519279" y="129231"/>
                    <a:pt x="502563" y="146376"/>
                  </a:cubicBezTo>
                  <a:cubicBezTo>
                    <a:pt x="500848" y="148090"/>
                    <a:pt x="499563" y="149376"/>
                    <a:pt x="497848" y="150662"/>
                  </a:cubicBezTo>
                  <a:lnTo>
                    <a:pt x="497848" y="314825"/>
                  </a:lnTo>
                  <a:lnTo>
                    <a:pt x="379548" y="433126"/>
                  </a:lnTo>
                  <a:lnTo>
                    <a:pt x="375690" y="433126"/>
                  </a:lnTo>
                  <a:lnTo>
                    <a:pt x="326398" y="433126"/>
                  </a:lnTo>
                  <a:lnTo>
                    <a:pt x="48220" y="711303"/>
                  </a:lnTo>
                  <a:cubicBezTo>
                    <a:pt x="52935" y="718161"/>
                    <a:pt x="57650" y="725019"/>
                    <a:pt x="62365" y="731877"/>
                  </a:cubicBezTo>
                  <a:lnTo>
                    <a:pt x="305395" y="488847"/>
                  </a:lnTo>
                  <a:lnTo>
                    <a:pt x="309253" y="4888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0"/>
            <p:cNvSpPr/>
            <p:nvPr/>
          </p:nvSpPr>
          <p:spPr>
            <a:xfrm>
              <a:off x="5097545" y="3074741"/>
              <a:ext cx="660083" cy="1238726"/>
            </a:xfrm>
            <a:custGeom>
              <a:avLst/>
              <a:gdLst/>
              <a:ahLst/>
              <a:cxnLst/>
              <a:rect l="l" t="t" r="r" b="b"/>
              <a:pathLst>
                <a:path w="660082" h="1238726" extrusionOk="0">
                  <a:moveTo>
                    <a:pt x="529111" y="761024"/>
                  </a:moveTo>
                  <a:lnTo>
                    <a:pt x="529111" y="761024"/>
                  </a:lnTo>
                  <a:lnTo>
                    <a:pt x="506394" y="783312"/>
                  </a:lnTo>
                  <a:lnTo>
                    <a:pt x="506394" y="893469"/>
                  </a:lnTo>
                  <a:lnTo>
                    <a:pt x="501679" y="896041"/>
                  </a:lnTo>
                  <a:lnTo>
                    <a:pt x="445529" y="928616"/>
                  </a:lnTo>
                  <a:lnTo>
                    <a:pt x="443386" y="929902"/>
                  </a:lnTo>
                  <a:lnTo>
                    <a:pt x="329800" y="929902"/>
                  </a:lnTo>
                  <a:lnTo>
                    <a:pt x="275365" y="984337"/>
                  </a:lnTo>
                  <a:cubicBezTo>
                    <a:pt x="278365" y="990338"/>
                    <a:pt x="280508" y="997196"/>
                    <a:pt x="280508" y="1004483"/>
                  </a:cubicBezTo>
                  <a:cubicBezTo>
                    <a:pt x="280508" y="1028057"/>
                    <a:pt x="261220" y="1047345"/>
                    <a:pt x="237646" y="1047345"/>
                  </a:cubicBezTo>
                  <a:cubicBezTo>
                    <a:pt x="214072" y="1047345"/>
                    <a:pt x="194783" y="1028486"/>
                    <a:pt x="194783" y="1004483"/>
                  </a:cubicBezTo>
                  <a:cubicBezTo>
                    <a:pt x="194783" y="980480"/>
                    <a:pt x="214072" y="961192"/>
                    <a:pt x="237646" y="961192"/>
                  </a:cubicBezTo>
                  <a:cubicBezTo>
                    <a:pt x="247076" y="961192"/>
                    <a:pt x="255648" y="964192"/>
                    <a:pt x="262506" y="968907"/>
                  </a:cubicBezTo>
                  <a:lnTo>
                    <a:pt x="318656" y="913186"/>
                  </a:lnTo>
                  <a:lnTo>
                    <a:pt x="321656" y="910185"/>
                  </a:lnTo>
                  <a:lnTo>
                    <a:pt x="437814" y="910185"/>
                  </a:lnTo>
                  <a:lnTo>
                    <a:pt x="486677" y="881896"/>
                  </a:lnTo>
                  <a:lnTo>
                    <a:pt x="486677" y="775597"/>
                  </a:lnTo>
                  <a:lnTo>
                    <a:pt x="489677" y="772597"/>
                  </a:lnTo>
                  <a:lnTo>
                    <a:pt x="517967" y="744307"/>
                  </a:lnTo>
                  <a:lnTo>
                    <a:pt x="520967" y="741736"/>
                  </a:lnTo>
                  <a:lnTo>
                    <a:pt x="655984" y="741736"/>
                  </a:lnTo>
                  <a:cubicBezTo>
                    <a:pt x="655555" y="737021"/>
                    <a:pt x="655127" y="732306"/>
                    <a:pt x="654698" y="727162"/>
                  </a:cubicBezTo>
                  <a:lnTo>
                    <a:pt x="459245" y="727162"/>
                  </a:lnTo>
                  <a:lnTo>
                    <a:pt x="414668" y="771311"/>
                  </a:lnTo>
                  <a:lnTo>
                    <a:pt x="414668" y="794028"/>
                  </a:lnTo>
                  <a:cubicBezTo>
                    <a:pt x="434385" y="797886"/>
                    <a:pt x="449387" y="815031"/>
                    <a:pt x="449387" y="836033"/>
                  </a:cubicBezTo>
                  <a:cubicBezTo>
                    <a:pt x="449387" y="859608"/>
                    <a:pt x="430099" y="878896"/>
                    <a:pt x="406524" y="878896"/>
                  </a:cubicBezTo>
                  <a:cubicBezTo>
                    <a:pt x="382950" y="878896"/>
                    <a:pt x="363662" y="859608"/>
                    <a:pt x="363662" y="836033"/>
                  </a:cubicBezTo>
                  <a:cubicBezTo>
                    <a:pt x="363662" y="820174"/>
                    <a:pt x="372234" y="806458"/>
                    <a:pt x="385093" y="799171"/>
                  </a:cubicBezTo>
                  <a:lnTo>
                    <a:pt x="385093" y="759309"/>
                  </a:lnTo>
                  <a:lnTo>
                    <a:pt x="389379" y="755023"/>
                  </a:lnTo>
                  <a:lnTo>
                    <a:pt x="442100" y="702302"/>
                  </a:lnTo>
                  <a:lnTo>
                    <a:pt x="446386" y="698016"/>
                  </a:lnTo>
                  <a:lnTo>
                    <a:pt x="650840" y="698016"/>
                  </a:lnTo>
                  <a:cubicBezTo>
                    <a:pt x="649983" y="691587"/>
                    <a:pt x="649126" y="685157"/>
                    <a:pt x="648269" y="678728"/>
                  </a:cubicBezTo>
                  <a:lnTo>
                    <a:pt x="406096" y="678728"/>
                  </a:lnTo>
                  <a:lnTo>
                    <a:pt x="273222" y="811173"/>
                  </a:lnTo>
                  <a:cubicBezTo>
                    <a:pt x="278365" y="818031"/>
                    <a:pt x="281794" y="826604"/>
                    <a:pt x="281794" y="836033"/>
                  </a:cubicBezTo>
                  <a:cubicBezTo>
                    <a:pt x="281794" y="859608"/>
                    <a:pt x="262078" y="878896"/>
                    <a:pt x="238503" y="878896"/>
                  </a:cubicBezTo>
                  <a:cubicBezTo>
                    <a:pt x="214929" y="878896"/>
                    <a:pt x="195641" y="859608"/>
                    <a:pt x="195641" y="836033"/>
                  </a:cubicBezTo>
                  <a:cubicBezTo>
                    <a:pt x="195641" y="812459"/>
                    <a:pt x="214500" y="793171"/>
                    <a:pt x="238503" y="793171"/>
                  </a:cubicBezTo>
                  <a:cubicBezTo>
                    <a:pt x="241932" y="793171"/>
                    <a:pt x="245361" y="794028"/>
                    <a:pt x="248790" y="794885"/>
                  </a:cubicBezTo>
                  <a:lnTo>
                    <a:pt x="390236" y="653439"/>
                  </a:lnTo>
                  <a:lnTo>
                    <a:pt x="394523" y="649153"/>
                  </a:lnTo>
                  <a:lnTo>
                    <a:pt x="644840" y="649153"/>
                  </a:lnTo>
                  <a:cubicBezTo>
                    <a:pt x="644411" y="647438"/>
                    <a:pt x="644411" y="645295"/>
                    <a:pt x="643982" y="643581"/>
                  </a:cubicBezTo>
                  <a:cubicBezTo>
                    <a:pt x="641411" y="629007"/>
                    <a:pt x="640553" y="614434"/>
                    <a:pt x="640125" y="599861"/>
                  </a:cubicBezTo>
                  <a:cubicBezTo>
                    <a:pt x="639696" y="599861"/>
                    <a:pt x="639696" y="599432"/>
                    <a:pt x="639268" y="599432"/>
                  </a:cubicBezTo>
                  <a:lnTo>
                    <a:pt x="331943" y="599432"/>
                  </a:lnTo>
                  <a:lnTo>
                    <a:pt x="280508" y="650438"/>
                  </a:lnTo>
                  <a:cubicBezTo>
                    <a:pt x="281366" y="653868"/>
                    <a:pt x="282223" y="657297"/>
                    <a:pt x="282223" y="660726"/>
                  </a:cubicBezTo>
                  <a:cubicBezTo>
                    <a:pt x="282223" y="684300"/>
                    <a:pt x="262506" y="703588"/>
                    <a:pt x="238932" y="703588"/>
                  </a:cubicBezTo>
                  <a:cubicBezTo>
                    <a:pt x="215357" y="703588"/>
                    <a:pt x="196069" y="684300"/>
                    <a:pt x="196069" y="660726"/>
                  </a:cubicBezTo>
                  <a:cubicBezTo>
                    <a:pt x="196069" y="637151"/>
                    <a:pt x="214929" y="617435"/>
                    <a:pt x="238932" y="617435"/>
                  </a:cubicBezTo>
                  <a:cubicBezTo>
                    <a:pt x="248362" y="617435"/>
                    <a:pt x="256934" y="620435"/>
                    <a:pt x="264221" y="625578"/>
                  </a:cubicBezTo>
                  <a:lnTo>
                    <a:pt x="315656" y="574143"/>
                  </a:lnTo>
                  <a:lnTo>
                    <a:pt x="319942" y="569857"/>
                  </a:lnTo>
                  <a:lnTo>
                    <a:pt x="609264" y="569857"/>
                  </a:lnTo>
                  <a:cubicBezTo>
                    <a:pt x="543684" y="504277"/>
                    <a:pt x="481962" y="436126"/>
                    <a:pt x="424098" y="366260"/>
                  </a:cubicBezTo>
                  <a:cubicBezTo>
                    <a:pt x="418526" y="368832"/>
                    <a:pt x="412525" y="370118"/>
                    <a:pt x="406096" y="370118"/>
                  </a:cubicBezTo>
                  <a:cubicBezTo>
                    <a:pt x="382521" y="370118"/>
                    <a:pt x="363233" y="351258"/>
                    <a:pt x="363233" y="327255"/>
                  </a:cubicBezTo>
                  <a:cubicBezTo>
                    <a:pt x="363233" y="317397"/>
                    <a:pt x="366662" y="308825"/>
                    <a:pt x="371806" y="301538"/>
                  </a:cubicBezTo>
                  <a:cubicBezTo>
                    <a:pt x="366233" y="294251"/>
                    <a:pt x="360661" y="287393"/>
                    <a:pt x="355089" y="280107"/>
                  </a:cubicBezTo>
                  <a:lnTo>
                    <a:pt x="355089" y="392406"/>
                  </a:lnTo>
                  <a:lnTo>
                    <a:pt x="346088" y="400979"/>
                  </a:lnTo>
                  <a:lnTo>
                    <a:pt x="145492" y="602433"/>
                  </a:lnTo>
                  <a:lnTo>
                    <a:pt x="145492" y="734449"/>
                  </a:lnTo>
                  <a:cubicBezTo>
                    <a:pt x="150635" y="741736"/>
                    <a:pt x="153635" y="750308"/>
                    <a:pt x="153635" y="759738"/>
                  </a:cubicBezTo>
                  <a:cubicBezTo>
                    <a:pt x="153635" y="783312"/>
                    <a:pt x="134347" y="803029"/>
                    <a:pt x="110773" y="803029"/>
                  </a:cubicBezTo>
                  <a:cubicBezTo>
                    <a:pt x="87198" y="803029"/>
                    <a:pt x="67910" y="783741"/>
                    <a:pt x="67910" y="759738"/>
                  </a:cubicBezTo>
                  <a:cubicBezTo>
                    <a:pt x="67910" y="745165"/>
                    <a:pt x="75197" y="731877"/>
                    <a:pt x="86341" y="724162"/>
                  </a:cubicBezTo>
                  <a:lnTo>
                    <a:pt x="86341" y="578001"/>
                  </a:lnTo>
                  <a:lnTo>
                    <a:pt x="94914" y="569429"/>
                  </a:lnTo>
                  <a:lnTo>
                    <a:pt x="296368" y="368403"/>
                  </a:lnTo>
                  <a:lnTo>
                    <a:pt x="296368" y="232101"/>
                  </a:lnTo>
                  <a:lnTo>
                    <a:pt x="304940" y="223528"/>
                  </a:lnTo>
                  <a:lnTo>
                    <a:pt x="309226" y="219242"/>
                  </a:lnTo>
                  <a:cubicBezTo>
                    <a:pt x="257791" y="148947"/>
                    <a:pt x="210214" y="76510"/>
                    <a:pt x="166066" y="3215"/>
                  </a:cubicBezTo>
                  <a:lnTo>
                    <a:pt x="166066" y="229529"/>
                  </a:lnTo>
                  <a:lnTo>
                    <a:pt x="163494" y="232529"/>
                  </a:lnTo>
                  <a:lnTo>
                    <a:pt x="97486" y="298109"/>
                  </a:lnTo>
                  <a:cubicBezTo>
                    <a:pt x="104343" y="305824"/>
                    <a:pt x="109058" y="316111"/>
                    <a:pt x="109058" y="327255"/>
                  </a:cubicBezTo>
                  <a:cubicBezTo>
                    <a:pt x="109058" y="350830"/>
                    <a:pt x="89770" y="370118"/>
                    <a:pt x="66196" y="370118"/>
                  </a:cubicBezTo>
                  <a:cubicBezTo>
                    <a:pt x="45622" y="370118"/>
                    <a:pt x="28477" y="355545"/>
                    <a:pt x="24191" y="336256"/>
                  </a:cubicBezTo>
                  <a:cubicBezTo>
                    <a:pt x="22905" y="347401"/>
                    <a:pt x="21619" y="358545"/>
                    <a:pt x="20333" y="370118"/>
                  </a:cubicBezTo>
                  <a:cubicBezTo>
                    <a:pt x="10475" y="456700"/>
                    <a:pt x="188" y="544140"/>
                    <a:pt x="4045" y="631579"/>
                  </a:cubicBezTo>
                  <a:cubicBezTo>
                    <a:pt x="5331" y="686872"/>
                    <a:pt x="12618" y="742164"/>
                    <a:pt x="21190" y="797028"/>
                  </a:cubicBezTo>
                  <a:cubicBezTo>
                    <a:pt x="37049" y="899898"/>
                    <a:pt x="57623" y="1002340"/>
                    <a:pt x="76912" y="1104781"/>
                  </a:cubicBezTo>
                  <a:cubicBezTo>
                    <a:pt x="84627" y="1145072"/>
                    <a:pt x="85484" y="1186649"/>
                    <a:pt x="91485" y="1227368"/>
                  </a:cubicBezTo>
                  <a:cubicBezTo>
                    <a:pt x="91913" y="1230368"/>
                    <a:pt x="92342" y="1233369"/>
                    <a:pt x="92771" y="1236369"/>
                  </a:cubicBezTo>
                  <a:lnTo>
                    <a:pt x="436099" y="1236369"/>
                  </a:lnTo>
                  <a:lnTo>
                    <a:pt x="511109" y="1161788"/>
                  </a:lnTo>
                  <a:lnTo>
                    <a:pt x="514109" y="1158788"/>
                  </a:lnTo>
                  <a:lnTo>
                    <a:pt x="640982" y="1158788"/>
                  </a:lnTo>
                  <a:cubicBezTo>
                    <a:pt x="641411" y="1154930"/>
                    <a:pt x="641411" y="1151501"/>
                    <a:pt x="641839" y="1147644"/>
                  </a:cubicBezTo>
                  <a:lnTo>
                    <a:pt x="507251" y="1147644"/>
                  </a:lnTo>
                  <a:lnTo>
                    <a:pt x="448529" y="1206794"/>
                  </a:lnTo>
                  <a:cubicBezTo>
                    <a:pt x="445100" y="1210223"/>
                    <a:pt x="439100" y="1210651"/>
                    <a:pt x="435242" y="1207222"/>
                  </a:cubicBezTo>
                  <a:cubicBezTo>
                    <a:pt x="427527" y="1217510"/>
                    <a:pt x="414668" y="1224367"/>
                    <a:pt x="400952" y="1224367"/>
                  </a:cubicBezTo>
                  <a:cubicBezTo>
                    <a:pt x="377378" y="1224367"/>
                    <a:pt x="358090" y="1205508"/>
                    <a:pt x="358090" y="1181934"/>
                  </a:cubicBezTo>
                  <a:cubicBezTo>
                    <a:pt x="358090" y="1158359"/>
                    <a:pt x="376949" y="1138642"/>
                    <a:pt x="400952" y="1138642"/>
                  </a:cubicBezTo>
                  <a:cubicBezTo>
                    <a:pt x="424526" y="1138642"/>
                    <a:pt x="443815" y="1157931"/>
                    <a:pt x="443815" y="1181934"/>
                  </a:cubicBezTo>
                  <a:cubicBezTo>
                    <a:pt x="443815" y="1182791"/>
                    <a:pt x="443815" y="1183220"/>
                    <a:pt x="443815" y="1184077"/>
                  </a:cubicBezTo>
                  <a:lnTo>
                    <a:pt x="496964" y="1130927"/>
                  </a:lnTo>
                  <a:lnTo>
                    <a:pt x="499536" y="1128355"/>
                  </a:lnTo>
                  <a:lnTo>
                    <a:pt x="643125" y="1128355"/>
                  </a:lnTo>
                  <a:cubicBezTo>
                    <a:pt x="643982" y="1117640"/>
                    <a:pt x="644411" y="1107353"/>
                    <a:pt x="645268" y="1096637"/>
                  </a:cubicBezTo>
                  <a:lnTo>
                    <a:pt x="329372" y="1096637"/>
                  </a:lnTo>
                  <a:lnTo>
                    <a:pt x="272365" y="1153644"/>
                  </a:lnTo>
                  <a:cubicBezTo>
                    <a:pt x="279223" y="1161360"/>
                    <a:pt x="283080" y="1170789"/>
                    <a:pt x="283080" y="1181934"/>
                  </a:cubicBezTo>
                  <a:cubicBezTo>
                    <a:pt x="283080" y="1205508"/>
                    <a:pt x="263363" y="1224367"/>
                    <a:pt x="239789" y="1224367"/>
                  </a:cubicBezTo>
                  <a:cubicBezTo>
                    <a:pt x="216215" y="1224367"/>
                    <a:pt x="196927" y="1205508"/>
                    <a:pt x="196927" y="1181934"/>
                  </a:cubicBezTo>
                  <a:cubicBezTo>
                    <a:pt x="196927" y="1158359"/>
                    <a:pt x="215786" y="1138642"/>
                    <a:pt x="239789" y="1138642"/>
                  </a:cubicBezTo>
                  <a:cubicBezTo>
                    <a:pt x="245361" y="1138642"/>
                    <a:pt x="250933" y="1139928"/>
                    <a:pt x="255648" y="1141643"/>
                  </a:cubicBezTo>
                  <a:lnTo>
                    <a:pt x="316942" y="1078635"/>
                  </a:lnTo>
                  <a:lnTo>
                    <a:pt x="319942" y="1076063"/>
                  </a:lnTo>
                  <a:lnTo>
                    <a:pt x="645268" y="1076063"/>
                  </a:lnTo>
                  <a:cubicBezTo>
                    <a:pt x="646554" y="1058490"/>
                    <a:pt x="647412" y="1040487"/>
                    <a:pt x="648697" y="1022914"/>
                  </a:cubicBezTo>
                  <a:lnTo>
                    <a:pt x="616550" y="1022914"/>
                  </a:lnTo>
                  <a:cubicBezTo>
                    <a:pt x="609692" y="1037487"/>
                    <a:pt x="595119" y="1047345"/>
                    <a:pt x="577974" y="1047345"/>
                  </a:cubicBezTo>
                  <a:cubicBezTo>
                    <a:pt x="554400" y="1047345"/>
                    <a:pt x="535540" y="1028486"/>
                    <a:pt x="535540" y="1004483"/>
                  </a:cubicBezTo>
                  <a:cubicBezTo>
                    <a:pt x="535540" y="980480"/>
                    <a:pt x="554400" y="961192"/>
                    <a:pt x="577974" y="961192"/>
                  </a:cubicBezTo>
                  <a:cubicBezTo>
                    <a:pt x="601120" y="961192"/>
                    <a:pt x="620408" y="980051"/>
                    <a:pt x="621265" y="1003197"/>
                  </a:cubicBezTo>
                  <a:lnTo>
                    <a:pt x="650412" y="1003197"/>
                  </a:lnTo>
                  <a:cubicBezTo>
                    <a:pt x="651698" y="979623"/>
                    <a:pt x="652555" y="956048"/>
                    <a:pt x="653841" y="932474"/>
                  </a:cubicBezTo>
                  <a:lnTo>
                    <a:pt x="539827" y="932474"/>
                  </a:lnTo>
                  <a:lnTo>
                    <a:pt x="435242" y="1037058"/>
                  </a:lnTo>
                  <a:cubicBezTo>
                    <a:pt x="433956" y="1038344"/>
                    <a:pt x="432242" y="1039201"/>
                    <a:pt x="430956" y="1039630"/>
                  </a:cubicBezTo>
                  <a:cubicBezTo>
                    <a:pt x="424098" y="1044345"/>
                    <a:pt x="415525" y="1047345"/>
                    <a:pt x="406524" y="1047345"/>
                  </a:cubicBezTo>
                  <a:cubicBezTo>
                    <a:pt x="382950" y="1047345"/>
                    <a:pt x="363662" y="1028486"/>
                    <a:pt x="363662" y="1004483"/>
                  </a:cubicBezTo>
                  <a:cubicBezTo>
                    <a:pt x="363662" y="980480"/>
                    <a:pt x="382950" y="961192"/>
                    <a:pt x="406524" y="961192"/>
                  </a:cubicBezTo>
                  <a:cubicBezTo>
                    <a:pt x="427098" y="961192"/>
                    <a:pt x="444672" y="976193"/>
                    <a:pt x="448529" y="995482"/>
                  </a:cubicBezTo>
                  <a:lnTo>
                    <a:pt x="529111" y="915757"/>
                  </a:lnTo>
                  <a:lnTo>
                    <a:pt x="532111" y="912757"/>
                  </a:lnTo>
                  <a:lnTo>
                    <a:pt x="655127" y="912757"/>
                  </a:lnTo>
                  <a:cubicBezTo>
                    <a:pt x="655984" y="891326"/>
                    <a:pt x="656841" y="869895"/>
                    <a:pt x="657698" y="848463"/>
                  </a:cubicBezTo>
                  <a:lnTo>
                    <a:pt x="620837" y="848463"/>
                  </a:lnTo>
                  <a:cubicBezTo>
                    <a:pt x="615265" y="866037"/>
                    <a:pt x="599405" y="878896"/>
                    <a:pt x="580117" y="878896"/>
                  </a:cubicBezTo>
                  <a:cubicBezTo>
                    <a:pt x="556543" y="878896"/>
                    <a:pt x="536826" y="859608"/>
                    <a:pt x="536826" y="836033"/>
                  </a:cubicBezTo>
                  <a:cubicBezTo>
                    <a:pt x="536826" y="812459"/>
                    <a:pt x="556543" y="793171"/>
                    <a:pt x="580117" y="793171"/>
                  </a:cubicBezTo>
                  <a:cubicBezTo>
                    <a:pt x="601549" y="793171"/>
                    <a:pt x="619122" y="808601"/>
                    <a:pt x="622551" y="828747"/>
                  </a:cubicBezTo>
                  <a:lnTo>
                    <a:pt x="658127" y="828747"/>
                  </a:lnTo>
                  <a:cubicBezTo>
                    <a:pt x="658556" y="811602"/>
                    <a:pt x="658556" y="794457"/>
                    <a:pt x="658556" y="777740"/>
                  </a:cubicBezTo>
                  <a:cubicBezTo>
                    <a:pt x="658556" y="772168"/>
                    <a:pt x="658556" y="766596"/>
                    <a:pt x="658127" y="761024"/>
                  </a:cubicBezTo>
                  <a:lnTo>
                    <a:pt x="529111" y="7610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5907619" y="3798689"/>
              <a:ext cx="8573" cy="8573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4501" y="5786"/>
                  </a:moveTo>
                  <a:lnTo>
                    <a:pt x="7072" y="3215"/>
                  </a:lnTo>
                  <a:lnTo>
                    <a:pt x="3215" y="3215"/>
                  </a:lnTo>
                  <a:cubicBezTo>
                    <a:pt x="3643" y="4072"/>
                    <a:pt x="4072" y="4929"/>
                    <a:pt x="4501" y="57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5190530" y="4249174"/>
              <a:ext cx="548640" cy="167164"/>
            </a:xfrm>
            <a:custGeom>
              <a:avLst/>
              <a:gdLst/>
              <a:ahLst/>
              <a:cxnLst/>
              <a:rect l="l" t="t" r="r" b="b"/>
              <a:pathLst>
                <a:path w="548640" h="167163" extrusionOk="0">
                  <a:moveTo>
                    <a:pt x="353830" y="77796"/>
                  </a:moveTo>
                  <a:lnTo>
                    <a:pt x="353830" y="77796"/>
                  </a:lnTo>
                  <a:lnTo>
                    <a:pt x="350830" y="80796"/>
                  </a:lnTo>
                  <a:lnTo>
                    <a:pt x="3215" y="80796"/>
                  </a:lnTo>
                  <a:cubicBezTo>
                    <a:pt x="9644" y="109085"/>
                    <a:pt x="19931" y="136517"/>
                    <a:pt x="30218" y="163949"/>
                  </a:cubicBezTo>
                  <a:lnTo>
                    <a:pt x="314825" y="163949"/>
                  </a:lnTo>
                  <a:lnTo>
                    <a:pt x="441698" y="37505"/>
                  </a:lnTo>
                  <a:lnTo>
                    <a:pt x="444270" y="34933"/>
                  </a:lnTo>
                  <a:lnTo>
                    <a:pt x="543711" y="34933"/>
                  </a:lnTo>
                  <a:cubicBezTo>
                    <a:pt x="544568" y="24217"/>
                    <a:pt x="545425" y="13930"/>
                    <a:pt x="545854" y="3215"/>
                  </a:cubicBezTo>
                  <a:lnTo>
                    <a:pt x="428411" y="3215"/>
                  </a:lnTo>
                  <a:lnTo>
                    <a:pt x="353830" y="777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0"/>
            <p:cNvSpPr/>
            <p:nvPr/>
          </p:nvSpPr>
          <p:spPr>
            <a:xfrm>
              <a:off x="5873758" y="3019449"/>
              <a:ext cx="587216" cy="754380"/>
            </a:xfrm>
            <a:custGeom>
              <a:avLst/>
              <a:gdLst/>
              <a:ahLst/>
              <a:cxnLst/>
              <a:rect l="l" t="t" r="r" b="b"/>
              <a:pathLst>
                <a:path w="587216" h="754380" extrusionOk="0">
                  <a:moveTo>
                    <a:pt x="461415" y="293822"/>
                  </a:moveTo>
                  <a:lnTo>
                    <a:pt x="461415" y="293822"/>
                  </a:lnTo>
                  <a:cubicBezTo>
                    <a:pt x="443841" y="310539"/>
                    <a:pt x="420267" y="333684"/>
                    <a:pt x="392835" y="361117"/>
                  </a:cubicBezTo>
                  <a:cubicBezTo>
                    <a:pt x="337542" y="415981"/>
                    <a:pt x="265962" y="487989"/>
                    <a:pt x="195239" y="559141"/>
                  </a:cubicBezTo>
                  <a:cubicBezTo>
                    <a:pt x="141232" y="613577"/>
                    <a:pt x="89368" y="666298"/>
                    <a:pt x="44791" y="711732"/>
                  </a:cubicBezTo>
                  <a:cubicBezTo>
                    <a:pt x="53364" y="725448"/>
                    <a:pt x="61508" y="739592"/>
                    <a:pt x="70080" y="753308"/>
                  </a:cubicBezTo>
                  <a:lnTo>
                    <a:pt x="289536" y="533852"/>
                  </a:lnTo>
                  <a:lnTo>
                    <a:pt x="307110" y="469130"/>
                  </a:lnTo>
                  <a:lnTo>
                    <a:pt x="307538" y="466558"/>
                  </a:lnTo>
                  <a:lnTo>
                    <a:pt x="585716" y="188381"/>
                  </a:lnTo>
                  <a:cubicBezTo>
                    <a:pt x="570714" y="140375"/>
                    <a:pt x="565142" y="89368"/>
                    <a:pt x="562570" y="39219"/>
                  </a:cubicBezTo>
                  <a:cubicBezTo>
                    <a:pt x="561713" y="27218"/>
                    <a:pt x="561285" y="15216"/>
                    <a:pt x="561285" y="3215"/>
                  </a:cubicBezTo>
                  <a:lnTo>
                    <a:pt x="462272" y="102227"/>
                  </a:lnTo>
                  <a:lnTo>
                    <a:pt x="462701" y="224814"/>
                  </a:lnTo>
                  <a:lnTo>
                    <a:pt x="462701" y="229100"/>
                  </a:lnTo>
                  <a:lnTo>
                    <a:pt x="285679" y="406122"/>
                  </a:lnTo>
                  <a:lnTo>
                    <a:pt x="281392" y="406122"/>
                  </a:lnTo>
                  <a:lnTo>
                    <a:pt x="243245" y="406122"/>
                  </a:lnTo>
                  <a:lnTo>
                    <a:pt x="3215" y="646152"/>
                  </a:lnTo>
                  <a:cubicBezTo>
                    <a:pt x="13930" y="662011"/>
                    <a:pt x="24217" y="678299"/>
                    <a:pt x="34504" y="694587"/>
                  </a:cubicBezTo>
                  <a:cubicBezTo>
                    <a:pt x="78653" y="649581"/>
                    <a:pt x="130088" y="597718"/>
                    <a:pt x="181523" y="545425"/>
                  </a:cubicBezTo>
                  <a:cubicBezTo>
                    <a:pt x="252246" y="473845"/>
                    <a:pt x="323826" y="402264"/>
                    <a:pt x="379548" y="346972"/>
                  </a:cubicBezTo>
                  <a:cubicBezTo>
                    <a:pt x="407408" y="319540"/>
                    <a:pt x="430983" y="295966"/>
                    <a:pt x="448556" y="279249"/>
                  </a:cubicBezTo>
                  <a:cubicBezTo>
                    <a:pt x="457129" y="270677"/>
                    <a:pt x="464844" y="264247"/>
                    <a:pt x="469987" y="259104"/>
                  </a:cubicBezTo>
                  <a:cubicBezTo>
                    <a:pt x="475560" y="253960"/>
                    <a:pt x="478131" y="251388"/>
                    <a:pt x="482418" y="248817"/>
                  </a:cubicBezTo>
                  <a:cubicBezTo>
                    <a:pt x="483703" y="247959"/>
                    <a:pt x="487132" y="242816"/>
                    <a:pt x="487990" y="232958"/>
                  </a:cubicBezTo>
                  <a:cubicBezTo>
                    <a:pt x="488847" y="223099"/>
                    <a:pt x="488418" y="209812"/>
                    <a:pt x="486704" y="196953"/>
                  </a:cubicBezTo>
                  <a:cubicBezTo>
                    <a:pt x="483703" y="171236"/>
                    <a:pt x="477703" y="147233"/>
                    <a:pt x="477703" y="147233"/>
                  </a:cubicBezTo>
                  <a:cubicBezTo>
                    <a:pt x="477274" y="145089"/>
                    <a:pt x="477703" y="142946"/>
                    <a:pt x="478560" y="140803"/>
                  </a:cubicBezTo>
                  <a:cubicBezTo>
                    <a:pt x="475560" y="127087"/>
                    <a:pt x="479417" y="112085"/>
                    <a:pt x="490133" y="101798"/>
                  </a:cubicBezTo>
                  <a:cubicBezTo>
                    <a:pt x="506849" y="85082"/>
                    <a:pt x="534281" y="85082"/>
                    <a:pt x="550998" y="101798"/>
                  </a:cubicBezTo>
                  <a:cubicBezTo>
                    <a:pt x="567714" y="118515"/>
                    <a:pt x="567714" y="145518"/>
                    <a:pt x="550998" y="162663"/>
                  </a:cubicBezTo>
                  <a:cubicBezTo>
                    <a:pt x="538139" y="175522"/>
                    <a:pt x="518851" y="178522"/>
                    <a:pt x="502992" y="171236"/>
                  </a:cubicBezTo>
                  <a:cubicBezTo>
                    <a:pt x="504277" y="178522"/>
                    <a:pt x="505563" y="186666"/>
                    <a:pt x="506420" y="194810"/>
                  </a:cubicBezTo>
                  <a:cubicBezTo>
                    <a:pt x="508135" y="208526"/>
                    <a:pt x="508564" y="222671"/>
                    <a:pt x="507278" y="235101"/>
                  </a:cubicBezTo>
                  <a:cubicBezTo>
                    <a:pt x="505992" y="247531"/>
                    <a:pt x="502992" y="259961"/>
                    <a:pt x="492276" y="265962"/>
                  </a:cubicBezTo>
                  <a:cubicBezTo>
                    <a:pt x="493562" y="265533"/>
                    <a:pt x="488847" y="268962"/>
                    <a:pt x="483275" y="273677"/>
                  </a:cubicBezTo>
                  <a:cubicBezTo>
                    <a:pt x="477703" y="278821"/>
                    <a:pt x="470416" y="285250"/>
                    <a:pt x="461415" y="2938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0"/>
            <p:cNvSpPr/>
            <p:nvPr/>
          </p:nvSpPr>
          <p:spPr>
            <a:xfrm>
              <a:off x="5887903" y="3744254"/>
              <a:ext cx="30004" cy="30004"/>
            </a:xfrm>
            <a:custGeom>
              <a:avLst/>
              <a:gdLst/>
              <a:ahLst/>
              <a:cxnLst/>
              <a:rect l="l" t="t" r="r" b="b"/>
              <a:pathLst>
                <a:path w="30003" h="30003" extrusionOk="0">
                  <a:moveTo>
                    <a:pt x="3215" y="14788"/>
                  </a:moveTo>
                  <a:cubicBezTo>
                    <a:pt x="5358" y="19502"/>
                    <a:pt x="7072" y="23789"/>
                    <a:pt x="9215" y="28504"/>
                  </a:cubicBezTo>
                  <a:lnTo>
                    <a:pt x="26789" y="28504"/>
                  </a:lnTo>
                  <a:lnTo>
                    <a:pt x="28932" y="26361"/>
                  </a:lnTo>
                  <a:cubicBezTo>
                    <a:pt x="24217" y="18645"/>
                    <a:pt x="19502" y="10930"/>
                    <a:pt x="14787" y="3215"/>
                  </a:cubicBezTo>
                  <a:cubicBezTo>
                    <a:pt x="10930" y="6644"/>
                    <a:pt x="7072" y="10501"/>
                    <a:pt x="3215" y="147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0"/>
            <p:cNvSpPr/>
            <p:nvPr/>
          </p:nvSpPr>
          <p:spPr>
            <a:xfrm>
              <a:off x="5240695" y="5104709"/>
              <a:ext cx="458629" cy="505778"/>
            </a:xfrm>
            <a:custGeom>
              <a:avLst/>
              <a:gdLst/>
              <a:ahLst/>
              <a:cxnLst/>
              <a:rect l="l" t="t" r="r" b="b"/>
              <a:pathLst>
                <a:path w="458628" h="505777" extrusionOk="0">
                  <a:moveTo>
                    <a:pt x="385961" y="350830"/>
                  </a:moveTo>
                  <a:cubicBezTo>
                    <a:pt x="385961" y="327256"/>
                    <a:pt x="405249" y="307967"/>
                    <a:pt x="428823" y="307967"/>
                  </a:cubicBezTo>
                  <a:cubicBezTo>
                    <a:pt x="439539" y="307967"/>
                    <a:pt x="448968" y="311825"/>
                    <a:pt x="456255" y="318254"/>
                  </a:cubicBezTo>
                  <a:cubicBezTo>
                    <a:pt x="454969" y="302395"/>
                    <a:pt x="452826" y="286536"/>
                    <a:pt x="450683" y="270677"/>
                  </a:cubicBezTo>
                  <a:lnTo>
                    <a:pt x="396676" y="270677"/>
                  </a:lnTo>
                  <a:lnTo>
                    <a:pt x="303664" y="363689"/>
                  </a:lnTo>
                  <a:cubicBezTo>
                    <a:pt x="302379" y="365403"/>
                    <a:pt x="300236" y="366260"/>
                    <a:pt x="298092" y="366689"/>
                  </a:cubicBezTo>
                  <a:cubicBezTo>
                    <a:pt x="292949" y="384691"/>
                    <a:pt x="276661" y="398407"/>
                    <a:pt x="256944" y="398407"/>
                  </a:cubicBezTo>
                  <a:cubicBezTo>
                    <a:pt x="233370" y="398407"/>
                    <a:pt x="214082" y="378691"/>
                    <a:pt x="214082" y="355116"/>
                  </a:cubicBezTo>
                  <a:cubicBezTo>
                    <a:pt x="214082" y="331542"/>
                    <a:pt x="232941" y="312254"/>
                    <a:pt x="256944" y="312254"/>
                  </a:cubicBezTo>
                  <a:cubicBezTo>
                    <a:pt x="276233" y="312254"/>
                    <a:pt x="292092" y="324683"/>
                    <a:pt x="297664" y="341828"/>
                  </a:cubicBezTo>
                  <a:lnTo>
                    <a:pt x="385532" y="253960"/>
                  </a:lnTo>
                  <a:lnTo>
                    <a:pt x="388532" y="251389"/>
                  </a:lnTo>
                  <a:lnTo>
                    <a:pt x="447683" y="251389"/>
                  </a:lnTo>
                  <a:cubicBezTo>
                    <a:pt x="445968" y="240245"/>
                    <a:pt x="443825" y="228672"/>
                    <a:pt x="441682" y="217527"/>
                  </a:cubicBezTo>
                  <a:cubicBezTo>
                    <a:pt x="439539" y="217956"/>
                    <a:pt x="437396" y="217956"/>
                    <a:pt x="435252" y="217956"/>
                  </a:cubicBezTo>
                  <a:cubicBezTo>
                    <a:pt x="411678" y="217956"/>
                    <a:pt x="392819" y="199097"/>
                    <a:pt x="392819" y="175094"/>
                  </a:cubicBezTo>
                  <a:cubicBezTo>
                    <a:pt x="392819" y="155377"/>
                    <a:pt x="405677" y="139089"/>
                    <a:pt x="423680" y="133945"/>
                  </a:cubicBezTo>
                  <a:cubicBezTo>
                    <a:pt x="421965" y="126230"/>
                    <a:pt x="420251" y="118943"/>
                    <a:pt x="418536" y="111229"/>
                  </a:cubicBezTo>
                  <a:cubicBezTo>
                    <a:pt x="417250" y="105656"/>
                    <a:pt x="415964" y="99655"/>
                    <a:pt x="414678" y="94084"/>
                  </a:cubicBezTo>
                  <a:lnTo>
                    <a:pt x="412964" y="94084"/>
                  </a:lnTo>
                  <a:lnTo>
                    <a:pt x="366672" y="140375"/>
                  </a:lnTo>
                  <a:lnTo>
                    <a:pt x="366672" y="230386"/>
                  </a:lnTo>
                  <a:lnTo>
                    <a:pt x="363672" y="232958"/>
                  </a:lnTo>
                  <a:lnTo>
                    <a:pt x="322095" y="274535"/>
                  </a:lnTo>
                  <a:lnTo>
                    <a:pt x="319524" y="277535"/>
                  </a:lnTo>
                  <a:lnTo>
                    <a:pt x="176363" y="277535"/>
                  </a:lnTo>
                  <a:lnTo>
                    <a:pt x="173362" y="274535"/>
                  </a:lnTo>
                  <a:lnTo>
                    <a:pt x="113784" y="215384"/>
                  </a:lnTo>
                  <a:cubicBezTo>
                    <a:pt x="109069" y="217099"/>
                    <a:pt x="103925" y="217956"/>
                    <a:pt x="98782" y="217956"/>
                  </a:cubicBezTo>
                  <a:cubicBezTo>
                    <a:pt x="75207" y="217956"/>
                    <a:pt x="55919" y="199097"/>
                    <a:pt x="55919" y="175094"/>
                  </a:cubicBezTo>
                  <a:cubicBezTo>
                    <a:pt x="55919" y="151090"/>
                    <a:pt x="75207" y="132231"/>
                    <a:pt x="98782" y="132231"/>
                  </a:cubicBezTo>
                  <a:cubicBezTo>
                    <a:pt x="122356" y="132231"/>
                    <a:pt x="141644" y="151519"/>
                    <a:pt x="141644" y="175094"/>
                  </a:cubicBezTo>
                  <a:cubicBezTo>
                    <a:pt x="141644" y="186238"/>
                    <a:pt x="136929" y="196096"/>
                    <a:pt x="130071" y="203811"/>
                  </a:cubicBezTo>
                  <a:lnTo>
                    <a:pt x="184078" y="257818"/>
                  </a:lnTo>
                  <a:lnTo>
                    <a:pt x="311380" y="257818"/>
                  </a:lnTo>
                  <a:lnTo>
                    <a:pt x="347384" y="221813"/>
                  </a:lnTo>
                  <a:lnTo>
                    <a:pt x="347384" y="132231"/>
                  </a:lnTo>
                  <a:lnTo>
                    <a:pt x="349956" y="129659"/>
                  </a:lnTo>
                  <a:lnTo>
                    <a:pt x="402677" y="77367"/>
                  </a:lnTo>
                  <a:lnTo>
                    <a:pt x="405249" y="74795"/>
                  </a:lnTo>
                  <a:lnTo>
                    <a:pt x="411678" y="74795"/>
                  </a:lnTo>
                  <a:cubicBezTo>
                    <a:pt x="409964" y="63222"/>
                    <a:pt x="409106" y="51650"/>
                    <a:pt x="407820" y="39648"/>
                  </a:cubicBezTo>
                  <a:lnTo>
                    <a:pt x="394962" y="39648"/>
                  </a:lnTo>
                  <a:lnTo>
                    <a:pt x="289091" y="145090"/>
                  </a:lnTo>
                  <a:cubicBezTo>
                    <a:pt x="299378" y="152805"/>
                    <a:pt x="306236" y="165235"/>
                    <a:pt x="306236" y="179380"/>
                  </a:cubicBezTo>
                  <a:cubicBezTo>
                    <a:pt x="306236" y="202954"/>
                    <a:pt x="287377" y="222242"/>
                    <a:pt x="263374" y="222242"/>
                  </a:cubicBezTo>
                  <a:cubicBezTo>
                    <a:pt x="239371" y="222242"/>
                    <a:pt x="220511" y="203383"/>
                    <a:pt x="220511" y="179380"/>
                  </a:cubicBezTo>
                  <a:cubicBezTo>
                    <a:pt x="220511" y="155377"/>
                    <a:pt x="239799" y="136517"/>
                    <a:pt x="263374" y="136517"/>
                  </a:cubicBezTo>
                  <a:cubicBezTo>
                    <a:pt x="265517" y="136517"/>
                    <a:pt x="267660" y="136517"/>
                    <a:pt x="269803" y="136946"/>
                  </a:cubicBezTo>
                  <a:lnTo>
                    <a:pt x="383817" y="22932"/>
                  </a:lnTo>
                  <a:lnTo>
                    <a:pt x="386389" y="20360"/>
                  </a:lnTo>
                  <a:lnTo>
                    <a:pt x="405677" y="20360"/>
                  </a:lnTo>
                  <a:cubicBezTo>
                    <a:pt x="405249" y="14788"/>
                    <a:pt x="404391" y="8787"/>
                    <a:pt x="403963" y="3215"/>
                  </a:cubicBezTo>
                  <a:lnTo>
                    <a:pt x="381674" y="3215"/>
                  </a:lnTo>
                  <a:lnTo>
                    <a:pt x="294663" y="90226"/>
                  </a:lnTo>
                  <a:lnTo>
                    <a:pt x="291663" y="92797"/>
                  </a:lnTo>
                  <a:lnTo>
                    <a:pt x="12200" y="92797"/>
                  </a:lnTo>
                  <a:cubicBezTo>
                    <a:pt x="6627" y="146376"/>
                    <a:pt x="1055" y="199525"/>
                    <a:pt x="4056" y="253532"/>
                  </a:cubicBezTo>
                  <a:cubicBezTo>
                    <a:pt x="5341" y="296823"/>
                    <a:pt x="13057" y="339257"/>
                    <a:pt x="20343" y="381691"/>
                  </a:cubicBezTo>
                  <a:cubicBezTo>
                    <a:pt x="27630" y="423267"/>
                    <a:pt x="35774" y="464416"/>
                    <a:pt x="43489" y="505992"/>
                  </a:cubicBezTo>
                  <a:lnTo>
                    <a:pt x="64492" y="484989"/>
                  </a:lnTo>
                  <a:lnTo>
                    <a:pt x="73064" y="476417"/>
                  </a:lnTo>
                  <a:lnTo>
                    <a:pt x="449826" y="476417"/>
                  </a:lnTo>
                  <a:cubicBezTo>
                    <a:pt x="450254" y="472131"/>
                    <a:pt x="451112" y="467844"/>
                    <a:pt x="451540" y="463558"/>
                  </a:cubicBezTo>
                  <a:cubicBezTo>
                    <a:pt x="451969" y="459700"/>
                    <a:pt x="452397" y="455843"/>
                    <a:pt x="452826" y="451985"/>
                  </a:cubicBezTo>
                  <a:lnTo>
                    <a:pt x="171648" y="451985"/>
                  </a:lnTo>
                  <a:lnTo>
                    <a:pt x="166076" y="446413"/>
                  </a:lnTo>
                  <a:lnTo>
                    <a:pt x="110783" y="390692"/>
                  </a:lnTo>
                  <a:cubicBezTo>
                    <a:pt x="105211" y="393263"/>
                    <a:pt x="99210" y="394978"/>
                    <a:pt x="92352" y="394978"/>
                  </a:cubicBezTo>
                  <a:cubicBezTo>
                    <a:pt x="68778" y="394978"/>
                    <a:pt x="49061" y="375261"/>
                    <a:pt x="49061" y="351687"/>
                  </a:cubicBezTo>
                  <a:cubicBezTo>
                    <a:pt x="49061" y="328113"/>
                    <a:pt x="68349" y="308825"/>
                    <a:pt x="92352" y="308825"/>
                  </a:cubicBezTo>
                  <a:cubicBezTo>
                    <a:pt x="115927" y="308825"/>
                    <a:pt x="135644" y="328113"/>
                    <a:pt x="135644" y="351687"/>
                  </a:cubicBezTo>
                  <a:cubicBezTo>
                    <a:pt x="135644" y="354259"/>
                    <a:pt x="135215" y="356830"/>
                    <a:pt x="134786" y="359402"/>
                  </a:cubicBezTo>
                  <a:lnTo>
                    <a:pt x="188364" y="412552"/>
                  </a:lnTo>
                  <a:lnTo>
                    <a:pt x="456684" y="412552"/>
                  </a:lnTo>
                  <a:cubicBezTo>
                    <a:pt x="457541" y="402694"/>
                    <a:pt x="458398" y="392406"/>
                    <a:pt x="458827" y="382548"/>
                  </a:cubicBezTo>
                  <a:cubicBezTo>
                    <a:pt x="451112" y="390263"/>
                    <a:pt x="440825" y="394978"/>
                    <a:pt x="429252" y="394978"/>
                  </a:cubicBezTo>
                  <a:cubicBezTo>
                    <a:pt x="405249" y="394121"/>
                    <a:pt x="385961" y="374404"/>
                    <a:pt x="385961" y="3508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5924764" y="3802547"/>
              <a:ext cx="21431" cy="12859"/>
            </a:xfrm>
            <a:custGeom>
              <a:avLst/>
              <a:gdLst/>
              <a:ahLst/>
              <a:cxnLst/>
              <a:rect l="l" t="t" r="r" b="b"/>
              <a:pathLst>
                <a:path w="21431" h="12858" extrusionOk="0">
                  <a:moveTo>
                    <a:pt x="13502" y="3215"/>
                  </a:moveTo>
                  <a:lnTo>
                    <a:pt x="3215" y="13502"/>
                  </a:lnTo>
                  <a:lnTo>
                    <a:pt x="19503" y="13502"/>
                  </a:lnTo>
                  <a:cubicBezTo>
                    <a:pt x="17359" y="10073"/>
                    <a:pt x="15216" y="6644"/>
                    <a:pt x="13502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5293828" y="567606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5293828" y="5636204"/>
              <a:ext cx="390049" cy="222885"/>
            </a:xfrm>
            <a:custGeom>
              <a:avLst/>
              <a:gdLst/>
              <a:ahLst/>
              <a:cxnLst/>
              <a:rect l="l" t="t" r="r" b="b"/>
              <a:pathLst>
                <a:path w="390048" h="222885" extrusionOk="0">
                  <a:moveTo>
                    <a:pt x="3215" y="43077"/>
                  </a:moveTo>
                  <a:cubicBezTo>
                    <a:pt x="8358" y="68366"/>
                    <a:pt x="13502" y="93655"/>
                    <a:pt x="18645" y="118943"/>
                  </a:cubicBezTo>
                  <a:cubicBezTo>
                    <a:pt x="25075" y="115086"/>
                    <a:pt x="32790" y="112514"/>
                    <a:pt x="41362" y="112514"/>
                  </a:cubicBezTo>
                  <a:cubicBezTo>
                    <a:pt x="64937" y="112514"/>
                    <a:pt x="84225" y="131374"/>
                    <a:pt x="84225" y="155377"/>
                  </a:cubicBezTo>
                  <a:cubicBezTo>
                    <a:pt x="84225" y="162235"/>
                    <a:pt x="82510" y="168664"/>
                    <a:pt x="79939" y="174236"/>
                  </a:cubicBezTo>
                  <a:lnTo>
                    <a:pt x="127516" y="221813"/>
                  </a:lnTo>
                  <a:lnTo>
                    <a:pt x="352115" y="221813"/>
                  </a:lnTo>
                  <a:cubicBezTo>
                    <a:pt x="353830" y="211955"/>
                    <a:pt x="355544" y="202525"/>
                    <a:pt x="356830" y="192667"/>
                  </a:cubicBezTo>
                  <a:cubicBezTo>
                    <a:pt x="343543" y="185380"/>
                    <a:pt x="334970" y="171236"/>
                    <a:pt x="334970" y="155377"/>
                  </a:cubicBezTo>
                  <a:cubicBezTo>
                    <a:pt x="334970" y="134374"/>
                    <a:pt x="349972" y="116800"/>
                    <a:pt x="370118" y="113372"/>
                  </a:cubicBezTo>
                  <a:cubicBezTo>
                    <a:pt x="371832" y="104371"/>
                    <a:pt x="373118" y="94941"/>
                    <a:pt x="374833" y="85940"/>
                  </a:cubicBezTo>
                  <a:lnTo>
                    <a:pt x="309682" y="85940"/>
                  </a:lnTo>
                  <a:lnTo>
                    <a:pt x="247102" y="148519"/>
                  </a:lnTo>
                  <a:cubicBezTo>
                    <a:pt x="247960" y="151948"/>
                    <a:pt x="248817" y="155806"/>
                    <a:pt x="248817" y="159663"/>
                  </a:cubicBezTo>
                  <a:cubicBezTo>
                    <a:pt x="248817" y="183237"/>
                    <a:pt x="229100" y="202525"/>
                    <a:pt x="205526" y="202525"/>
                  </a:cubicBezTo>
                  <a:cubicBezTo>
                    <a:pt x="181951" y="202525"/>
                    <a:pt x="162663" y="183666"/>
                    <a:pt x="162663" y="159663"/>
                  </a:cubicBezTo>
                  <a:cubicBezTo>
                    <a:pt x="162663" y="135660"/>
                    <a:pt x="181523" y="116800"/>
                    <a:pt x="205526" y="116800"/>
                  </a:cubicBezTo>
                  <a:cubicBezTo>
                    <a:pt x="210669" y="116800"/>
                    <a:pt x="216241" y="117658"/>
                    <a:pt x="220528" y="119372"/>
                  </a:cubicBezTo>
                  <a:lnTo>
                    <a:pt x="286964" y="52507"/>
                  </a:lnTo>
                  <a:lnTo>
                    <a:pt x="292965" y="46935"/>
                  </a:lnTo>
                  <a:lnTo>
                    <a:pt x="380405" y="46935"/>
                  </a:lnTo>
                  <a:cubicBezTo>
                    <a:pt x="382548" y="32361"/>
                    <a:pt x="385120" y="17788"/>
                    <a:pt x="387263" y="3215"/>
                  </a:cubicBezTo>
                  <a:lnTo>
                    <a:pt x="43505" y="3215"/>
                  </a:lnTo>
                  <a:lnTo>
                    <a:pt x="3215" y="430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5369266" y="6226850"/>
              <a:ext cx="300038" cy="411480"/>
            </a:xfrm>
            <a:custGeom>
              <a:avLst/>
              <a:gdLst/>
              <a:ahLst/>
              <a:cxnLst/>
              <a:rect l="l" t="t" r="r" b="b"/>
              <a:pathLst>
                <a:path w="300037" h="411480" extrusionOk="0">
                  <a:moveTo>
                    <a:pt x="212812" y="173379"/>
                  </a:moveTo>
                  <a:lnTo>
                    <a:pt x="212812" y="173379"/>
                  </a:lnTo>
                  <a:lnTo>
                    <a:pt x="208526" y="169092"/>
                  </a:lnTo>
                  <a:lnTo>
                    <a:pt x="150662" y="111657"/>
                  </a:lnTo>
                  <a:cubicBezTo>
                    <a:pt x="143375" y="117657"/>
                    <a:pt x="133945" y="121515"/>
                    <a:pt x="123658" y="121515"/>
                  </a:cubicBezTo>
                  <a:cubicBezTo>
                    <a:pt x="100084" y="121515"/>
                    <a:pt x="80796" y="102655"/>
                    <a:pt x="80796" y="78653"/>
                  </a:cubicBezTo>
                  <a:cubicBezTo>
                    <a:pt x="80796" y="54650"/>
                    <a:pt x="99655" y="35362"/>
                    <a:pt x="123658" y="35362"/>
                  </a:cubicBezTo>
                  <a:cubicBezTo>
                    <a:pt x="147661" y="35362"/>
                    <a:pt x="166521" y="55078"/>
                    <a:pt x="166521" y="78653"/>
                  </a:cubicBezTo>
                  <a:cubicBezTo>
                    <a:pt x="166521" y="80796"/>
                    <a:pt x="166521" y="82939"/>
                    <a:pt x="166092" y="85082"/>
                  </a:cubicBezTo>
                  <a:lnTo>
                    <a:pt x="224814" y="144232"/>
                  </a:lnTo>
                  <a:lnTo>
                    <a:pt x="295966" y="144232"/>
                  </a:lnTo>
                  <a:cubicBezTo>
                    <a:pt x="295108" y="135231"/>
                    <a:pt x="293823" y="126230"/>
                    <a:pt x="292965" y="117657"/>
                  </a:cubicBezTo>
                  <a:cubicBezTo>
                    <a:pt x="270677" y="116372"/>
                    <a:pt x="253103" y="97941"/>
                    <a:pt x="253103" y="75224"/>
                  </a:cubicBezTo>
                  <a:cubicBezTo>
                    <a:pt x="253103" y="60222"/>
                    <a:pt x="260818" y="46934"/>
                    <a:pt x="272391" y="39219"/>
                  </a:cubicBezTo>
                  <a:cubicBezTo>
                    <a:pt x="270248" y="34075"/>
                    <a:pt x="268105" y="28932"/>
                    <a:pt x="267248" y="22931"/>
                  </a:cubicBezTo>
                  <a:cubicBezTo>
                    <a:pt x="265962" y="16502"/>
                    <a:pt x="265105" y="9644"/>
                    <a:pt x="263819" y="3215"/>
                  </a:cubicBezTo>
                  <a:lnTo>
                    <a:pt x="51649" y="3215"/>
                  </a:lnTo>
                  <a:lnTo>
                    <a:pt x="37933" y="16930"/>
                  </a:lnTo>
                  <a:cubicBezTo>
                    <a:pt x="38791" y="32361"/>
                    <a:pt x="39219" y="48220"/>
                    <a:pt x="38362" y="63651"/>
                  </a:cubicBezTo>
                  <a:cubicBezTo>
                    <a:pt x="37076" y="82510"/>
                    <a:pt x="29789" y="100941"/>
                    <a:pt x="30647" y="120230"/>
                  </a:cubicBezTo>
                  <a:cubicBezTo>
                    <a:pt x="31933" y="157948"/>
                    <a:pt x="35362" y="197811"/>
                    <a:pt x="20788" y="233815"/>
                  </a:cubicBezTo>
                  <a:cubicBezTo>
                    <a:pt x="16073" y="244102"/>
                    <a:pt x="10073" y="253103"/>
                    <a:pt x="3215" y="262104"/>
                  </a:cubicBezTo>
                  <a:lnTo>
                    <a:pt x="70509" y="329398"/>
                  </a:lnTo>
                  <a:lnTo>
                    <a:pt x="196525" y="329398"/>
                  </a:lnTo>
                  <a:lnTo>
                    <a:pt x="200811" y="333684"/>
                  </a:lnTo>
                  <a:lnTo>
                    <a:pt x="276249" y="409122"/>
                  </a:lnTo>
                  <a:cubicBezTo>
                    <a:pt x="281392" y="399264"/>
                    <a:pt x="284821" y="388120"/>
                    <a:pt x="286536" y="376975"/>
                  </a:cubicBezTo>
                  <a:lnTo>
                    <a:pt x="184523" y="274963"/>
                  </a:lnTo>
                  <a:lnTo>
                    <a:pt x="159234" y="274963"/>
                  </a:lnTo>
                  <a:cubicBezTo>
                    <a:pt x="151519" y="286536"/>
                    <a:pt x="138660" y="293823"/>
                    <a:pt x="123658" y="293823"/>
                  </a:cubicBezTo>
                  <a:cubicBezTo>
                    <a:pt x="100084" y="293823"/>
                    <a:pt x="80796" y="274535"/>
                    <a:pt x="80796" y="250960"/>
                  </a:cubicBezTo>
                  <a:cubicBezTo>
                    <a:pt x="80796" y="227386"/>
                    <a:pt x="99655" y="208098"/>
                    <a:pt x="123658" y="208098"/>
                  </a:cubicBezTo>
                  <a:cubicBezTo>
                    <a:pt x="145518" y="208098"/>
                    <a:pt x="163521" y="224385"/>
                    <a:pt x="166092" y="245388"/>
                  </a:cubicBezTo>
                  <a:lnTo>
                    <a:pt x="196525" y="245388"/>
                  </a:lnTo>
                  <a:lnTo>
                    <a:pt x="200811" y="249674"/>
                  </a:lnTo>
                  <a:lnTo>
                    <a:pt x="282678" y="331541"/>
                  </a:lnTo>
                  <a:cubicBezTo>
                    <a:pt x="279249" y="315682"/>
                    <a:pt x="275392" y="299823"/>
                    <a:pt x="273677" y="283964"/>
                  </a:cubicBezTo>
                  <a:cubicBezTo>
                    <a:pt x="261247" y="276678"/>
                    <a:pt x="253103" y="262961"/>
                    <a:pt x="253103" y="247531"/>
                  </a:cubicBezTo>
                  <a:cubicBezTo>
                    <a:pt x="253103" y="223957"/>
                    <a:pt x="271963" y="204240"/>
                    <a:pt x="295537" y="204240"/>
                  </a:cubicBezTo>
                  <a:cubicBezTo>
                    <a:pt x="296394" y="204240"/>
                    <a:pt x="297251" y="204240"/>
                    <a:pt x="297680" y="204240"/>
                  </a:cubicBezTo>
                  <a:cubicBezTo>
                    <a:pt x="298109" y="201239"/>
                    <a:pt x="298537" y="198239"/>
                    <a:pt x="298537" y="195239"/>
                  </a:cubicBezTo>
                  <a:cubicBezTo>
                    <a:pt x="298537" y="187952"/>
                    <a:pt x="298109" y="181094"/>
                    <a:pt x="298109" y="173808"/>
                  </a:cubicBezTo>
                  <a:lnTo>
                    <a:pt x="212812" y="1738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0"/>
            <p:cNvSpPr/>
            <p:nvPr/>
          </p:nvSpPr>
          <p:spPr>
            <a:xfrm>
              <a:off x="5250537" y="4992838"/>
              <a:ext cx="407194" cy="184309"/>
            </a:xfrm>
            <a:custGeom>
              <a:avLst/>
              <a:gdLst/>
              <a:ahLst/>
              <a:cxnLst/>
              <a:rect l="l" t="t" r="r" b="b"/>
              <a:pathLst>
                <a:path w="407193" h="184308" extrusionOk="0">
                  <a:moveTo>
                    <a:pt x="9215" y="99227"/>
                  </a:moveTo>
                  <a:lnTo>
                    <a:pt x="9215" y="99227"/>
                  </a:lnTo>
                  <a:cubicBezTo>
                    <a:pt x="8358" y="127516"/>
                    <a:pt x="6215" y="155805"/>
                    <a:pt x="3215" y="184095"/>
                  </a:cubicBezTo>
                  <a:lnTo>
                    <a:pt x="273248" y="184095"/>
                  </a:lnTo>
                  <a:lnTo>
                    <a:pt x="359831" y="97084"/>
                  </a:lnTo>
                  <a:lnTo>
                    <a:pt x="362831" y="94084"/>
                  </a:lnTo>
                  <a:lnTo>
                    <a:pt x="391120" y="94084"/>
                  </a:lnTo>
                  <a:cubicBezTo>
                    <a:pt x="390692" y="90654"/>
                    <a:pt x="390263" y="87225"/>
                    <a:pt x="389406" y="83796"/>
                  </a:cubicBezTo>
                  <a:cubicBezTo>
                    <a:pt x="388549" y="78653"/>
                    <a:pt x="388549" y="73081"/>
                    <a:pt x="388977" y="67937"/>
                  </a:cubicBezTo>
                  <a:cubicBezTo>
                    <a:pt x="385120" y="67937"/>
                    <a:pt x="382119" y="67508"/>
                    <a:pt x="379119" y="67508"/>
                  </a:cubicBezTo>
                  <a:cubicBezTo>
                    <a:pt x="371832" y="67080"/>
                    <a:pt x="367975" y="67508"/>
                    <a:pt x="363260" y="66223"/>
                  </a:cubicBezTo>
                  <a:cubicBezTo>
                    <a:pt x="361974" y="65794"/>
                    <a:pt x="355973" y="67080"/>
                    <a:pt x="348258" y="73509"/>
                  </a:cubicBezTo>
                  <a:cubicBezTo>
                    <a:pt x="340543" y="79939"/>
                    <a:pt x="331542" y="89797"/>
                    <a:pt x="323826" y="99655"/>
                  </a:cubicBezTo>
                  <a:cubicBezTo>
                    <a:pt x="307967" y="119801"/>
                    <a:pt x="295108" y="141232"/>
                    <a:pt x="295108" y="141232"/>
                  </a:cubicBezTo>
                  <a:cubicBezTo>
                    <a:pt x="293822" y="142946"/>
                    <a:pt x="292108" y="144232"/>
                    <a:pt x="289965" y="145089"/>
                  </a:cubicBezTo>
                  <a:cubicBezTo>
                    <a:pt x="282250" y="157091"/>
                    <a:pt x="268962" y="164807"/>
                    <a:pt x="253960" y="164807"/>
                  </a:cubicBezTo>
                  <a:cubicBezTo>
                    <a:pt x="230386" y="164807"/>
                    <a:pt x="211098" y="145519"/>
                    <a:pt x="211098" y="121515"/>
                  </a:cubicBezTo>
                  <a:cubicBezTo>
                    <a:pt x="211098" y="97512"/>
                    <a:pt x="230386" y="78653"/>
                    <a:pt x="253960" y="78653"/>
                  </a:cubicBezTo>
                  <a:cubicBezTo>
                    <a:pt x="272391" y="78653"/>
                    <a:pt x="287822" y="90226"/>
                    <a:pt x="293822" y="106513"/>
                  </a:cubicBezTo>
                  <a:cubicBezTo>
                    <a:pt x="298109" y="100513"/>
                    <a:pt x="302824" y="93654"/>
                    <a:pt x="307967" y="87225"/>
                  </a:cubicBezTo>
                  <a:cubicBezTo>
                    <a:pt x="316540" y="76509"/>
                    <a:pt x="325969" y="65794"/>
                    <a:pt x="335828" y="58079"/>
                  </a:cubicBezTo>
                  <a:cubicBezTo>
                    <a:pt x="345686" y="50363"/>
                    <a:pt x="356402" y="43506"/>
                    <a:pt x="368403" y="46935"/>
                  </a:cubicBezTo>
                  <a:cubicBezTo>
                    <a:pt x="367117" y="46506"/>
                    <a:pt x="373118" y="47363"/>
                    <a:pt x="379976" y="47792"/>
                  </a:cubicBezTo>
                  <a:cubicBezTo>
                    <a:pt x="383834" y="47792"/>
                    <a:pt x="388120" y="48220"/>
                    <a:pt x="392835" y="48220"/>
                  </a:cubicBezTo>
                  <a:cubicBezTo>
                    <a:pt x="394121" y="43934"/>
                    <a:pt x="395407" y="39648"/>
                    <a:pt x="396264" y="35362"/>
                  </a:cubicBezTo>
                  <a:lnTo>
                    <a:pt x="223957" y="35362"/>
                  </a:lnTo>
                  <a:lnTo>
                    <a:pt x="130088" y="129659"/>
                  </a:lnTo>
                  <a:cubicBezTo>
                    <a:pt x="124944" y="147662"/>
                    <a:pt x="108228" y="160520"/>
                    <a:pt x="88940" y="160520"/>
                  </a:cubicBezTo>
                  <a:cubicBezTo>
                    <a:pt x="65365" y="160520"/>
                    <a:pt x="45649" y="141661"/>
                    <a:pt x="45649" y="117658"/>
                  </a:cubicBezTo>
                  <a:cubicBezTo>
                    <a:pt x="45649" y="93654"/>
                    <a:pt x="64937" y="74366"/>
                    <a:pt x="88940" y="74366"/>
                  </a:cubicBezTo>
                  <a:cubicBezTo>
                    <a:pt x="107371" y="74366"/>
                    <a:pt x="123230" y="86368"/>
                    <a:pt x="129230" y="102656"/>
                  </a:cubicBezTo>
                  <a:lnTo>
                    <a:pt x="213670" y="18645"/>
                  </a:lnTo>
                  <a:lnTo>
                    <a:pt x="216670" y="15645"/>
                  </a:lnTo>
                  <a:lnTo>
                    <a:pt x="401836" y="15645"/>
                  </a:lnTo>
                  <a:cubicBezTo>
                    <a:pt x="403122" y="11359"/>
                    <a:pt x="403979" y="7501"/>
                    <a:pt x="405265" y="3215"/>
                  </a:cubicBezTo>
                  <a:lnTo>
                    <a:pt x="202097" y="3215"/>
                  </a:lnTo>
                  <a:lnTo>
                    <a:pt x="146375" y="35362"/>
                  </a:lnTo>
                  <a:lnTo>
                    <a:pt x="141661" y="38362"/>
                  </a:lnTo>
                  <a:lnTo>
                    <a:pt x="18217" y="38362"/>
                  </a:lnTo>
                  <a:lnTo>
                    <a:pt x="10073" y="46506"/>
                  </a:lnTo>
                  <a:cubicBezTo>
                    <a:pt x="10073" y="64508"/>
                    <a:pt x="9644" y="81653"/>
                    <a:pt x="9215" y="99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5262539" y="4611362"/>
              <a:ext cx="437198" cy="235744"/>
            </a:xfrm>
            <a:custGeom>
              <a:avLst/>
              <a:gdLst/>
              <a:ahLst/>
              <a:cxnLst/>
              <a:rect l="l" t="t" r="r" b="b"/>
              <a:pathLst>
                <a:path w="437197" h="235743" extrusionOk="0">
                  <a:moveTo>
                    <a:pt x="267248" y="84653"/>
                  </a:moveTo>
                  <a:lnTo>
                    <a:pt x="267248" y="84653"/>
                  </a:lnTo>
                  <a:lnTo>
                    <a:pt x="264676" y="87654"/>
                  </a:lnTo>
                  <a:lnTo>
                    <a:pt x="4072" y="87654"/>
                  </a:lnTo>
                  <a:cubicBezTo>
                    <a:pt x="4501" y="136517"/>
                    <a:pt x="4072" y="185380"/>
                    <a:pt x="3215" y="234244"/>
                  </a:cubicBezTo>
                  <a:lnTo>
                    <a:pt x="270677" y="234244"/>
                  </a:lnTo>
                  <a:lnTo>
                    <a:pt x="319969" y="185380"/>
                  </a:lnTo>
                  <a:lnTo>
                    <a:pt x="319969" y="117658"/>
                  </a:lnTo>
                  <a:lnTo>
                    <a:pt x="321254" y="115515"/>
                  </a:lnTo>
                  <a:lnTo>
                    <a:pt x="349972" y="65365"/>
                  </a:lnTo>
                  <a:lnTo>
                    <a:pt x="352973" y="60651"/>
                  </a:lnTo>
                  <a:lnTo>
                    <a:pt x="430554" y="60651"/>
                  </a:lnTo>
                  <a:cubicBezTo>
                    <a:pt x="430983" y="57221"/>
                    <a:pt x="430983" y="53793"/>
                    <a:pt x="431411" y="50363"/>
                  </a:cubicBezTo>
                  <a:cubicBezTo>
                    <a:pt x="431840" y="44792"/>
                    <a:pt x="432697" y="39219"/>
                    <a:pt x="433126" y="33218"/>
                  </a:cubicBezTo>
                  <a:lnTo>
                    <a:pt x="368832" y="33218"/>
                  </a:lnTo>
                  <a:lnTo>
                    <a:pt x="271105" y="136088"/>
                  </a:lnTo>
                  <a:cubicBezTo>
                    <a:pt x="275392" y="142946"/>
                    <a:pt x="277535" y="150662"/>
                    <a:pt x="277535" y="159234"/>
                  </a:cubicBezTo>
                  <a:cubicBezTo>
                    <a:pt x="277535" y="182809"/>
                    <a:pt x="258675" y="202097"/>
                    <a:pt x="234672" y="202097"/>
                  </a:cubicBezTo>
                  <a:cubicBezTo>
                    <a:pt x="210669" y="202097"/>
                    <a:pt x="191810" y="182809"/>
                    <a:pt x="191810" y="159234"/>
                  </a:cubicBezTo>
                  <a:cubicBezTo>
                    <a:pt x="191810" y="135660"/>
                    <a:pt x="210669" y="116372"/>
                    <a:pt x="234672" y="116372"/>
                  </a:cubicBezTo>
                  <a:cubicBezTo>
                    <a:pt x="242816" y="116372"/>
                    <a:pt x="250531" y="118515"/>
                    <a:pt x="256961" y="122373"/>
                  </a:cubicBezTo>
                  <a:lnTo>
                    <a:pt x="358116" y="16502"/>
                  </a:lnTo>
                  <a:lnTo>
                    <a:pt x="360688" y="13502"/>
                  </a:lnTo>
                  <a:lnTo>
                    <a:pt x="435697" y="13502"/>
                  </a:lnTo>
                  <a:cubicBezTo>
                    <a:pt x="436126" y="10073"/>
                    <a:pt x="436555" y="6644"/>
                    <a:pt x="437412" y="3215"/>
                  </a:cubicBezTo>
                  <a:lnTo>
                    <a:pt x="348258" y="3215"/>
                  </a:lnTo>
                  <a:lnTo>
                    <a:pt x="267248" y="8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5224391" y="4300609"/>
              <a:ext cx="510064" cy="381476"/>
            </a:xfrm>
            <a:custGeom>
              <a:avLst/>
              <a:gdLst/>
              <a:ahLst/>
              <a:cxnLst/>
              <a:rect l="l" t="t" r="r" b="b"/>
              <a:pathLst>
                <a:path w="510063" h="381476" extrusionOk="0">
                  <a:moveTo>
                    <a:pt x="291679" y="129659"/>
                  </a:moveTo>
                  <a:lnTo>
                    <a:pt x="291679" y="129659"/>
                  </a:lnTo>
                  <a:lnTo>
                    <a:pt x="288679" y="132231"/>
                  </a:lnTo>
                  <a:lnTo>
                    <a:pt x="3215" y="132231"/>
                  </a:lnTo>
                  <a:cubicBezTo>
                    <a:pt x="11359" y="153662"/>
                    <a:pt x="18645" y="175093"/>
                    <a:pt x="24217" y="196954"/>
                  </a:cubicBezTo>
                  <a:cubicBezTo>
                    <a:pt x="40076" y="251389"/>
                    <a:pt x="40505" y="307967"/>
                    <a:pt x="41791" y="364117"/>
                  </a:cubicBezTo>
                  <a:cubicBezTo>
                    <a:pt x="41791" y="368832"/>
                    <a:pt x="41791" y="373975"/>
                    <a:pt x="41791" y="378690"/>
                  </a:cubicBezTo>
                  <a:lnTo>
                    <a:pt x="294251" y="378690"/>
                  </a:lnTo>
                  <a:lnTo>
                    <a:pt x="375690" y="297680"/>
                  </a:lnTo>
                  <a:lnTo>
                    <a:pt x="378690" y="294680"/>
                  </a:lnTo>
                  <a:lnTo>
                    <a:pt x="478989" y="294680"/>
                  </a:lnTo>
                  <a:cubicBezTo>
                    <a:pt x="483275" y="268534"/>
                    <a:pt x="487561" y="242388"/>
                    <a:pt x="490133" y="215813"/>
                  </a:cubicBezTo>
                  <a:lnTo>
                    <a:pt x="454128" y="252246"/>
                  </a:lnTo>
                  <a:lnTo>
                    <a:pt x="451128" y="255246"/>
                  </a:lnTo>
                  <a:lnTo>
                    <a:pt x="286965" y="255246"/>
                  </a:lnTo>
                  <a:lnTo>
                    <a:pt x="286965" y="261247"/>
                  </a:lnTo>
                  <a:cubicBezTo>
                    <a:pt x="304538" y="266819"/>
                    <a:pt x="317397" y="282679"/>
                    <a:pt x="317397" y="301967"/>
                  </a:cubicBezTo>
                  <a:cubicBezTo>
                    <a:pt x="317397" y="325541"/>
                    <a:pt x="298537" y="345258"/>
                    <a:pt x="274534" y="345258"/>
                  </a:cubicBezTo>
                  <a:cubicBezTo>
                    <a:pt x="250531" y="345258"/>
                    <a:pt x="231672" y="325970"/>
                    <a:pt x="231672" y="301967"/>
                  </a:cubicBezTo>
                  <a:cubicBezTo>
                    <a:pt x="231672" y="280964"/>
                    <a:pt x="247102" y="263390"/>
                    <a:pt x="267248" y="259961"/>
                  </a:cubicBezTo>
                  <a:lnTo>
                    <a:pt x="267248" y="235958"/>
                  </a:lnTo>
                  <a:lnTo>
                    <a:pt x="442984" y="235958"/>
                  </a:lnTo>
                  <a:lnTo>
                    <a:pt x="493133" y="185809"/>
                  </a:lnTo>
                  <a:cubicBezTo>
                    <a:pt x="495276" y="163949"/>
                    <a:pt x="496991" y="141661"/>
                    <a:pt x="498705" y="119801"/>
                  </a:cubicBezTo>
                  <a:lnTo>
                    <a:pt x="493562" y="119801"/>
                  </a:lnTo>
                  <a:cubicBezTo>
                    <a:pt x="493562" y="121087"/>
                    <a:pt x="493990" y="122373"/>
                    <a:pt x="493990" y="123658"/>
                  </a:cubicBezTo>
                  <a:cubicBezTo>
                    <a:pt x="493990" y="147233"/>
                    <a:pt x="474702" y="166950"/>
                    <a:pt x="451128" y="166950"/>
                  </a:cubicBezTo>
                  <a:cubicBezTo>
                    <a:pt x="427554" y="166950"/>
                    <a:pt x="407837" y="147662"/>
                    <a:pt x="407837" y="123658"/>
                  </a:cubicBezTo>
                  <a:cubicBezTo>
                    <a:pt x="407837" y="100084"/>
                    <a:pt x="427554" y="80796"/>
                    <a:pt x="451128" y="80796"/>
                  </a:cubicBezTo>
                  <a:cubicBezTo>
                    <a:pt x="466130" y="80796"/>
                    <a:pt x="478989" y="88511"/>
                    <a:pt x="486704" y="100084"/>
                  </a:cubicBezTo>
                  <a:lnTo>
                    <a:pt x="500420" y="100084"/>
                  </a:lnTo>
                  <a:cubicBezTo>
                    <a:pt x="502134" y="81224"/>
                    <a:pt x="503420" y="61936"/>
                    <a:pt x="504706" y="43077"/>
                  </a:cubicBezTo>
                  <a:lnTo>
                    <a:pt x="432697" y="43077"/>
                  </a:lnTo>
                  <a:lnTo>
                    <a:pt x="385120" y="90654"/>
                  </a:lnTo>
                  <a:lnTo>
                    <a:pt x="385120" y="231244"/>
                  </a:lnTo>
                  <a:lnTo>
                    <a:pt x="200811" y="231244"/>
                  </a:lnTo>
                  <a:lnTo>
                    <a:pt x="151948" y="280106"/>
                  </a:lnTo>
                  <a:cubicBezTo>
                    <a:pt x="155805" y="286536"/>
                    <a:pt x="158377" y="294251"/>
                    <a:pt x="158377" y="302395"/>
                  </a:cubicBezTo>
                  <a:cubicBezTo>
                    <a:pt x="158377" y="325970"/>
                    <a:pt x="139089" y="345686"/>
                    <a:pt x="115086" y="345686"/>
                  </a:cubicBezTo>
                  <a:cubicBezTo>
                    <a:pt x="91083" y="345686"/>
                    <a:pt x="71795" y="326398"/>
                    <a:pt x="71795" y="302395"/>
                  </a:cubicBezTo>
                  <a:cubicBezTo>
                    <a:pt x="71795" y="278821"/>
                    <a:pt x="91083" y="259104"/>
                    <a:pt x="115086" y="259104"/>
                  </a:cubicBezTo>
                  <a:cubicBezTo>
                    <a:pt x="123658" y="259104"/>
                    <a:pt x="131374" y="261676"/>
                    <a:pt x="137803" y="265962"/>
                  </a:cubicBezTo>
                  <a:lnTo>
                    <a:pt x="189238" y="214527"/>
                  </a:lnTo>
                  <a:lnTo>
                    <a:pt x="192238" y="211526"/>
                  </a:lnTo>
                  <a:lnTo>
                    <a:pt x="365832" y="211526"/>
                  </a:lnTo>
                  <a:lnTo>
                    <a:pt x="365832" y="82082"/>
                  </a:lnTo>
                  <a:lnTo>
                    <a:pt x="368832" y="79081"/>
                  </a:lnTo>
                  <a:lnTo>
                    <a:pt x="421553" y="26361"/>
                  </a:lnTo>
                  <a:lnTo>
                    <a:pt x="424553" y="23360"/>
                  </a:lnTo>
                  <a:lnTo>
                    <a:pt x="506420" y="23360"/>
                  </a:lnTo>
                  <a:cubicBezTo>
                    <a:pt x="506849" y="16502"/>
                    <a:pt x="507706" y="10073"/>
                    <a:pt x="508135" y="3215"/>
                  </a:cubicBezTo>
                  <a:lnTo>
                    <a:pt x="417695" y="3215"/>
                  </a:lnTo>
                  <a:lnTo>
                    <a:pt x="291679" y="1296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5258681" y="4688086"/>
              <a:ext cx="432911" cy="304324"/>
            </a:xfrm>
            <a:custGeom>
              <a:avLst/>
              <a:gdLst/>
              <a:ahLst/>
              <a:cxnLst/>
              <a:rect l="l" t="t" r="r" b="b"/>
              <a:pathLst>
                <a:path w="432911" h="304323" extrusionOk="0">
                  <a:moveTo>
                    <a:pt x="432697" y="21217"/>
                  </a:moveTo>
                  <a:cubicBezTo>
                    <a:pt x="432697" y="15216"/>
                    <a:pt x="432697" y="9216"/>
                    <a:pt x="433126" y="3215"/>
                  </a:cubicBezTo>
                  <a:lnTo>
                    <a:pt x="367546" y="3215"/>
                  </a:lnTo>
                  <a:lnTo>
                    <a:pt x="342686" y="46506"/>
                  </a:lnTo>
                  <a:lnTo>
                    <a:pt x="342686" y="116800"/>
                  </a:lnTo>
                  <a:lnTo>
                    <a:pt x="340114" y="119372"/>
                  </a:lnTo>
                  <a:lnTo>
                    <a:pt x="284821" y="174236"/>
                  </a:lnTo>
                  <a:lnTo>
                    <a:pt x="281821" y="177236"/>
                  </a:lnTo>
                  <a:lnTo>
                    <a:pt x="6215" y="177236"/>
                  </a:lnTo>
                  <a:cubicBezTo>
                    <a:pt x="5358" y="219670"/>
                    <a:pt x="4501" y="262104"/>
                    <a:pt x="3215" y="304538"/>
                  </a:cubicBezTo>
                  <a:lnTo>
                    <a:pt x="122801" y="304538"/>
                  </a:lnTo>
                  <a:lnTo>
                    <a:pt x="178522" y="272391"/>
                  </a:lnTo>
                  <a:lnTo>
                    <a:pt x="183237" y="269819"/>
                  </a:lnTo>
                  <a:lnTo>
                    <a:pt x="406980" y="269819"/>
                  </a:lnTo>
                  <a:cubicBezTo>
                    <a:pt x="412123" y="248817"/>
                    <a:pt x="417267" y="228243"/>
                    <a:pt x="421553" y="207240"/>
                  </a:cubicBezTo>
                  <a:lnTo>
                    <a:pt x="400979" y="227814"/>
                  </a:lnTo>
                  <a:lnTo>
                    <a:pt x="395407" y="233386"/>
                  </a:lnTo>
                  <a:lnTo>
                    <a:pt x="154948" y="233386"/>
                  </a:lnTo>
                  <a:lnTo>
                    <a:pt x="117229" y="271105"/>
                  </a:lnTo>
                  <a:cubicBezTo>
                    <a:pt x="115943" y="272391"/>
                    <a:pt x="114657" y="273248"/>
                    <a:pt x="113371" y="274105"/>
                  </a:cubicBezTo>
                  <a:cubicBezTo>
                    <a:pt x="105656" y="286107"/>
                    <a:pt x="92369" y="293823"/>
                    <a:pt x="76938" y="293823"/>
                  </a:cubicBezTo>
                  <a:cubicBezTo>
                    <a:pt x="53364" y="293823"/>
                    <a:pt x="34076" y="274963"/>
                    <a:pt x="34076" y="250960"/>
                  </a:cubicBezTo>
                  <a:cubicBezTo>
                    <a:pt x="34076" y="226957"/>
                    <a:pt x="52935" y="207669"/>
                    <a:pt x="76938" y="207669"/>
                  </a:cubicBezTo>
                  <a:cubicBezTo>
                    <a:pt x="89797" y="207669"/>
                    <a:pt x="101370" y="213669"/>
                    <a:pt x="109514" y="222670"/>
                  </a:cubicBezTo>
                  <a:lnTo>
                    <a:pt x="133088" y="199096"/>
                  </a:lnTo>
                  <a:lnTo>
                    <a:pt x="138660" y="193524"/>
                  </a:lnTo>
                  <a:lnTo>
                    <a:pt x="379119" y="193524"/>
                  </a:lnTo>
                  <a:lnTo>
                    <a:pt x="431411" y="141661"/>
                  </a:lnTo>
                  <a:cubicBezTo>
                    <a:pt x="431840" y="137803"/>
                    <a:pt x="431840" y="134374"/>
                    <a:pt x="432268" y="130516"/>
                  </a:cubicBezTo>
                  <a:cubicBezTo>
                    <a:pt x="433126" y="119372"/>
                    <a:pt x="433126" y="108228"/>
                    <a:pt x="433126" y="97084"/>
                  </a:cubicBezTo>
                  <a:cubicBezTo>
                    <a:pt x="427125" y="100084"/>
                    <a:pt x="420695" y="101798"/>
                    <a:pt x="413409" y="101798"/>
                  </a:cubicBezTo>
                  <a:cubicBezTo>
                    <a:pt x="389835" y="101798"/>
                    <a:pt x="370118" y="82939"/>
                    <a:pt x="370118" y="58936"/>
                  </a:cubicBezTo>
                  <a:cubicBezTo>
                    <a:pt x="370118" y="35362"/>
                    <a:pt x="389406" y="16073"/>
                    <a:pt x="413409" y="16073"/>
                  </a:cubicBezTo>
                  <a:lnTo>
                    <a:pt x="413409" y="16073"/>
                  </a:lnTo>
                  <a:cubicBezTo>
                    <a:pt x="420695" y="16502"/>
                    <a:pt x="427125" y="18217"/>
                    <a:pt x="432697" y="21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6022491" y="3919990"/>
              <a:ext cx="737235" cy="822960"/>
            </a:xfrm>
            <a:custGeom>
              <a:avLst/>
              <a:gdLst/>
              <a:ahLst/>
              <a:cxnLst/>
              <a:rect l="l" t="t" r="r" b="b"/>
              <a:pathLst>
                <a:path w="737235" h="822960" extrusionOk="0">
                  <a:moveTo>
                    <a:pt x="738307" y="406551"/>
                  </a:moveTo>
                  <a:lnTo>
                    <a:pt x="738307" y="406551"/>
                  </a:lnTo>
                  <a:cubicBezTo>
                    <a:pt x="482417" y="311825"/>
                    <a:pt x="233815" y="177237"/>
                    <a:pt x="3215" y="3215"/>
                  </a:cubicBezTo>
                  <a:cubicBezTo>
                    <a:pt x="44363" y="83368"/>
                    <a:pt x="81653" y="166521"/>
                    <a:pt x="115086" y="251817"/>
                  </a:cubicBezTo>
                  <a:cubicBezTo>
                    <a:pt x="118515" y="256532"/>
                    <a:pt x="121944" y="261247"/>
                    <a:pt x="125373" y="265962"/>
                  </a:cubicBezTo>
                  <a:cubicBezTo>
                    <a:pt x="158377" y="311396"/>
                    <a:pt x="192667" y="355973"/>
                    <a:pt x="229100" y="398836"/>
                  </a:cubicBezTo>
                  <a:cubicBezTo>
                    <a:pt x="281392" y="459700"/>
                    <a:pt x="322112" y="529566"/>
                    <a:pt x="360688" y="599432"/>
                  </a:cubicBezTo>
                  <a:cubicBezTo>
                    <a:pt x="393692" y="659868"/>
                    <a:pt x="425410" y="720733"/>
                    <a:pt x="453700" y="783741"/>
                  </a:cubicBezTo>
                  <a:cubicBezTo>
                    <a:pt x="459272" y="796171"/>
                    <a:pt x="463987" y="808601"/>
                    <a:pt x="468702" y="821031"/>
                  </a:cubicBezTo>
                  <a:cubicBezTo>
                    <a:pt x="516279" y="724591"/>
                    <a:pt x="571572" y="630722"/>
                    <a:pt x="635437" y="540282"/>
                  </a:cubicBezTo>
                  <a:cubicBezTo>
                    <a:pt x="668441" y="493991"/>
                    <a:pt x="702731" y="449413"/>
                    <a:pt x="738307" y="4065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6996327" y="492425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6501265" y="4732663"/>
              <a:ext cx="501491" cy="231458"/>
            </a:xfrm>
            <a:custGeom>
              <a:avLst/>
              <a:gdLst/>
              <a:ahLst/>
              <a:cxnLst/>
              <a:rect l="l" t="t" r="r" b="b"/>
              <a:pathLst>
                <a:path w="501491" h="231457" extrusionOk="0">
                  <a:moveTo>
                    <a:pt x="498277" y="194810"/>
                  </a:moveTo>
                  <a:cubicBezTo>
                    <a:pt x="493562" y="184094"/>
                    <a:pt x="488847" y="173379"/>
                    <a:pt x="483704" y="162234"/>
                  </a:cubicBezTo>
                  <a:lnTo>
                    <a:pt x="295966" y="194810"/>
                  </a:lnTo>
                  <a:lnTo>
                    <a:pt x="289965" y="195667"/>
                  </a:lnTo>
                  <a:lnTo>
                    <a:pt x="16502" y="3215"/>
                  </a:lnTo>
                  <a:cubicBezTo>
                    <a:pt x="12216" y="11787"/>
                    <a:pt x="7501" y="20788"/>
                    <a:pt x="3215" y="29361"/>
                  </a:cubicBezTo>
                  <a:lnTo>
                    <a:pt x="289536" y="230814"/>
                  </a:lnTo>
                  <a:lnTo>
                    <a:pt x="498277" y="194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0"/>
            <p:cNvSpPr/>
            <p:nvPr/>
          </p:nvSpPr>
          <p:spPr>
            <a:xfrm>
              <a:off x="6661571" y="5113282"/>
              <a:ext cx="488633" cy="287179"/>
            </a:xfrm>
            <a:custGeom>
              <a:avLst/>
              <a:gdLst/>
              <a:ahLst/>
              <a:cxnLst/>
              <a:rect l="l" t="t" r="r" b="b"/>
              <a:pathLst>
                <a:path w="488632" h="287178" extrusionOk="0">
                  <a:moveTo>
                    <a:pt x="340114" y="38791"/>
                  </a:moveTo>
                  <a:lnTo>
                    <a:pt x="340114" y="38791"/>
                  </a:lnTo>
                  <a:lnTo>
                    <a:pt x="343972" y="38362"/>
                  </a:lnTo>
                  <a:lnTo>
                    <a:pt x="435697" y="102656"/>
                  </a:lnTo>
                  <a:lnTo>
                    <a:pt x="436555" y="106514"/>
                  </a:lnTo>
                  <a:lnTo>
                    <a:pt x="465272" y="271534"/>
                  </a:lnTo>
                  <a:lnTo>
                    <a:pt x="487132" y="286965"/>
                  </a:lnTo>
                  <a:cubicBezTo>
                    <a:pt x="484989" y="275392"/>
                    <a:pt x="482417" y="263819"/>
                    <a:pt x="480274" y="251817"/>
                  </a:cubicBezTo>
                  <a:cubicBezTo>
                    <a:pt x="471702" y="211955"/>
                    <a:pt x="469559" y="171236"/>
                    <a:pt x="461844" y="131802"/>
                  </a:cubicBezTo>
                  <a:cubicBezTo>
                    <a:pt x="458843" y="116800"/>
                    <a:pt x="455414" y="101798"/>
                    <a:pt x="451128" y="87226"/>
                  </a:cubicBezTo>
                  <a:lnTo>
                    <a:pt x="344400" y="12216"/>
                  </a:lnTo>
                  <a:lnTo>
                    <a:pt x="85511" y="57222"/>
                  </a:lnTo>
                  <a:lnTo>
                    <a:pt x="81225" y="58079"/>
                  </a:lnTo>
                  <a:lnTo>
                    <a:pt x="3215" y="3215"/>
                  </a:lnTo>
                  <a:cubicBezTo>
                    <a:pt x="4501" y="8359"/>
                    <a:pt x="5358" y="13930"/>
                    <a:pt x="6644" y="19074"/>
                  </a:cubicBezTo>
                  <a:lnTo>
                    <a:pt x="95369" y="81653"/>
                  </a:lnTo>
                  <a:lnTo>
                    <a:pt x="340114" y="3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6554843" y="4907542"/>
              <a:ext cx="505778" cy="171450"/>
            </a:xfrm>
            <a:custGeom>
              <a:avLst/>
              <a:gdLst/>
              <a:ahLst/>
              <a:cxnLst/>
              <a:rect l="l" t="t" r="r" b="b"/>
              <a:pathLst>
                <a:path w="505777" h="171450" extrusionOk="0">
                  <a:moveTo>
                    <a:pt x="457557" y="127945"/>
                  </a:moveTo>
                  <a:lnTo>
                    <a:pt x="465701" y="126659"/>
                  </a:lnTo>
                  <a:lnTo>
                    <a:pt x="505992" y="154948"/>
                  </a:lnTo>
                  <a:cubicBezTo>
                    <a:pt x="499562" y="139946"/>
                    <a:pt x="492705" y="124516"/>
                    <a:pt x="485847" y="109514"/>
                  </a:cubicBezTo>
                  <a:lnTo>
                    <a:pt x="471702" y="99655"/>
                  </a:lnTo>
                  <a:lnTo>
                    <a:pt x="213670" y="144661"/>
                  </a:lnTo>
                  <a:lnTo>
                    <a:pt x="205526" y="145947"/>
                  </a:lnTo>
                  <a:lnTo>
                    <a:pt x="3215" y="3215"/>
                  </a:lnTo>
                  <a:cubicBezTo>
                    <a:pt x="3215" y="3215"/>
                    <a:pt x="3215" y="3215"/>
                    <a:pt x="3215" y="3215"/>
                  </a:cubicBezTo>
                  <a:cubicBezTo>
                    <a:pt x="10073" y="15645"/>
                    <a:pt x="18217" y="27647"/>
                    <a:pt x="26789" y="39219"/>
                  </a:cubicBezTo>
                  <a:lnTo>
                    <a:pt x="213241" y="170378"/>
                  </a:lnTo>
                  <a:lnTo>
                    <a:pt x="457557" y="1279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6670143" y="5155716"/>
              <a:ext cx="518636" cy="445770"/>
            </a:xfrm>
            <a:custGeom>
              <a:avLst/>
              <a:gdLst/>
              <a:ahLst/>
              <a:cxnLst/>
              <a:rect l="l" t="t" r="r" b="b"/>
              <a:pathLst>
                <a:path w="518636" h="445770" extrusionOk="0">
                  <a:moveTo>
                    <a:pt x="326827" y="34505"/>
                  </a:moveTo>
                  <a:lnTo>
                    <a:pt x="326827" y="34505"/>
                  </a:lnTo>
                  <a:lnTo>
                    <a:pt x="330684" y="33647"/>
                  </a:lnTo>
                  <a:lnTo>
                    <a:pt x="392406" y="77367"/>
                  </a:lnTo>
                  <a:lnTo>
                    <a:pt x="392835" y="81225"/>
                  </a:lnTo>
                  <a:lnTo>
                    <a:pt x="405693" y="153662"/>
                  </a:lnTo>
                  <a:lnTo>
                    <a:pt x="406551" y="157520"/>
                  </a:lnTo>
                  <a:lnTo>
                    <a:pt x="358974" y="225243"/>
                  </a:lnTo>
                  <a:lnTo>
                    <a:pt x="367117" y="272391"/>
                  </a:lnTo>
                  <a:lnTo>
                    <a:pt x="469559" y="344400"/>
                  </a:lnTo>
                  <a:lnTo>
                    <a:pt x="469987" y="348258"/>
                  </a:lnTo>
                  <a:lnTo>
                    <a:pt x="484132" y="428840"/>
                  </a:lnTo>
                  <a:cubicBezTo>
                    <a:pt x="493133" y="428411"/>
                    <a:pt x="502134" y="430554"/>
                    <a:pt x="510278" y="436126"/>
                  </a:cubicBezTo>
                  <a:cubicBezTo>
                    <a:pt x="513279" y="438269"/>
                    <a:pt x="515850" y="440841"/>
                    <a:pt x="517993" y="443413"/>
                  </a:cubicBezTo>
                  <a:cubicBezTo>
                    <a:pt x="506420" y="386406"/>
                    <a:pt x="494848" y="328970"/>
                    <a:pt x="483703" y="271534"/>
                  </a:cubicBezTo>
                  <a:lnTo>
                    <a:pt x="438269" y="239816"/>
                  </a:lnTo>
                  <a:lnTo>
                    <a:pt x="437412" y="235958"/>
                  </a:lnTo>
                  <a:lnTo>
                    <a:pt x="409123" y="70938"/>
                  </a:lnTo>
                  <a:lnTo>
                    <a:pt x="330684" y="15645"/>
                  </a:lnTo>
                  <a:lnTo>
                    <a:pt x="86368" y="57650"/>
                  </a:lnTo>
                  <a:lnTo>
                    <a:pt x="82082" y="58507"/>
                  </a:lnTo>
                  <a:lnTo>
                    <a:pt x="3215" y="3215"/>
                  </a:lnTo>
                  <a:cubicBezTo>
                    <a:pt x="5358" y="14359"/>
                    <a:pt x="7501" y="25504"/>
                    <a:pt x="9215" y="36648"/>
                  </a:cubicBezTo>
                  <a:lnTo>
                    <a:pt x="67937" y="77796"/>
                  </a:lnTo>
                  <a:lnTo>
                    <a:pt x="326827" y="345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6638425" y="5033986"/>
              <a:ext cx="467201" cy="137160"/>
            </a:xfrm>
            <a:custGeom>
              <a:avLst/>
              <a:gdLst/>
              <a:ahLst/>
              <a:cxnLst/>
              <a:rect l="l" t="t" r="r" b="b"/>
              <a:pathLst>
                <a:path w="467201" h="137160" extrusionOk="0">
                  <a:moveTo>
                    <a:pt x="368403" y="71795"/>
                  </a:moveTo>
                  <a:lnTo>
                    <a:pt x="368403" y="71795"/>
                  </a:lnTo>
                  <a:lnTo>
                    <a:pt x="372261" y="70938"/>
                  </a:lnTo>
                  <a:lnTo>
                    <a:pt x="464415" y="136088"/>
                  </a:lnTo>
                  <a:cubicBezTo>
                    <a:pt x="459700" y="122801"/>
                    <a:pt x="454986" y="109514"/>
                    <a:pt x="449842" y="96227"/>
                  </a:cubicBezTo>
                  <a:lnTo>
                    <a:pt x="372690" y="41791"/>
                  </a:lnTo>
                  <a:lnTo>
                    <a:pt x="128373" y="84225"/>
                  </a:lnTo>
                  <a:lnTo>
                    <a:pt x="120229" y="85940"/>
                  </a:lnTo>
                  <a:lnTo>
                    <a:pt x="3215" y="3215"/>
                  </a:lnTo>
                  <a:cubicBezTo>
                    <a:pt x="10930" y="19503"/>
                    <a:pt x="16502" y="36219"/>
                    <a:pt x="20788" y="53793"/>
                  </a:cubicBezTo>
                  <a:lnTo>
                    <a:pt x="109942" y="116372"/>
                  </a:lnTo>
                  <a:lnTo>
                    <a:pt x="368403" y="717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6681287" y="5207151"/>
              <a:ext cx="548640" cy="582930"/>
            </a:xfrm>
            <a:custGeom>
              <a:avLst/>
              <a:gdLst/>
              <a:ahLst/>
              <a:cxnLst/>
              <a:rect l="l" t="t" r="r" b="b"/>
              <a:pathLst>
                <a:path w="548640" h="582930" extrusionOk="0">
                  <a:moveTo>
                    <a:pt x="515422" y="433554"/>
                  </a:moveTo>
                  <a:lnTo>
                    <a:pt x="515422" y="433554"/>
                  </a:lnTo>
                  <a:cubicBezTo>
                    <a:pt x="514136" y="437412"/>
                    <a:pt x="511993" y="441698"/>
                    <a:pt x="509421" y="445127"/>
                  </a:cubicBezTo>
                  <a:cubicBezTo>
                    <a:pt x="495705" y="464415"/>
                    <a:pt x="468702" y="469130"/>
                    <a:pt x="449414" y="455843"/>
                  </a:cubicBezTo>
                  <a:cubicBezTo>
                    <a:pt x="430125" y="442555"/>
                    <a:pt x="425410" y="415552"/>
                    <a:pt x="439126" y="395835"/>
                  </a:cubicBezTo>
                  <a:cubicBezTo>
                    <a:pt x="442984" y="390263"/>
                    <a:pt x="448127" y="386406"/>
                    <a:pt x="453700" y="383405"/>
                  </a:cubicBezTo>
                  <a:lnTo>
                    <a:pt x="439984" y="304967"/>
                  </a:lnTo>
                  <a:lnTo>
                    <a:pt x="337542" y="232958"/>
                  </a:lnTo>
                  <a:lnTo>
                    <a:pt x="336685" y="229100"/>
                  </a:lnTo>
                  <a:lnTo>
                    <a:pt x="327255" y="173379"/>
                  </a:lnTo>
                  <a:lnTo>
                    <a:pt x="326398" y="169521"/>
                  </a:lnTo>
                  <a:lnTo>
                    <a:pt x="373975" y="101798"/>
                  </a:lnTo>
                  <a:lnTo>
                    <a:pt x="362831" y="37076"/>
                  </a:lnTo>
                  <a:lnTo>
                    <a:pt x="314397" y="3215"/>
                  </a:lnTo>
                  <a:lnTo>
                    <a:pt x="56793" y="47792"/>
                  </a:lnTo>
                  <a:lnTo>
                    <a:pt x="52507" y="48649"/>
                  </a:lnTo>
                  <a:lnTo>
                    <a:pt x="3215" y="13930"/>
                  </a:lnTo>
                  <a:cubicBezTo>
                    <a:pt x="5787" y="29361"/>
                    <a:pt x="8358" y="44363"/>
                    <a:pt x="10930" y="59794"/>
                  </a:cubicBezTo>
                  <a:lnTo>
                    <a:pt x="73081" y="103513"/>
                  </a:lnTo>
                  <a:lnTo>
                    <a:pt x="247531" y="72652"/>
                  </a:lnTo>
                  <a:cubicBezTo>
                    <a:pt x="248817" y="68366"/>
                    <a:pt x="250960" y="63651"/>
                    <a:pt x="253532" y="59794"/>
                  </a:cubicBezTo>
                  <a:cubicBezTo>
                    <a:pt x="267248" y="40505"/>
                    <a:pt x="293822" y="35790"/>
                    <a:pt x="313111" y="49506"/>
                  </a:cubicBezTo>
                  <a:cubicBezTo>
                    <a:pt x="332399" y="63222"/>
                    <a:pt x="337542" y="90226"/>
                    <a:pt x="323826" y="109514"/>
                  </a:cubicBezTo>
                  <a:cubicBezTo>
                    <a:pt x="310110" y="128802"/>
                    <a:pt x="283107" y="133517"/>
                    <a:pt x="263819" y="119801"/>
                  </a:cubicBezTo>
                  <a:cubicBezTo>
                    <a:pt x="254389" y="113372"/>
                    <a:pt x="248817" y="103513"/>
                    <a:pt x="246674" y="93226"/>
                  </a:cubicBezTo>
                  <a:lnTo>
                    <a:pt x="72223" y="123658"/>
                  </a:lnTo>
                  <a:lnTo>
                    <a:pt x="67937" y="124516"/>
                  </a:lnTo>
                  <a:lnTo>
                    <a:pt x="15216" y="87654"/>
                  </a:lnTo>
                  <a:cubicBezTo>
                    <a:pt x="16502" y="95798"/>
                    <a:pt x="18217" y="103942"/>
                    <a:pt x="19502" y="112086"/>
                  </a:cubicBezTo>
                  <a:lnTo>
                    <a:pt x="58079" y="139089"/>
                  </a:lnTo>
                  <a:lnTo>
                    <a:pt x="200811" y="114229"/>
                  </a:lnTo>
                  <a:lnTo>
                    <a:pt x="204668" y="113800"/>
                  </a:lnTo>
                  <a:lnTo>
                    <a:pt x="278392" y="165664"/>
                  </a:lnTo>
                  <a:lnTo>
                    <a:pt x="279249" y="169521"/>
                  </a:lnTo>
                  <a:lnTo>
                    <a:pt x="299823" y="287393"/>
                  </a:lnTo>
                  <a:lnTo>
                    <a:pt x="307110" y="292537"/>
                  </a:lnTo>
                  <a:cubicBezTo>
                    <a:pt x="321683" y="278821"/>
                    <a:pt x="343972" y="276678"/>
                    <a:pt x="361117" y="288679"/>
                  </a:cubicBezTo>
                  <a:cubicBezTo>
                    <a:pt x="380405" y="302395"/>
                    <a:pt x="385120" y="328970"/>
                    <a:pt x="371404" y="348686"/>
                  </a:cubicBezTo>
                  <a:cubicBezTo>
                    <a:pt x="357688" y="368404"/>
                    <a:pt x="331113" y="372690"/>
                    <a:pt x="311825" y="358973"/>
                  </a:cubicBezTo>
                  <a:cubicBezTo>
                    <a:pt x="295537" y="347401"/>
                    <a:pt x="289965" y="327255"/>
                    <a:pt x="296394" y="309253"/>
                  </a:cubicBezTo>
                  <a:lnTo>
                    <a:pt x="281821" y="298966"/>
                  </a:lnTo>
                  <a:lnTo>
                    <a:pt x="280964" y="294680"/>
                  </a:lnTo>
                  <a:lnTo>
                    <a:pt x="260819" y="177665"/>
                  </a:lnTo>
                  <a:lnTo>
                    <a:pt x="199954" y="134803"/>
                  </a:lnTo>
                  <a:lnTo>
                    <a:pt x="57222" y="159663"/>
                  </a:lnTo>
                  <a:lnTo>
                    <a:pt x="53364" y="160091"/>
                  </a:lnTo>
                  <a:lnTo>
                    <a:pt x="24646" y="139946"/>
                  </a:lnTo>
                  <a:cubicBezTo>
                    <a:pt x="25503" y="145519"/>
                    <a:pt x="26789" y="151090"/>
                    <a:pt x="27646" y="156663"/>
                  </a:cubicBezTo>
                  <a:lnTo>
                    <a:pt x="119801" y="221385"/>
                  </a:lnTo>
                  <a:lnTo>
                    <a:pt x="153233" y="215813"/>
                  </a:lnTo>
                  <a:cubicBezTo>
                    <a:pt x="153662" y="207669"/>
                    <a:pt x="155805" y="199954"/>
                    <a:pt x="160949" y="193096"/>
                  </a:cubicBezTo>
                  <a:cubicBezTo>
                    <a:pt x="174665" y="173808"/>
                    <a:pt x="201240" y="169093"/>
                    <a:pt x="220528" y="182809"/>
                  </a:cubicBezTo>
                  <a:cubicBezTo>
                    <a:pt x="239816" y="196524"/>
                    <a:pt x="244959" y="223100"/>
                    <a:pt x="231243" y="242388"/>
                  </a:cubicBezTo>
                  <a:cubicBezTo>
                    <a:pt x="217527" y="261676"/>
                    <a:pt x="190524" y="266391"/>
                    <a:pt x="171236" y="252675"/>
                  </a:cubicBezTo>
                  <a:cubicBezTo>
                    <a:pt x="164806" y="247959"/>
                    <a:pt x="160092" y="241959"/>
                    <a:pt x="157091" y="235101"/>
                  </a:cubicBezTo>
                  <a:lnTo>
                    <a:pt x="115515" y="242388"/>
                  </a:lnTo>
                  <a:lnTo>
                    <a:pt x="34076" y="184952"/>
                  </a:lnTo>
                  <a:cubicBezTo>
                    <a:pt x="36647" y="196954"/>
                    <a:pt x="39219" y="208526"/>
                    <a:pt x="42220" y="220099"/>
                  </a:cubicBezTo>
                  <a:cubicBezTo>
                    <a:pt x="42648" y="222242"/>
                    <a:pt x="43506" y="224385"/>
                    <a:pt x="44363" y="226957"/>
                  </a:cubicBezTo>
                  <a:lnTo>
                    <a:pt x="545854" y="580144"/>
                  </a:lnTo>
                  <a:cubicBezTo>
                    <a:pt x="535567" y="530423"/>
                    <a:pt x="525280" y="481989"/>
                    <a:pt x="515422" y="433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7763995" y="6684621"/>
              <a:ext cx="77153" cy="137160"/>
            </a:xfrm>
            <a:custGeom>
              <a:avLst/>
              <a:gdLst/>
              <a:ahLst/>
              <a:cxnLst/>
              <a:rect l="l" t="t" r="r" b="b"/>
              <a:pathLst>
                <a:path w="77152" h="137160" extrusionOk="0">
                  <a:moveTo>
                    <a:pt x="73509" y="86797"/>
                  </a:moveTo>
                  <a:cubicBezTo>
                    <a:pt x="67080" y="85939"/>
                    <a:pt x="61079" y="83367"/>
                    <a:pt x="55507" y="79510"/>
                  </a:cubicBezTo>
                  <a:lnTo>
                    <a:pt x="55507" y="79510"/>
                  </a:lnTo>
                  <a:cubicBezTo>
                    <a:pt x="38791" y="67937"/>
                    <a:pt x="33218" y="46077"/>
                    <a:pt x="40505" y="28075"/>
                  </a:cubicBezTo>
                  <a:cubicBezTo>
                    <a:pt x="34504" y="19931"/>
                    <a:pt x="28503" y="12216"/>
                    <a:pt x="22074" y="4929"/>
                  </a:cubicBezTo>
                  <a:cubicBezTo>
                    <a:pt x="21646" y="4072"/>
                    <a:pt x="20788" y="3643"/>
                    <a:pt x="20360" y="3215"/>
                  </a:cubicBezTo>
                  <a:lnTo>
                    <a:pt x="3215" y="27646"/>
                  </a:lnTo>
                  <a:lnTo>
                    <a:pt x="21646" y="134802"/>
                  </a:lnTo>
                  <a:cubicBezTo>
                    <a:pt x="28075" y="133945"/>
                    <a:pt x="34504" y="133088"/>
                    <a:pt x="40505" y="130516"/>
                  </a:cubicBezTo>
                  <a:cubicBezTo>
                    <a:pt x="52507" y="125373"/>
                    <a:pt x="67080" y="119800"/>
                    <a:pt x="72652" y="106942"/>
                  </a:cubicBezTo>
                  <a:cubicBezTo>
                    <a:pt x="75224" y="100084"/>
                    <a:pt x="74795" y="93226"/>
                    <a:pt x="73509" y="867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6748153" y="5507188"/>
              <a:ext cx="990124" cy="1337310"/>
            </a:xfrm>
            <a:custGeom>
              <a:avLst/>
              <a:gdLst/>
              <a:ahLst/>
              <a:cxnLst/>
              <a:rect l="l" t="t" r="r" b="b"/>
              <a:pathLst>
                <a:path w="990123" h="1337310" extrusionOk="0">
                  <a:moveTo>
                    <a:pt x="968478" y="1134356"/>
                  </a:moveTo>
                  <a:lnTo>
                    <a:pt x="968478" y="1134356"/>
                  </a:lnTo>
                  <a:cubicBezTo>
                    <a:pt x="953905" y="1129641"/>
                    <a:pt x="937189" y="1130070"/>
                    <a:pt x="926044" y="1118068"/>
                  </a:cubicBezTo>
                  <a:cubicBezTo>
                    <a:pt x="858750" y="1052060"/>
                    <a:pt x="794885" y="982194"/>
                    <a:pt x="734020" y="909757"/>
                  </a:cubicBezTo>
                  <a:cubicBezTo>
                    <a:pt x="693730" y="861322"/>
                    <a:pt x="653868" y="812030"/>
                    <a:pt x="624721" y="756309"/>
                  </a:cubicBezTo>
                  <a:cubicBezTo>
                    <a:pt x="620435" y="748594"/>
                    <a:pt x="616149" y="740450"/>
                    <a:pt x="612291" y="732306"/>
                  </a:cubicBezTo>
                  <a:cubicBezTo>
                    <a:pt x="605861" y="731449"/>
                    <a:pt x="599861" y="728877"/>
                    <a:pt x="594289" y="725019"/>
                  </a:cubicBezTo>
                  <a:cubicBezTo>
                    <a:pt x="575000" y="711304"/>
                    <a:pt x="569857" y="685157"/>
                    <a:pt x="583144" y="665869"/>
                  </a:cubicBezTo>
                  <a:cubicBezTo>
                    <a:pt x="576286" y="647867"/>
                    <a:pt x="570286" y="629436"/>
                    <a:pt x="564285" y="611005"/>
                  </a:cubicBezTo>
                  <a:lnTo>
                    <a:pt x="561713" y="611434"/>
                  </a:lnTo>
                  <a:lnTo>
                    <a:pt x="480274" y="553998"/>
                  </a:lnTo>
                  <a:lnTo>
                    <a:pt x="478560" y="544140"/>
                  </a:lnTo>
                  <a:lnTo>
                    <a:pt x="438269" y="309682"/>
                  </a:lnTo>
                  <a:lnTo>
                    <a:pt x="3215" y="3215"/>
                  </a:lnTo>
                  <a:cubicBezTo>
                    <a:pt x="13930" y="31933"/>
                    <a:pt x="25932" y="60222"/>
                    <a:pt x="38791" y="87654"/>
                  </a:cubicBezTo>
                  <a:lnTo>
                    <a:pt x="355116" y="310110"/>
                  </a:lnTo>
                  <a:lnTo>
                    <a:pt x="356830" y="318254"/>
                  </a:lnTo>
                  <a:lnTo>
                    <a:pt x="383405" y="472131"/>
                  </a:lnTo>
                  <a:cubicBezTo>
                    <a:pt x="398407" y="486704"/>
                    <a:pt x="401407" y="510278"/>
                    <a:pt x="388977" y="527852"/>
                  </a:cubicBezTo>
                  <a:cubicBezTo>
                    <a:pt x="375261" y="547140"/>
                    <a:pt x="348686" y="551855"/>
                    <a:pt x="329398" y="538139"/>
                  </a:cubicBezTo>
                  <a:cubicBezTo>
                    <a:pt x="310110" y="524423"/>
                    <a:pt x="305395" y="497848"/>
                    <a:pt x="319111" y="478560"/>
                  </a:cubicBezTo>
                  <a:cubicBezTo>
                    <a:pt x="325112" y="470416"/>
                    <a:pt x="333256" y="464844"/>
                    <a:pt x="342257" y="462272"/>
                  </a:cubicBezTo>
                  <a:lnTo>
                    <a:pt x="319968" y="333256"/>
                  </a:lnTo>
                  <a:lnTo>
                    <a:pt x="75652" y="161377"/>
                  </a:lnTo>
                  <a:cubicBezTo>
                    <a:pt x="85510" y="181094"/>
                    <a:pt x="95798" y="200811"/>
                    <a:pt x="106942" y="220099"/>
                  </a:cubicBezTo>
                  <a:cubicBezTo>
                    <a:pt x="131373" y="261676"/>
                    <a:pt x="158377" y="301538"/>
                    <a:pt x="183237" y="342686"/>
                  </a:cubicBezTo>
                  <a:cubicBezTo>
                    <a:pt x="187095" y="349115"/>
                    <a:pt x="191381" y="355973"/>
                    <a:pt x="195239" y="362403"/>
                  </a:cubicBezTo>
                  <a:cubicBezTo>
                    <a:pt x="208097" y="357259"/>
                    <a:pt x="223099" y="358545"/>
                    <a:pt x="235529" y="367117"/>
                  </a:cubicBezTo>
                  <a:cubicBezTo>
                    <a:pt x="254817" y="380833"/>
                    <a:pt x="259532" y="407408"/>
                    <a:pt x="245816" y="427125"/>
                  </a:cubicBezTo>
                  <a:cubicBezTo>
                    <a:pt x="242816" y="431411"/>
                    <a:pt x="239387" y="434411"/>
                    <a:pt x="235529" y="437412"/>
                  </a:cubicBezTo>
                  <a:cubicBezTo>
                    <a:pt x="241959" y="450699"/>
                    <a:pt x="248388" y="463987"/>
                    <a:pt x="254389" y="477703"/>
                  </a:cubicBezTo>
                  <a:cubicBezTo>
                    <a:pt x="286964" y="549283"/>
                    <a:pt x="317397" y="621721"/>
                    <a:pt x="343114" y="695873"/>
                  </a:cubicBezTo>
                  <a:cubicBezTo>
                    <a:pt x="349972" y="717304"/>
                    <a:pt x="357687" y="738307"/>
                    <a:pt x="359402" y="761024"/>
                  </a:cubicBezTo>
                  <a:cubicBezTo>
                    <a:pt x="359831" y="794456"/>
                    <a:pt x="331970" y="818460"/>
                    <a:pt x="325541" y="849749"/>
                  </a:cubicBezTo>
                  <a:cubicBezTo>
                    <a:pt x="325112" y="851035"/>
                    <a:pt x="325112" y="852321"/>
                    <a:pt x="324683" y="854035"/>
                  </a:cubicBezTo>
                  <a:lnTo>
                    <a:pt x="500420" y="823603"/>
                  </a:lnTo>
                  <a:cubicBezTo>
                    <a:pt x="501706" y="818460"/>
                    <a:pt x="504277" y="813316"/>
                    <a:pt x="507278" y="808601"/>
                  </a:cubicBezTo>
                  <a:cubicBezTo>
                    <a:pt x="520994" y="789313"/>
                    <a:pt x="547569" y="784170"/>
                    <a:pt x="566857" y="797886"/>
                  </a:cubicBezTo>
                  <a:cubicBezTo>
                    <a:pt x="586145" y="811601"/>
                    <a:pt x="591288" y="838605"/>
                    <a:pt x="577572" y="857893"/>
                  </a:cubicBezTo>
                  <a:cubicBezTo>
                    <a:pt x="563856" y="877181"/>
                    <a:pt x="536853" y="881896"/>
                    <a:pt x="517565" y="868180"/>
                  </a:cubicBezTo>
                  <a:cubicBezTo>
                    <a:pt x="511564" y="863894"/>
                    <a:pt x="507278" y="858322"/>
                    <a:pt x="504277" y="852321"/>
                  </a:cubicBezTo>
                  <a:lnTo>
                    <a:pt x="317397" y="884897"/>
                  </a:lnTo>
                  <a:cubicBezTo>
                    <a:pt x="312253" y="906756"/>
                    <a:pt x="307110" y="929045"/>
                    <a:pt x="304967" y="951762"/>
                  </a:cubicBezTo>
                  <a:cubicBezTo>
                    <a:pt x="302823" y="974908"/>
                    <a:pt x="303252" y="999339"/>
                    <a:pt x="314396" y="1020771"/>
                  </a:cubicBezTo>
                  <a:cubicBezTo>
                    <a:pt x="323826" y="1039202"/>
                    <a:pt x="343972" y="1047345"/>
                    <a:pt x="361974" y="1055061"/>
                  </a:cubicBezTo>
                  <a:cubicBezTo>
                    <a:pt x="392406" y="1066633"/>
                    <a:pt x="423696" y="1074777"/>
                    <a:pt x="455414" y="1081635"/>
                  </a:cubicBezTo>
                  <a:lnTo>
                    <a:pt x="442555" y="1007483"/>
                  </a:lnTo>
                  <a:cubicBezTo>
                    <a:pt x="436555" y="1006197"/>
                    <a:pt x="430125" y="1004054"/>
                    <a:pt x="424982" y="1000196"/>
                  </a:cubicBezTo>
                  <a:cubicBezTo>
                    <a:pt x="405693" y="986481"/>
                    <a:pt x="401407" y="959906"/>
                    <a:pt x="414695" y="940618"/>
                  </a:cubicBezTo>
                  <a:cubicBezTo>
                    <a:pt x="427982" y="921330"/>
                    <a:pt x="454985" y="916186"/>
                    <a:pt x="474273" y="929902"/>
                  </a:cubicBezTo>
                  <a:cubicBezTo>
                    <a:pt x="493562" y="943618"/>
                    <a:pt x="498705" y="970622"/>
                    <a:pt x="484989" y="989910"/>
                  </a:cubicBezTo>
                  <a:cubicBezTo>
                    <a:pt x="481132" y="995053"/>
                    <a:pt x="476417" y="999339"/>
                    <a:pt x="471273" y="1002339"/>
                  </a:cubicBezTo>
                  <a:lnTo>
                    <a:pt x="484989" y="1083350"/>
                  </a:lnTo>
                  <a:lnTo>
                    <a:pt x="485846" y="1088065"/>
                  </a:lnTo>
                  <a:cubicBezTo>
                    <a:pt x="510278" y="1092780"/>
                    <a:pt x="534710" y="1096637"/>
                    <a:pt x="559141" y="1101352"/>
                  </a:cubicBezTo>
                  <a:cubicBezTo>
                    <a:pt x="545425" y="1086779"/>
                    <a:pt x="543282" y="1064062"/>
                    <a:pt x="555284" y="1047345"/>
                  </a:cubicBezTo>
                  <a:cubicBezTo>
                    <a:pt x="569000" y="1028057"/>
                    <a:pt x="595574" y="1023342"/>
                    <a:pt x="615291" y="1037059"/>
                  </a:cubicBezTo>
                  <a:cubicBezTo>
                    <a:pt x="634579" y="1050774"/>
                    <a:pt x="639294" y="1077349"/>
                    <a:pt x="625578" y="1096637"/>
                  </a:cubicBezTo>
                  <a:cubicBezTo>
                    <a:pt x="620435" y="1103924"/>
                    <a:pt x="613577" y="1109496"/>
                    <a:pt x="605861" y="1112496"/>
                  </a:cubicBezTo>
                  <a:lnTo>
                    <a:pt x="620006" y="1142929"/>
                  </a:lnTo>
                  <a:cubicBezTo>
                    <a:pt x="630722" y="1151930"/>
                    <a:pt x="641437" y="1161360"/>
                    <a:pt x="651724" y="1170789"/>
                  </a:cubicBezTo>
                  <a:cubicBezTo>
                    <a:pt x="662011" y="1181505"/>
                    <a:pt x="672298" y="1192649"/>
                    <a:pt x="682157" y="1203793"/>
                  </a:cubicBezTo>
                  <a:lnTo>
                    <a:pt x="700587" y="1177647"/>
                  </a:lnTo>
                  <a:lnTo>
                    <a:pt x="664583" y="970193"/>
                  </a:lnTo>
                  <a:cubicBezTo>
                    <a:pt x="664154" y="969764"/>
                    <a:pt x="663726" y="969764"/>
                    <a:pt x="663297" y="969764"/>
                  </a:cubicBezTo>
                  <a:cubicBezTo>
                    <a:pt x="644009" y="956048"/>
                    <a:pt x="639294" y="929045"/>
                    <a:pt x="653010" y="909757"/>
                  </a:cubicBezTo>
                  <a:cubicBezTo>
                    <a:pt x="666726" y="890468"/>
                    <a:pt x="693301" y="886182"/>
                    <a:pt x="712589" y="899469"/>
                  </a:cubicBezTo>
                  <a:cubicBezTo>
                    <a:pt x="731877" y="912757"/>
                    <a:pt x="736592" y="939332"/>
                    <a:pt x="722876" y="959048"/>
                  </a:cubicBezTo>
                  <a:cubicBezTo>
                    <a:pt x="716018" y="968479"/>
                    <a:pt x="706160" y="974908"/>
                    <a:pt x="695444" y="976622"/>
                  </a:cubicBezTo>
                  <a:lnTo>
                    <a:pt x="730591" y="1178505"/>
                  </a:lnTo>
                  <a:lnTo>
                    <a:pt x="731877" y="1184505"/>
                  </a:lnTo>
                  <a:lnTo>
                    <a:pt x="702302" y="1226511"/>
                  </a:lnTo>
                  <a:cubicBezTo>
                    <a:pt x="715161" y="1241512"/>
                    <a:pt x="728020" y="1256086"/>
                    <a:pt x="741736" y="1270230"/>
                  </a:cubicBezTo>
                  <a:lnTo>
                    <a:pt x="742164" y="1269373"/>
                  </a:lnTo>
                  <a:lnTo>
                    <a:pt x="748165" y="1268516"/>
                  </a:lnTo>
                  <a:lnTo>
                    <a:pt x="821031" y="1255657"/>
                  </a:lnTo>
                  <a:cubicBezTo>
                    <a:pt x="822317" y="1250085"/>
                    <a:pt x="824460" y="1244513"/>
                    <a:pt x="828318" y="1239369"/>
                  </a:cubicBezTo>
                  <a:cubicBezTo>
                    <a:pt x="842034" y="1220081"/>
                    <a:pt x="868609" y="1215366"/>
                    <a:pt x="888325" y="1229082"/>
                  </a:cubicBezTo>
                  <a:cubicBezTo>
                    <a:pt x="907614" y="1242799"/>
                    <a:pt x="912328" y="1269373"/>
                    <a:pt x="898612" y="1288661"/>
                  </a:cubicBezTo>
                  <a:cubicBezTo>
                    <a:pt x="884896" y="1307949"/>
                    <a:pt x="858322" y="1312664"/>
                    <a:pt x="839034" y="1298948"/>
                  </a:cubicBezTo>
                  <a:cubicBezTo>
                    <a:pt x="833461" y="1295091"/>
                    <a:pt x="829175" y="1289947"/>
                    <a:pt x="826175" y="1284375"/>
                  </a:cubicBezTo>
                  <a:lnTo>
                    <a:pt x="767882" y="1294662"/>
                  </a:lnTo>
                  <a:cubicBezTo>
                    <a:pt x="767882" y="1294662"/>
                    <a:pt x="767882" y="1294662"/>
                    <a:pt x="767882" y="1294662"/>
                  </a:cubicBezTo>
                  <a:cubicBezTo>
                    <a:pt x="798314" y="1320380"/>
                    <a:pt x="840748" y="1317808"/>
                    <a:pt x="877610" y="1318236"/>
                  </a:cubicBezTo>
                  <a:cubicBezTo>
                    <a:pt x="902041" y="1320380"/>
                    <a:pt x="926473" y="1325094"/>
                    <a:pt x="949190" y="1334953"/>
                  </a:cubicBezTo>
                  <a:cubicBezTo>
                    <a:pt x="960334" y="1336667"/>
                    <a:pt x="972336" y="1336667"/>
                    <a:pt x="983909" y="1334095"/>
                  </a:cubicBezTo>
                  <a:lnTo>
                    <a:pt x="961192" y="1203793"/>
                  </a:lnTo>
                  <a:lnTo>
                    <a:pt x="959049" y="1192221"/>
                  </a:lnTo>
                  <a:lnTo>
                    <a:pt x="988624" y="1150215"/>
                  </a:lnTo>
                  <a:cubicBezTo>
                    <a:pt x="980908" y="1143357"/>
                    <a:pt x="976194" y="1136928"/>
                    <a:pt x="968478" y="1134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0"/>
            <p:cNvSpPr/>
            <p:nvPr/>
          </p:nvSpPr>
          <p:spPr>
            <a:xfrm>
              <a:off x="6772585" y="430575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6755011" y="4044291"/>
              <a:ext cx="42863" cy="265748"/>
            </a:xfrm>
            <a:custGeom>
              <a:avLst/>
              <a:gdLst/>
              <a:ahLst/>
              <a:cxnLst/>
              <a:rect l="l" t="t" r="r" b="b"/>
              <a:pathLst>
                <a:path w="42862" h="265747" extrusionOk="0">
                  <a:moveTo>
                    <a:pt x="20788" y="264676"/>
                  </a:moveTo>
                  <a:cubicBezTo>
                    <a:pt x="28075" y="256103"/>
                    <a:pt x="35362" y="247531"/>
                    <a:pt x="42648" y="239387"/>
                  </a:cubicBezTo>
                  <a:lnTo>
                    <a:pt x="42648" y="43506"/>
                  </a:lnTo>
                  <a:lnTo>
                    <a:pt x="42648" y="40505"/>
                  </a:lnTo>
                  <a:cubicBezTo>
                    <a:pt x="40505" y="30647"/>
                    <a:pt x="38362" y="20788"/>
                    <a:pt x="36219" y="10930"/>
                  </a:cubicBezTo>
                  <a:cubicBezTo>
                    <a:pt x="35790" y="8358"/>
                    <a:pt x="34933" y="5787"/>
                    <a:pt x="34504" y="3215"/>
                  </a:cubicBezTo>
                  <a:lnTo>
                    <a:pt x="3215" y="34504"/>
                  </a:lnTo>
                  <a:lnTo>
                    <a:pt x="3215" y="258247"/>
                  </a:lnTo>
                  <a:cubicBezTo>
                    <a:pt x="8787" y="260390"/>
                    <a:pt x="14788" y="262533"/>
                    <a:pt x="20788" y="2646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976628" y="3913132"/>
              <a:ext cx="38576" cy="55721"/>
            </a:xfrm>
            <a:custGeom>
              <a:avLst/>
              <a:gdLst/>
              <a:ahLst/>
              <a:cxnLst/>
              <a:rect l="l" t="t" r="r" b="b"/>
              <a:pathLst>
                <a:path w="38576" h="55721" extrusionOk="0">
                  <a:moveTo>
                    <a:pt x="22074" y="3215"/>
                  </a:moveTo>
                  <a:lnTo>
                    <a:pt x="3215" y="22074"/>
                  </a:lnTo>
                  <a:cubicBezTo>
                    <a:pt x="9215" y="32790"/>
                    <a:pt x="15216" y="43505"/>
                    <a:pt x="21646" y="53792"/>
                  </a:cubicBezTo>
                  <a:lnTo>
                    <a:pt x="39219" y="36219"/>
                  </a:lnTo>
                  <a:cubicBezTo>
                    <a:pt x="33218" y="25503"/>
                    <a:pt x="27646" y="14359"/>
                    <a:pt x="22074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5959912" y="3884414"/>
              <a:ext cx="30004" cy="34290"/>
            </a:xfrm>
            <a:custGeom>
              <a:avLst/>
              <a:gdLst/>
              <a:ahLst/>
              <a:cxnLst/>
              <a:rect l="l" t="t" r="r" b="b"/>
              <a:pathLst>
                <a:path w="30003" h="34290" extrusionOk="0">
                  <a:moveTo>
                    <a:pt x="26360" y="7929"/>
                  </a:moveTo>
                  <a:cubicBezTo>
                    <a:pt x="24217" y="6215"/>
                    <a:pt x="22074" y="4501"/>
                    <a:pt x="20360" y="3215"/>
                  </a:cubicBezTo>
                  <a:lnTo>
                    <a:pt x="3215" y="20360"/>
                  </a:lnTo>
                  <a:cubicBezTo>
                    <a:pt x="5358" y="24646"/>
                    <a:pt x="7930" y="28932"/>
                    <a:pt x="10073" y="33218"/>
                  </a:cubicBezTo>
                  <a:lnTo>
                    <a:pt x="29789" y="13502"/>
                  </a:lnTo>
                  <a:cubicBezTo>
                    <a:pt x="28075" y="11787"/>
                    <a:pt x="27218" y="10073"/>
                    <a:pt x="26360" y="7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6005346" y="3964996"/>
              <a:ext cx="30004" cy="38576"/>
            </a:xfrm>
            <a:custGeom>
              <a:avLst/>
              <a:gdLst/>
              <a:ahLst/>
              <a:cxnLst/>
              <a:rect l="l" t="t" r="r" b="b"/>
              <a:pathLst>
                <a:path w="30003" h="38576" extrusionOk="0">
                  <a:moveTo>
                    <a:pt x="19502" y="3215"/>
                  </a:moveTo>
                  <a:lnTo>
                    <a:pt x="19502" y="3215"/>
                  </a:lnTo>
                  <a:lnTo>
                    <a:pt x="3215" y="19502"/>
                  </a:lnTo>
                  <a:cubicBezTo>
                    <a:pt x="6644" y="25075"/>
                    <a:pt x="10073" y="30647"/>
                    <a:pt x="13502" y="36219"/>
                  </a:cubicBezTo>
                  <a:lnTo>
                    <a:pt x="28075" y="21646"/>
                  </a:lnTo>
                  <a:cubicBezTo>
                    <a:pt x="25503" y="15645"/>
                    <a:pt x="22503" y="9216"/>
                    <a:pt x="19502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6076926" y="4087154"/>
              <a:ext cx="8573" cy="12859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4501"/>
                  </a:moveTo>
                  <a:cubicBezTo>
                    <a:pt x="4501" y="6644"/>
                    <a:pt x="6215" y="8787"/>
                    <a:pt x="7501" y="10501"/>
                  </a:cubicBezTo>
                  <a:cubicBezTo>
                    <a:pt x="6644" y="7930"/>
                    <a:pt x="5358" y="5358"/>
                    <a:pt x="4501" y="3215"/>
                  </a:cubicBezTo>
                  <a:lnTo>
                    <a:pt x="3215" y="45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5932051" y="3848409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3215"/>
                  </a:moveTo>
                  <a:cubicBezTo>
                    <a:pt x="9215" y="14788"/>
                    <a:pt x="14788" y="26789"/>
                    <a:pt x="21217" y="38362"/>
                  </a:cubicBezTo>
                  <a:lnTo>
                    <a:pt x="32790" y="26789"/>
                  </a:lnTo>
                  <a:cubicBezTo>
                    <a:pt x="22503" y="19074"/>
                    <a:pt x="12644" y="11359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6060210" y="4059293"/>
              <a:ext cx="12859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3215" y="8787"/>
                  </a:moveTo>
                  <a:cubicBezTo>
                    <a:pt x="4929" y="11359"/>
                    <a:pt x="6644" y="13502"/>
                    <a:pt x="8358" y="16073"/>
                  </a:cubicBezTo>
                  <a:lnTo>
                    <a:pt x="12644" y="11787"/>
                  </a:lnTo>
                  <a:cubicBezTo>
                    <a:pt x="11359" y="8787"/>
                    <a:pt x="10073" y="6215"/>
                    <a:pt x="8787" y="3215"/>
                  </a:cubicBezTo>
                  <a:lnTo>
                    <a:pt x="3215" y="87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6026777" y="4002286"/>
              <a:ext cx="34290" cy="51435"/>
            </a:xfrm>
            <a:custGeom>
              <a:avLst/>
              <a:gdLst/>
              <a:ahLst/>
              <a:cxnLst/>
              <a:rect l="l" t="t" r="r" b="b"/>
              <a:pathLst>
                <a:path w="34290" h="51435" extrusionOk="0">
                  <a:moveTo>
                    <a:pt x="3215" y="15645"/>
                  </a:moveTo>
                  <a:lnTo>
                    <a:pt x="3215" y="15645"/>
                  </a:lnTo>
                  <a:cubicBezTo>
                    <a:pt x="10501" y="26789"/>
                    <a:pt x="18217" y="38362"/>
                    <a:pt x="25503" y="49506"/>
                  </a:cubicBezTo>
                  <a:lnTo>
                    <a:pt x="33647" y="41362"/>
                  </a:lnTo>
                  <a:cubicBezTo>
                    <a:pt x="27646" y="28504"/>
                    <a:pt x="21646" y="15645"/>
                    <a:pt x="15645" y="3215"/>
                  </a:cubicBezTo>
                  <a:lnTo>
                    <a:pt x="3215" y="15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5325546" y="5827800"/>
              <a:ext cx="317183" cy="120015"/>
            </a:xfrm>
            <a:custGeom>
              <a:avLst/>
              <a:gdLst/>
              <a:ahLst/>
              <a:cxnLst/>
              <a:rect l="l" t="t" r="r" b="b"/>
              <a:pathLst>
                <a:path w="317182" h="120015" extrusionOk="0">
                  <a:moveTo>
                    <a:pt x="315682" y="59793"/>
                  </a:moveTo>
                  <a:lnTo>
                    <a:pt x="83796" y="59793"/>
                  </a:lnTo>
                  <a:lnTo>
                    <a:pt x="79510" y="55507"/>
                  </a:lnTo>
                  <a:lnTo>
                    <a:pt x="26789" y="3215"/>
                  </a:lnTo>
                  <a:cubicBezTo>
                    <a:pt x="21646" y="5358"/>
                    <a:pt x="15645" y="6643"/>
                    <a:pt x="9644" y="6643"/>
                  </a:cubicBezTo>
                  <a:cubicBezTo>
                    <a:pt x="7501" y="6643"/>
                    <a:pt x="5358" y="6643"/>
                    <a:pt x="3215" y="6215"/>
                  </a:cubicBezTo>
                  <a:cubicBezTo>
                    <a:pt x="10930" y="43077"/>
                    <a:pt x="18645" y="79939"/>
                    <a:pt x="26360" y="117229"/>
                  </a:cubicBezTo>
                  <a:lnTo>
                    <a:pt x="198239" y="117229"/>
                  </a:lnTo>
                  <a:lnTo>
                    <a:pt x="271534" y="74795"/>
                  </a:lnTo>
                  <a:lnTo>
                    <a:pt x="274963" y="72652"/>
                  </a:lnTo>
                  <a:lnTo>
                    <a:pt x="313539" y="72652"/>
                  </a:lnTo>
                  <a:cubicBezTo>
                    <a:pt x="314397" y="68365"/>
                    <a:pt x="314825" y="64079"/>
                    <a:pt x="315682" y="59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5792319" y="-3215"/>
              <a:ext cx="390049" cy="30004"/>
            </a:xfrm>
            <a:custGeom>
              <a:avLst/>
              <a:gdLst/>
              <a:ahLst/>
              <a:cxnLst/>
              <a:rect l="l" t="t" r="r" b="b"/>
              <a:pathLst>
                <a:path w="390048" h="30003" extrusionOk="0">
                  <a:moveTo>
                    <a:pt x="388549" y="30218"/>
                  </a:moveTo>
                  <a:cubicBezTo>
                    <a:pt x="368832" y="20360"/>
                    <a:pt x="349115" y="11359"/>
                    <a:pt x="328541" y="3215"/>
                  </a:cubicBezTo>
                  <a:lnTo>
                    <a:pt x="55936" y="3215"/>
                  </a:lnTo>
                  <a:cubicBezTo>
                    <a:pt x="37933" y="11359"/>
                    <a:pt x="20360" y="19931"/>
                    <a:pt x="3215" y="30218"/>
                  </a:cubicBezTo>
                  <a:lnTo>
                    <a:pt x="388120" y="30218"/>
                  </a:lnTo>
                  <a:lnTo>
                    <a:pt x="388549" y="30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5710452" y="52935"/>
              <a:ext cx="625793" cy="248603"/>
            </a:xfrm>
            <a:custGeom>
              <a:avLst/>
              <a:gdLst/>
              <a:ahLst/>
              <a:cxnLst/>
              <a:rect l="l" t="t" r="r" b="b"/>
              <a:pathLst>
                <a:path w="625792" h="248602" extrusionOk="0">
                  <a:moveTo>
                    <a:pt x="427554" y="40076"/>
                  </a:moveTo>
                  <a:lnTo>
                    <a:pt x="427554" y="40076"/>
                  </a:lnTo>
                  <a:lnTo>
                    <a:pt x="433554" y="40076"/>
                  </a:lnTo>
                  <a:lnTo>
                    <a:pt x="579287" y="185809"/>
                  </a:lnTo>
                  <a:lnTo>
                    <a:pt x="576286" y="188809"/>
                  </a:lnTo>
                  <a:lnTo>
                    <a:pt x="580573" y="204668"/>
                  </a:lnTo>
                  <a:lnTo>
                    <a:pt x="624721" y="248817"/>
                  </a:lnTo>
                  <a:cubicBezTo>
                    <a:pt x="623435" y="226528"/>
                    <a:pt x="622149" y="204668"/>
                    <a:pt x="620863" y="182380"/>
                  </a:cubicBezTo>
                  <a:cubicBezTo>
                    <a:pt x="620006" y="174236"/>
                    <a:pt x="619578" y="165664"/>
                    <a:pt x="618292" y="157520"/>
                  </a:cubicBezTo>
                  <a:lnTo>
                    <a:pt x="463987" y="3215"/>
                  </a:lnTo>
                  <a:lnTo>
                    <a:pt x="40505" y="3215"/>
                  </a:lnTo>
                  <a:cubicBezTo>
                    <a:pt x="27218" y="13073"/>
                    <a:pt x="14788" y="23360"/>
                    <a:pt x="3215" y="34933"/>
                  </a:cubicBezTo>
                  <a:lnTo>
                    <a:pt x="7930" y="39648"/>
                  </a:lnTo>
                  <a:lnTo>
                    <a:pt x="427554" y="400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6188797" y="28932"/>
              <a:ext cx="124301" cy="124301"/>
            </a:xfrm>
            <a:custGeom>
              <a:avLst/>
              <a:gdLst/>
              <a:ahLst/>
              <a:cxnLst/>
              <a:rect l="l" t="t" r="r" b="b"/>
              <a:pathLst>
                <a:path w="124301" h="124301" extrusionOk="0">
                  <a:moveTo>
                    <a:pt x="93655" y="68794"/>
                  </a:moveTo>
                  <a:cubicBezTo>
                    <a:pt x="77367" y="46077"/>
                    <a:pt x="52507" y="31933"/>
                    <a:pt x="28932" y="17359"/>
                  </a:cubicBezTo>
                  <a:cubicBezTo>
                    <a:pt x="20360" y="12644"/>
                    <a:pt x="11787" y="7930"/>
                    <a:pt x="3215" y="3215"/>
                  </a:cubicBezTo>
                  <a:lnTo>
                    <a:pt x="121515" y="121944"/>
                  </a:lnTo>
                  <a:cubicBezTo>
                    <a:pt x="114229" y="103513"/>
                    <a:pt x="105656" y="85082"/>
                    <a:pt x="93655" y="687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634156" y="106085"/>
              <a:ext cx="707231" cy="355759"/>
            </a:xfrm>
            <a:custGeom>
              <a:avLst/>
              <a:gdLst/>
              <a:ahLst/>
              <a:cxnLst/>
              <a:rect l="l" t="t" r="r" b="b"/>
              <a:pathLst>
                <a:path w="707231" h="355758" extrusionOk="0">
                  <a:moveTo>
                    <a:pt x="442127" y="100084"/>
                  </a:moveTo>
                  <a:lnTo>
                    <a:pt x="442127" y="100084"/>
                  </a:lnTo>
                  <a:lnTo>
                    <a:pt x="448556" y="100084"/>
                  </a:lnTo>
                  <a:lnTo>
                    <a:pt x="559999" y="211526"/>
                  </a:lnTo>
                  <a:lnTo>
                    <a:pt x="559570" y="217527"/>
                  </a:lnTo>
                  <a:lnTo>
                    <a:pt x="559570" y="306681"/>
                  </a:lnTo>
                  <a:lnTo>
                    <a:pt x="606719" y="353830"/>
                  </a:lnTo>
                  <a:lnTo>
                    <a:pt x="675727" y="353830"/>
                  </a:lnTo>
                  <a:cubicBezTo>
                    <a:pt x="680442" y="341400"/>
                    <a:pt x="685157" y="328970"/>
                    <a:pt x="689872" y="316968"/>
                  </a:cubicBezTo>
                  <a:cubicBezTo>
                    <a:pt x="694158" y="304538"/>
                    <a:pt x="705303" y="293822"/>
                    <a:pt x="704017" y="279678"/>
                  </a:cubicBezTo>
                  <a:cubicBezTo>
                    <a:pt x="703588" y="266390"/>
                    <a:pt x="703159" y="253103"/>
                    <a:pt x="702731" y="239816"/>
                  </a:cubicBezTo>
                  <a:lnTo>
                    <a:pt x="629865" y="166949"/>
                  </a:lnTo>
                  <a:lnTo>
                    <a:pt x="629007" y="163092"/>
                  </a:lnTo>
                  <a:lnTo>
                    <a:pt x="623007" y="142518"/>
                  </a:lnTo>
                  <a:lnTo>
                    <a:pt x="496991" y="16502"/>
                  </a:lnTo>
                  <a:lnTo>
                    <a:pt x="77367" y="16502"/>
                  </a:lnTo>
                  <a:lnTo>
                    <a:pt x="71366" y="16073"/>
                  </a:lnTo>
                  <a:lnTo>
                    <a:pt x="58507" y="3215"/>
                  </a:lnTo>
                  <a:cubicBezTo>
                    <a:pt x="50792" y="11787"/>
                    <a:pt x="43505" y="20788"/>
                    <a:pt x="37076" y="30218"/>
                  </a:cubicBezTo>
                  <a:lnTo>
                    <a:pt x="51649" y="44791"/>
                  </a:lnTo>
                  <a:lnTo>
                    <a:pt x="470416" y="44791"/>
                  </a:lnTo>
                  <a:lnTo>
                    <a:pt x="476845" y="44363"/>
                  </a:lnTo>
                  <a:lnTo>
                    <a:pt x="635437" y="202954"/>
                  </a:lnTo>
                  <a:lnTo>
                    <a:pt x="635008" y="209383"/>
                  </a:lnTo>
                  <a:lnTo>
                    <a:pt x="635437" y="229529"/>
                  </a:lnTo>
                  <a:cubicBezTo>
                    <a:pt x="650439" y="226528"/>
                    <a:pt x="666298" y="230386"/>
                    <a:pt x="677871" y="241530"/>
                  </a:cubicBezTo>
                  <a:cubicBezTo>
                    <a:pt x="695873" y="259532"/>
                    <a:pt x="695444" y="289536"/>
                    <a:pt x="677013" y="308396"/>
                  </a:cubicBezTo>
                  <a:cubicBezTo>
                    <a:pt x="658154" y="327255"/>
                    <a:pt x="628150" y="327684"/>
                    <a:pt x="609719" y="309682"/>
                  </a:cubicBezTo>
                  <a:cubicBezTo>
                    <a:pt x="593431" y="293394"/>
                    <a:pt x="592146" y="267248"/>
                    <a:pt x="606290" y="248388"/>
                  </a:cubicBezTo>
                  <a:lnTo>
                    <a:pt x="606290" y="214955"/>
                  </a:lnTo>
                  <a:lnTo>
                    <a:pt x="464844" y="73509"/>
                  </a:lnTo>
                  <a:lnTo>
                    <a:pt x="46077" y="74366"/>
                  </a:lnTo>
                  <a:lnTo>
                    <a:pt x="40076" y="74366"/>
                  </a:lnTo>
                  <a:lnTo>
                    <a:pt x="21217" y="55507"/>
                  </a:lnTo>
                  <a:cubicBezTo>
                    <a:pt x="14359" y="67508"/>
                    <a:pt x="8358" y="79510"/>
                    <a:pt x="3215" y="92369"/>
                  </a:cubicBezTo>
                  <a:lnTo>
                    <a:pt x="11359" y="100513"/>
                  </a:lnTo>
                  <a:lnTo>
                    <a:pt x="442127" y="1000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4348215" y="3099602"/>
              <a:ext cx="12859" cy="197168"/>
            </a:xfrm>
            <a:custGeom>
              <a:avLst/>
              <a:gdLst/>
              <a:ahLst/>
              <a:cxnLst/>
              <a:rect l="l" t="t" r="r" b="b"/>
              <a:pathLst>
                <a:path w="12858" h="197167" extrusionOk="0">
                  <a:moveTo>
                    <a:pt x="13568" y="193953"/>
                  </a:moveTo>
                  <a:lnTo>
                    <a:pt x="13568" y="3215"/>
                  </a:lnTo>
                  <a:cubicBezTo>
                    <a:pt x="13139" y="4929"/>
                    <a:pt x="12711" y="6215"/>
                    <a:pt x="12282" y="7929"/>
                  </a:cubicBezTo>
                  <a:cubicBezTo>
                    <a:pt x="-1434" y="69223"/>
                    <a:pt x="1567" y="132659"/>
                    <a:pt x="13568" y="1939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5618726" y="227386"/>
              <a:ext cx="690086" cy="295751"/>
            </a:xfrm>
            <a:custGeom>
              <a:avLst/>
              <a:gdLst/>
              <a:ahLst/>
              <a:cxnLst/>
              <a:rect l="l" t="t" r="r" b="b"/>
              <a:pathLst>
                <a:path w="690086" h="295751" extrusionOk="0">
                  <a:moveTo>
                    <a:pt x="432268" y="51221"/>
                  </a:moveTo>
                  <a:lnTo>
                    <a:pt x="432268" y="51221"/>
                  </a:lnTo>
                  <a:cubicBezTo>
                    <a:pt x="433554" y="51221"/>
                    <a:pt x="434840" y="51221"/>
                    <a:pt x="436126" y="51221"/>
                  </a:cubicBezTo>
                  <a:cubicBezTo>
                    <a:pt x="444270" y="52507"/>
                    <a:pt x="449842" y="59793"/>
                    <a:pt x="448556" y="67937"/>
                  </a:cubicBezTo>
                  <a:lnTo>
                    <a:pt x="510707" y="130088"/>
                  </a:lnTo>
                  <a:lnTo>
                    <a:pt x="511135" y="134374"/>
                  </a:lnTo>
                  <a:lnTo>
                    <a:pt x="510707" y="198239"/>
                  </a:lnTo>
                  <a:lnTo>
                    <a:pt x="605433" y="292965"/>
                  </a:lnTo>
                  <a:lnTo>
                    <a:pt x="688158" y="292537"/>
                  </a:lnTo>
                  <a:cubicBezTo>
                    <a:pt x="688158" y="288679"/>
                    <a:pt x="688158" y="284821"/>
                    <a:pt x="687729" y="281392"/>
                  </a:cubicBezTo>
                  <a:cubicBezTo>
                    <a:pt x="684300" y="275392"/>
                    <a:pt x="683014" y="268534"/>
                    <a:pt x="683443" y="262104"/>
                  </a:cubicBezTo>
                  <a:lnTo>
                    <a:pt x="610576" y="262104"/>
                  </a:lnTo>
                  <a:lnTo>
                    <a:pt x="546711" y="198239"/>
                  </a:lnTo>
                  <a:lnTo>
                    <a:pt x="546711" y="102656"/>
                  </a:lnTo>
                  <a:lnTo>
                    <a:pt x="452414" y="8358"/>
                  </a:lnTo>
                  <a:lnTo>
                    <a:pt x="21217" y="8787"/>
                  </a:lnTo>
                  <a:lnTo>
                    <a:pt x="14359" y="8787"/>
                  </a:lnTo>
                  <a:lnTo>
                    <a:pt x="8787" y="3215"/>
                  </a:lnTo>
                  <a:cubicBezTo>
                    <a:pt x="7072" y="10930"/>
                    <a:pt x="5786" y="18645"/>
                    <a:pt x="4929" y="26789"/>
                  </a:cubicBezTo>
                  <a:cubicBezTo>
                    <a:pt x="4072" y="33647"/>
                    <a:pt x="3643" y="40076"/>
                    <a:pt x="3215" y="46934"/>
                  </a:cubicBezTo>
                  <a:lnTo>
                    <a:pt x="4501" y="48220"/>
                  </a:lnTo>
                  <a:lnTo>
                    <a:pt x="432268" y="512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6528697" y="470608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6528697" y="4684228"/>
              <a:ext cx="445770" cy="214313"/>
            </a:xfrm>
            <a:custGeom>
              <a:avLst/>
              <a:gdLst/>
              <a:ahLst/>
              <a:cxnLst/>
              <a:rect l="l" t="t" r="r" b="b"/>
              <a:pathLst>
                <a:path w="445770" h="214312" extrusionOk="0">
                  <a:moveTo>
                    <a:pt x="3215" y="25074"/>
                  </a:moveTo>
                  <a:lnTo>
                    <a:pt x="269820" y="212812"/>
                  </a:lnTo>
                  <a:lnTo>
                    <a:pt x="444699" y="182380"/>
                  </a:lnTo>
                  <a:cubicBezTo>
                    <a:pt x="442127" y="175951"/>
                    <a:pt x="439555" y="169950"/>
                    <a:pt x="436983" y="163521"/>
                  </a:cubicBezTo>
                  <a:cubicBezTo>
                    <a:pt x="435697" y="160091"/>
                    <a:pt x="434411" y="156663"/>
                    <a:pt x="433126" y="153233"/>
                  </a:cubicBezTo>
                  <a:lnTo>
                    <a:pt x="271963" y="181094"/>
                  </a:lnTo>
                  <a:lnTo>
                    <a:pt x="268105" y="181952"/>
                  </a:lnTo>
                  <a:lnTo>
                    <a:pt x="14787" y="3215"/>
                  </a:lnTo>
                  <a:cubicBezTo>
                    <a:pt x="10930" y="10502"/>
                    <a:pt x="6644" y="17788"/>
                    <a:pt x="3215" y="250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4407432" y="3495223"/>
              <a:ext cx="192881" cy="214313"/>
            </a:xfrm>
            <a:custGeom>
              <a:avLst/>
              <a:gdLst/>
              <a:ahLst/>
              <a:cxnLst/>
              <a:rect l="l" t="t" r="r" b="b"/>
              <a:pathLst>
                <a:path w="192881" h="214312" extrusionOk="0">
                  <a:moveTo>
                    <a:pt x="143375" y="164806"/>
                  </a:moveTo>
                  <a:lnTo>
                    <a:pt x="143375" y="164806"/>
                  </a:lnTo>
                  <a:lnTo>
                    <a:pt x="143375" y="25932"/>
                  </a:lnTo>
                  <a:lnTo>
                    <a:pt x="120658" y="3215"/>
                  </a:lnTo>
                  <a:lnTo>
                    <a:pt x="3215" y="3215"/>
                  </a:lnTo>
                  <a:cubicBezTo>
                    <a:pt x="11787" y="37076"/>
                    <a:pt x="21217" y="70509"/>
                    <a:pt x="31075" y="103942"/>
                  </a:cubicBezTo>
                  <a:lnTo>
                    <a:pt x="35790" y="99227"/>
                  </a:lnTo>
                  <a:cubicBezTo>
                    <a:pt x="31504" y="92797"/>
                    <a:pt x="28932" y="84653"/>
                    <a:pt x="28932" y="76081"/>
                  </a:cubicBezTo>
                  <a:cubicBezTo>
                    <a:pt x="28932" y="52507"/>
                    <a:pt x="47792" y="33647"/>
                    <a:pt x="71795" y="33647"/>
                  </a:cubicBezTo>
                  <a:cubicBezTo>
                    <a:pt x="95798" y="33647"/>
                    <a:pt x="115086" y="52507"/>
                    <a:pt x="115086" y="76081"/>
                  </a:cubicBezTo>
                  <a:cubicBezTo>
                    <a:pt x="115086" y="99655"/>
                    <a:pt x="95369" y="119372"/>
                    <a:pt x="71795" y="119372"/>
                  </a:cubicBezTo>
                  <a:cubicBezTo>
                    <a:pt x="67508" y="119372"/>
                    <a:pt x="63222" y="118515"/>
                    <a:pt x="59365" y="117229"/>
                  </a:cubicBezTo>
                  <a:lnTo>
                    <a:pt x="40505" y="136088"/>
                  </a:lnTo>
                  <a:cubicBezTo>
                    <a:pt x="45649" y="150233"/>
                    <a:pt x="55507" y="161806"/>
                    <a:pt x="68794" y="169093"/>
                  </a:cubicBezTo>
                  <a:cubicBezTo>
                    <a:pt x="106942" y="189238"/>
                    <a:pt x="148519" y="202097"/>
                    <a:pt x="190524" y="211955"/>
                  </a:cubicBezTo>
                  <a:lnTo>
                    <a:pt x="147233" y="168664"/>
                  </a:lnTo>
                  <a:lnTo>
                    <a:pt x="143375" y="1648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5620869" y="353401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5617011" y="301966"/>
              <a:ext cx="690086" cy="304324"/>
            </a:xfrm>
            <a:custGeom>
              <a:avLst/>
              <a:gdLst/>
              <a:ahLst/>
              <a:cxnLst/>
              <a:rect l="l" t="t" r="r" b="b"/>
              <a:pathLst>
                <a:path w="690086" h="304323" extrusionOk="0">
                  <a:moveTo>
                    <a:pt x="7072" y="54650"/>
                  </a:moveTo>
                  <a:lnTo>
                    <a:pt x="366689" y="54650"/>
                  </a:lnTo>
                  <a:cubicBezTo>
                    <a:pt x="369260" y="49506"/>
                    <a:pt x="371832" y="44363"/>
                    <a:pt x="376119" y="40076"/>
                  </a:cubicBezTo>
                  <a:cubicBezTo>
                    <a:pt x="394978" y="21217"/>
                    <a:pt x="424982" y="20788"/>
                    <a:pt x="442984" y="38791"/>
                  </a:cubicBezTo>
                  <a:cubicBezTo>
                    <a:pt x="460986" y="56793"/>
                    <a:pt x="460558" y="86797"/>
                    <a:pt x="441698" y="105656"/>
                  </a:cubicBezTo>
                  <a:cubicBezTo>
                    <a:pt x="422839" y="124516"/>
                    <a:pt x="393264" y="124944"/>
                    <a:pt x="374833" y="106942"/>
                  </a:cubicBezTo>
                  <a:cubicBezTo>
                    <a:pt x="368403" y="100513"/>
                    <a:pt x="364546" y="92369"/>
                    <a:pt x="362831" y="83796"/>
                  </a:cubicBezTo>
                  <a:lnTo>
                    <a:pt x="7930" y="83796"/>
                  </a:lnTo>
                  <a:cubicBezTo>
                    <a:pt x="8787" y="92369"/>
                    <a:pt x="9644" y="101370"/>
                    <a:pt x="10930" y="109942"/>
                  </a:cubicBezTo>
                  <a:lnTo>
                    <a:pt x="263390" y="109942"/>
                  </a:lnTo>
                  <a:lnTo>
                    <a:pt x="269391" y="109942"/>
                  </a:lnTo>
                  <a:lnTo>
                    <a:pt x="319969" y="160520"/>
                  </a:lnTo>
                  <a:lnTo>
                    <a:pt x="457557" y="160520"/>
                  </a:lnTo>
                  <a:lnTo>
                    <a:pt x="463987" y="160520"/>
                  </a:lnTo>
                  <a:lnTo>
                    <a:pt x="605433" y="301966"/>
                  </a:lnTo>
                  <a:cubicBezTo>
                    <a:pt x="607147" y="299395"/>
                    <a:pt x="609719" y="296823"/>
                    <a:pt x="612291" y="294251"/>
                  </a:cubicBezTo>
                  <a:cubicBezTo>
                    <a:pt x="630293" y="276249"/>
                    <a:pt x="658154" y="274963"/>
                    <a:pt x="676585" y="290822"/>
                  </a:cubicBezTo>
                  <a:cubicBezTo>
                    <a:pt x="680014" y="283107"/>
                    <a:pt x="683014" y="275392"/>
                    <a:pt x="684729" y="267248"/>
                  </a:cubicBezTo>
                  <a:cubicBezTo>
                    <a:pt x="686443" y="258247"/>
                    <a:pt x="688158" y="249245"/>
                    <a:pt x="689015" y="240244"/>
                  </a:cubicBezTo>
                  <a:lnTo>
                    <a:pt x="686872" y="238101"/>
                  </a:lnTo>
                  <a:lnTo>
                    <a:pt x="599004" y="238101"/>
                  </a:lnTo>
                  <a:lnTo>
                    <a:pt x="493133" y="132231"/>
                  </a:lnTo>
                  <a:lnTo>
                    <a:pt x="493133" y="128373"/>
                  </a:lnTo>
                  <a:lnTo>
                    <a:pt x="492705" y="64079"/>
                  </a:lnTo>
                  <a:lnTo>
                    <a:pt x="435269" y="6644"/>
                  </a:lnTo>
                  <a:cubicBezTo>
                    <a:pt x="434840" y="6644"/>
                    <a:pt x="434412" y="6644"/>
                    <a:pt x="433983" y="6215"/>
                  </a:cubicBezTo>
                  <a:lnTo>
                    <a:pt x="3215" y="3215"/>
                  </a:lnTo>
                  <a:cubicBezTo>
                    <a:pt x="3215" y="19931"/>
                    <a:pt x="4072" y="36219"/>
                    <a:pt x="5358" y="52935"/>
                  </a:cubicBezTo>
                  <a:lnTo>
                    <a:pt x="7072" y="54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6661571" y="4457915"/>
              <a:ext cx="210026" cy="137160"/>
            </a:xfrm>
            <a:custGeom>
              <a:avLst/>
              <a:gdLst/>
              <a:ahLst/>
              <a:cxnLst/>
              <a:rect l="l" t="t" r="r" b="b"/>
              <a:pathLst>
                <a:path w="210026" h="137160" extrusionOk="0">
                  <a:moveTo>
                    <a:pt x="3215" y="32361"/>
                  </a:moveTo>
                  <a:lnTo>
                    <a:pt x="152805" y="137374"/>
                  </a:lnTo>
                  <a:lnTo>
                    <a:pt x="208955" y="127944"/>
                  </a:lnTo>
                  <a:cubicBezTo>
                    <a:pt x="202954" y="115514"/>
                    <a:pt x="197382" y="103084"/>
                    <a:pt x="192238" y="90654"/>
                  </a:cubicBezTo>
                  <a:lnTo>
                    <a:pt x="162234" y="95798"/>
                  </a:lnTo>
                  <a:lnTo>
                    <a:pt x="156234" y="96655"/>
                  </a:lnTo>
                  <a:lnTo>
                    <a:pt x="23789" y="3215"/>
                  </a:lnTo>
                  <a:cubicBezTo>
                    <a:pt x="19502" y="8786"/>
                    <a:pt x="15645" y="14787"/>
                    <a:pt x="11358" y="20360"/>
                  </a:cubicBezTo>
                  <a:lnTo>
                    <a:pt x="11358" y="20360"/>
                  </a:lnTo>
                  <a:cubicBezTo>
                    <a:pt x="8358" y="25074"/>
                    <a:pt x="5786" y="28503"/>
                    <a:pt x="3215" y="323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6699290" y="4403479"/>
              <a:ext cx="145733" cy="120015"/>
            </a:xfrm>
            <a:custGeom>
              <a:avLst/>
              <a:gdLst/>
              <a:ahLst/>
              <a:cxnLst/>
              <a:rect l="l" t="t" r="r" b="b"/>
              <a:pathLst>
                <a:path w="145732" h="120015" extrusionOk="0">
                  <a:moveTo>
                    <a:pt x="3215" y="34076"/>
                  </a:moveTo>
                  <a:lnTo>
                    <a:pt x="125373" y="120230"/>
                  </a:lnTo>
                  <a:lnTo>
                    <a:pt x="145518" y="116800"/>
                  </a:lnTo>
                  <a:cubicBezTo>
                    <a:pt x="142518" y="105228"/>
                    <a:pt x="139946" y="93654"/>
                    <a:pt x="138660" y="82082"/>
                  </a:cubicBezTo>
                  <a:lnTo>
                    <a:pt x="26789" y="3215"/>
                  </a:lnTo>
                  <a:cubicBezTo>
                    <a:pt x="18645" y="13502"/>
                    <a:pt x="10930" y="23789"/>
                    <a:pt x="3215" y="340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6831735" y="444462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6740438" y="4353758"/>
              <a:ext cx="98584" cy="94298"/>
            </a:xfrm>
            <a:custGeom>
              <a:avLst/>
              <a:gdLst/>
              <a:ahLst/>
              <a:cxnLst/>
              <a:rect l="l" t="t" r="r" b="b"/>
              <a:pathLst>
                <a:path w="98583" h="94297" extrusionOk="0">
                  <a:moveTo>
                    <a:pt x="94512" y="94083"/>
                  </a:moveTo>
                  <a:cubicBezTo>
                    <a:pt x="94512" y="81653"/>
                    <a:pt x="94512" y="69223"/>
                    <a:pt x="95369" y="57221"/>
                  </a:cubicBezTo>
                  <a:cubicBezTo>
                    <a:pt x="95369" y="55936"/>
                    <a:pt x="95369" y="54221"/>
                    <a:pt x="95369" y="52935"/>
                  </a:cubicBezTo>
                  <a:lnTo>
                    <a:pt x="25075" y="3215"/>
                  </a:lnTo>
                  <a:cubicBezTo>
                    <a:pt x="17788" y="12216"/>
                    <a:pt x="10501" y="21217"/>
                    <a:pt x="3215" y="30218"/>
                  </a:cubicBezTo>
                  <a:lnTo>
                    <a:pt x="94512" y="94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6571988" y="4607933"/>
              <a:ext cx="368618" cy="188595"/>
            </a:xfrm>
            <a:custGeom>
              <a:avLst/>
              <a:gdLst/>
              <a:ahLst/>
              <a:cxnLst/>
              <a:rect l="l" t="t" r="r" b="b"/>
              <a:pathLst>
                <a:path w="368617" h="188595" extrusionOk="0">
                  <a:moveTo>
                    <a:pt x="3215" y="22931"/>
                  </a:moveTo>
                  <a:lnTo>
                    <a:pt x="3215" y="22931"/>
                  </a:lnTo>
                  <a:lnTo>
                    <a:pt x="236387" y="187094"/>
                  </a:lnTo>
                  <a:lnTo>
                    <a:pt x="368403" y="164378"/>
                  </a:lnTo>
                  <a:cubicBezTo>
                    <a:pt x="365832" y="154948"/>
                    <a:pt x="362831" y="145089"/>
                    <a:pt x="360259" y="135659"/>
                  </a:cubicBezTo>
                  <a:lnTo>
                    <a:pt x="240673" y="156234"/>
                  </a:lnTo>
                  <a:lnTo>
                    <a:pt x="234244" y="157520"/>
                  </a:lnTo>
                  <a:lnTo>
                    <a:pt x="15216" y="3215"/>
                  </a:lnTo>
                  <a:cubicBezTo>
                    <a:pt x="10930" y="9644"/>
                    <a:pt x="7072" y="16502"/>
                    <a:pt x="3215" y="229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6629852" y="4510635"/>
              <a:ext cx="278606" cy="167164"/>
            </a:xfrm>
            <a:custGeom>
              <a:avLst/>
              <a:gdLst/>
              <a:ahLst/>
              <a:cxnLst/>
              <a:rect l="l" t="t" r="r" b="b"/>
              <a:pathLst>
                <a:path w="278606" h="167163" extrusionOk="0">
                  <a:moveTo>
                    <a:pt x="3215" y="26361"/>
                  </a:moveTo>
                  <a:lnTo>
                    <a:pt x="199525" y="164378"/>
                  </a:lnTo>
                  <a:lnTo>
                    <a:pt x="275820" y="151090"/>
                  </a:lnTo>
                  <a:cubicBezTo>
                    <a:pt x="274534" y="148090"/>
                    <a:pt x="273677" y="145089"/>
                    <a:pt x="272391" y="142518"/>
                  </a:cubicBezTo>
                  <a:cubicBezTo>
                    <a:pt x="266819" y="129231"/>
                    <a:pt x="260819" y="116372"/>
                    <a:pt x="254389" y="103085"/>
                  </a:cubicBezTo>
                  <a:lnTo>
                    <a:pt x="183666" y="114657"/>
                  </a:lnTo>
                  <a:lnTo>
                    <a:pt x="177665" y="115086"/>
                  </a:lnTo>
                  <a:lnTo>
                    <a:pt x="18645" y="3215"/>
                  </a:lnTo>
                  <a:cubicBezTo>
                    <a:pt x="13073" y="11359"/>
                    <a:pt x="7930" y="18645"/>
                    <a:pt x="3215" y="263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5355122" y="5926384"/>
              <a:ext cx="282893" cy="132874"/>
            </a:xfrm>
            <a:custGeom>
              <a:avLst/>
              <a:gdLst/>
              <a:ahLst/>
              <a:cxnLst/>
              <a:rect l="l" t="t" r="r" b="b"/>
              <a:pathLst>
                <a:path w="282892" h="132873" extrusionOk="0">
                  <a:moveTo>
                    <a:pt x="253960" y="3215"/>
                  </a:moveTo>
                  <a:lnTo>
                    <a:pt x="253960" y="3215"/>
                  </a:lnTo>
                  <a:lnTo>
                    <a:pt x="179808" y="46077"/>
                  </a:lnTo>
                  <a:lnTo>
                    <a:pt x="176808" y="47792"/>
                  </a:lnTo>
                  <a:lnTo>
                    <a:pt x="3215" y="47792"/>
                  </a:lnTo>
                  <a:cubicBezTo>
                    <a:pt x="8358" y="73080"/>
                    <a:pt x="13930" y="98369"/>
                    <a:pt x="19074" y="124087"/>
                  </a:cubicBezTo>
                  <a:cubicBezTo>
                    <a:pt x="19502" y="127087"/>
                    <a:pt x="20360" y="130516"/>
                    <a:pt x="21217" y="133517"/>
                  </a:cubicBezTo>
                  <a:lnTo>
                    <a:pt x="37076" y="106085"/>
                  </a:lnTo>
                  <a:lnTo>
                    <a:pt x="41362" y="98798"/>
                  </a:lnTo>
                  <a:lnTo>
                    <a:pt x="185809" y="98798"/>
                  </a:lnTo>
                  <a:lnTo>
                    <a:pt x="240673" y="44363"/>
                  </a:lnTo>
                  <a:lnTo>
                    <a:pt x="244959" y="40076"/>
                  </a:lnTo>
                  <a:lnTo>
                    <a:pt x="274106" y="40076"/>
                  </a:lnTo>
                  <a:cubicBezTo>
                    <a:pt x="275820" y="27646"/>
                    <a:pt x="277963" y="15645"/>
                    <a:pt x="279678" y="3215"/>
                  </a:cubicBezTo>
                  <a:lnTo>
                    <a:pt x="253960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6598991" y="4558641"/>
              <a:ext cx="325755" cy="175736"/>
            </a:xfrm>
            <a:custGeom>
              <a:avLst/>
              <a:gdLst/>
              <a:ahLst/>
              <a:cxnLst/>
              <a:rect l="l" t="t" r="r" b="b"/>
              <a:pathLst>
                <a:path w="325755" h="175736" extrusionOk="0">
                  <a:moveTo>
                    <a:pt x="3215" y="27218"/>
                  </a:moveTo>
                  <a:lnTo>
                    <a:pt x="3215" y="27218"/>
                  </a:lnTo>
                  <a:lnTo>
                    <a:pt x="214098" y="175522"/>
                  </a:lnTo>
                  <a:lnTo>
                    <a:pt x="324683" y="156234"/>
                  </a:lnTo>
                  <a:cubicBezTo>
                    <a:pt x="322112" y="147661"/>
                    <a:pt x="319540" y="139517"/>
                    <a:pt x="316540" y="131373"/>
                  </a:cubicBezTo>
                  <a:lnTo>
                    <a:pt x="229100" y="146375"/>
                  </a:lnTo>
                  <a:lnTo>
                    <a:pt x="223100" y="147661"/>
                  </a:lnTo>
                  <a:lnTo>
                    <a:pt x="17788" y="3215"/>
                  </a:lnTo>
                  <a:cubicBezTo>
                    <a:pt x="13073" y="11358"/>
                    <a:pt x="8358" y="19074"/>
                    <a:pt x="3215" y="27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6549700" y="4644795"/>
              <a:ext cx="407194" cy="201454"/>
            </a:xfrm>
            <a:custGeom>
              <a:avLst/>
              <a:gdLst/>
              <a:ahLst/>
              <a:cxnLst/>
              <a:rect l="l" t="t" r="r" b="b"/>
              <a:pathLst>
                <a:path w="407193" h="201453" extrusionOk="0">
                  <a:moveTo>
                    <a:pt x="3215" y="25503"/>
                  </a:moveTo>
                  <a:lnTo>
                    <a:pt x="251817" y="200811"/>
                  </a:lnTo>
                  <a:lnTo>
                    <a:pt x="404836" y="174236"/>
                  </a:lnTo>
                  <a:cubicBezTo>
                    <a:pt x="401836" y="164806"/>
                    <a:pt x="398836" y="155805"/>
                    <a:pt x="395835" y="146376"/>
                  </a:cubicBezTo>
                  <a:lnTo>
                    <a:pt x="257818" y="170378"/>
                  </a:lnTo>
                  <a:lnTo>
                    <a:pt x="253960" y="171235"/>
                  </a:lnTo>
                  <a:lnTo>
                    <a:pt x="15645" y="3215"/>
                  </a:lnTo>
                  <a:cubicBezTo>
                    <a:pt x="11787" y="10501"/>
                    <a:pt x="7501" y="18217"/>
                    <a:pt x="3215" y="255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6549700" y="4667083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5182814" y="2943154"/>
              <a:ext cx="21431" cy="34290"/>
            </a:xfrm>
            <a:custGeom>
              <a:avLst/>
              <a:gdLst/>
              <a:ahLst/>
              <a:cxnLst/>
              <a:rect l="l" t="t" r="r" b="b"/>
              <a:pathLst>
                <a:path w="21431" h="34290" extrusionOk="0">
                  <a:moveTo>
                    <a:pt x="3215" y="19074"/>
                  </a:moveTo>
                  <a:cubicBezTo>
                    <a:pt x="9215" y="23360"/>
                    <a:pt x="15645" y="27646"/>
                    <a:pt x="21646" y="31504"/>
                  </a:cubicBezTo>
                  <a:cubicBezTo>
                    <a:pt x="16502" y="22074"/>
                    <a:pt x="11359" y="12644"/>
                    <a:pt x="6215" y="3215"/>
                  </a:cubicBezTo>
                  <a:cubicBezTo>
                    <a:pt x="5358" y="8787"/>
                    <a:pt x="4072" y="13930"/>
                    <a:pt x="3215" y="190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5145953" y="3167324"/>
              <a:ext cx="8573" cy="25718"/>
            </a:xfrm>
            <a:custGeom>
              <a:avLst/>
              <a:gdLst/>
              <a:ahLst/>
              <a:cxnLst/>
              <a:rect l="l" t="t" r="r" b="b"/>
              <a:pathLst>
                <a:path w="8572" h="25717" extrusionOk="0">
                  <a:moveTo>
                    <a:pt x="3215" y="26360"/>
                  </a:moveTo>
                  <a:lnTo>
                    <a:pt x="3215" y="26360"/>
                  </a:lnTo>
                  <a:cubicBezTo>
                    <a:pt x="4501" y="25932"/>
                    <a:pt x="5358" y="25503"/>
                    <a:pt x="6644" y="25074"/>
                  </a:cubicBezTo>
                  <a:lnTo>
                    <a:pt x="6644" y="3215"/>
                  </a:lnTo>
                  <a:cubicBezTo>
                    <a:pt x="5358" y="10930"/>
                    <a:pt x="4501" y="18645"/>
                    <a:pt x="3215" y="26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5121092" y="2981730"/>
              <a:ext cx="124301" cy="402908"/>
            </a:xfrm>
            <a:custGeom>
              <a:avLst/>
              <a:gdLst/>
              <a:ahLst/>
              <a:cxnLst/>
              <a:rect l="l" t="t" r="r" b="b"/>
              <a:pathLst>
                <a:path w="124301" h="402907" extrusionOk="0">
                  <a:moveTo>
                    <a:pt x="3215" y="402264"/>
                  </a:moveTo>
                  <a:lnTo>
                    <a:pt x="3215" y="402264"/>
                  </a:lnTo>
                  <a:cubicBezTo>
                    <a:pt x="10073" y="387691"/>
                    <a:pt x="25075" y="377404"/>
                    <a:pt x="42220" y="377404"/>
                  </a:cubicBezTo>
                  <a:cubicBezTo>
                    <a:pt x="47363" y="377404"/>
                    <a:pt x="52507" y="378262"/>
                    <a:pt x="56793" y="379976"/>
                  </a:cubicBezTo>
                  <a:lnTo>
                    <a:pt x="122801" y="313968"/>
                  </a:lnTo>
                  <a:lnTo>
                    <a:pt x="122801" y="62365"/>
                  </a:lnTo>
                  <a:cubicBezTo>
                    <a:pt x="117658" y="53364"/>
                    <a:pt x="112514" y="44363"/>
                    <a:pt x="107371" y="35362"/>
                  </a:cubicBezTo>
                  <a:cubicBezTo>
                    <a:pt x="91940" y="24217"/>
                    <a:pt x="76510" y="13502"/>
                    <a:pt x="61079" y="3215"/>
                  </a:cubicBezTo>
                  <a:cubicBezTo>
                    <a:pt x="57650" y="21646"/>
                    <a:pt x="54650" y="40505"/>
                    <a:pt x="51649" y="59364"/>
                  </a:cubicBezTo>
                  <a:lnTo>
                    <a:pt x="51649" y="209812"/>
                  </a:lnTo>
                  <a:cubicBezTo>
                    <a:pt x="71366" y="213669"/>
                    <a:pt x="86368" y="231243"/>
                    <a:pt x="86368" y="252246"/>
                  </a:cubicBezTo>
                  <a:cubicBezTo>
                    <a:pt x="86368" y="275820"/>
                    <a:pt x="67080" y="295108"/>
                    <a:pt x="43077" y="295108"/>
                  </a:cubicBezTo>
                  <a:cubicBezTo>
                    <a:pt x="33647" y="295108"/>
                    <a:pt x="24646" y="292108"/>
                    <a:pt x="17359" y="286536"/>
                  </a:cubicBezTo>
                  <a:cubicBezTo>
                    <a:pt x="12644" y="325112"/>
                    <a:pt x="7501" y="363688"/>
                    <a:pt x="3215" y="4022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5138143" y="6692336"/>
              <a:ext cx="180023" cy="162878"/>
            </a:xfrm>
            <a:custGeom>
              <a:avLst/>
              <a:gdLst/>
              <a:ahLst/>
              <a:cxnLst/>
              <a:rect l="l" t="t" r="r" b="b"/>
              <a:pathLst>
                <a:path w="180022" h="162877" extrusionOk="0">
                  <a:moveTo>
                    <a:pt x="6309" y="46506"/>
                  </a:moveTo>
                  <a:cubicBezTo>
                    <a:pt x="308" y="61508"/>
                    <a:pt x="3737" y="79082"/>
                    <a:pt x="10595" y="94084"/>
                  </a:cubicBezTo>
                  <a:cubicBezTo>
                    <a:pt x="17882" y="88511"/>
                    <a:pt x="27312" y="85082"/>
                    <a:pt x="37170" y="85082"/>
                  </a:cubicBezTo>
                  <a:cubicBezTo>
                    <a:pt x="60745" y="85082"/>
                    <a:pt x="80033" y="104370"/>
                    <a:pt x="80033" y="127944"/>
                  </a:cubicBezTo>
                  <a:cubicBezTo>
                    <a:pt x="80033" y="133945"/>
                    <a:pt x="78747" y="139089"/>
                    <a:pt x="76604" y="144232"/>
                  </a:cubicBezTo>
                  <a:cubicBezTo>
                    <a:pt x="89462" y="146804"/>
                    <a:pt x="103607" y="141232"/>
                    <a:pt x="116037" y="147233"/>
                  </a:cubicBezTo>
                  <a:cubicBezTo>
                    <a:pt x="128039" y="152376"/>
                    <a:pt x="139612" y="163092"/>
                    <a:pt x="153756" y="158806"/>
                  </a:cubicBezTo>
                  <a:cubicBezTo>
                    <a:pt x="163615" y="154520"/>
                    <a:pt x="170044" y="145519"/>
                    <a:pt x="176902" y="137375"/>
                  </a:cubicBezTo>
                  <a:lnTo>
                    <a:pt x="42742" y="3215"/>
                  </a:lnTo>
                  <a:cubicBezTo>
                    <a:pt x="29455" y="16931"/>
                    <a:pt x="16168" y="30218"/>
                    <a:pt x="6309" y="465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5382125" y="5992821"/>
              <a:ext cx="248603" cy="214313"/>
            </a:xfrm>
            <a:custGeom>
              <a:avLst/>
              <a:gdLst/>
              <a:ahLst/>
              <a:cxnLst/>
              <a:rect l="l" t="t" r="r" b="b"/>
              <a:pathLst>
                <a:path w="248602" h="214312" extrusionOk="0">
                  <a:moveTo>
                    <a:pt x="157520" y="118943"/>
                  </a:moveTo>
                  <a:lnTo>
                    <a:pt x="238101" y="38362"/>
                  </a:lnTo>
                  <a:cubicBezTo>
                    <a:pt x="238959" y="30218"/>
                    <a:pt x="239816" y="21645"/>
                    <a:pt x="241102" y="13502"/>
                  </a:cubicBezTo>
                  <a:cubicBezTo>
                    <a:pt x="241530" y="10073"/>
                    <a:pt x="241959" y="6643"/>
                    <a:pt x="242387" y="3215"/>
                  </a:cubicBezTo>
                  <a:lnTo>
                    <a:pt x="229957" y="3215"/>
                  </a:lnTo>
                  <a:lnTo>
                    <a:pt x="174665" y="57650"/>
                  </a:lnTo>
                  <a:lnTo>
                    <a:pt x="170379" y="61936"/>
                  </a:lnTo>
                  <a:lnTo>
                    <a:pt x="31075" y="61936"/>
                  </a:lnTo>
                  <a:lnTo>
                    <a:pt x="3215" y="109942"/>
                  </a:lnTo>
                  <a:cubicBezTo>
                    <a:pt x="10501" y="143803"/>
                    <a:pt x="17359" y="178093"/>
                    <a:pt x="22074" y="212383"/>
                  </a:cubicBezTo>
                  <a:lnTo>
                    <a:pt x="22931" y="211526"/>
                  </a:lnTo>
                  <a:lnTo>
                    <a:pt x="27218" y="207240"/>
                  </a:lnTo>
                  <a:lnTo>
                    <a:pt x="247102" y="207240"/>
                  </a:lnTo>
                  <a:cubicBezTo>
                    <a:pt x="244102" y="184952"/>
                    <a:pt x="241530" y="162663"/>
                    <a:pt x="239816" y="139946"/>
                  </a:cubicBezTo>
                  <a:cubicBezTo>
                    <a:pt x="238530" y="120229"/>
                    <a:pt x="237244" y="100512"/>
                    <a:pt x="236815" y="81224"/>
                  </a:cubicBezTo>
                  <a:lnTo>
                    <a:pt x="151090" y="166949"/>
                  </a:lnTo>
                  <a:cubicBezTo>
                    <a:pt x="148519" y="169521"/>
                    <a:pt x="145090" y="170807"/>
                    <a:pt x="141661" y="171235"/>
                  </a:cubicBezTo>
                  <a:cubicBezTo>
                    <a:pt x="134803" y="175950"/>
                    <a:pt x="126230" y="178951"/>
                    <a:pt x="117658" y="178951"/>
                  </a:cubicBezTo>
                  <a:cubicBezTo>
                    <a:pt x="94083" y="178951"/>
                    <a:pt x="74795" y="159663"/>
                    <a:pt x="74795" y="136088"/>
                  </a:cubicBezTo>
                  <a:cubicBezTo>
                    <a:pt x="74795" y="112514"/>
                    <a:pt x="93655" y="93226"/>
                    <a:pt x="117658" y="93226"/>
                  </a:cubicBezTo>
                  <a:lnTo>
                    <a:pt x="117658" y="93226"/>
                  </a:lnTo>
                  <a:cubicBezTo>
                    <a:pt x="135231" y="92797"/>
                    <a:pt x="151090" y="103513"/>
                    <a:pt x="157520" y="118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5317831" y="6832926"/>
              <a:ext cx="21431" cy="21431"/>
            </a:xfrm>
            <a:custGeom>
              <a:avLst/>
              <a:gdLst/>
              <a:ahLst/>
              <a:cxnLst/>
              <a:rect l="l" t="t" r="r" b="b"/>
              <a:pathLst>
                <a:path w="21431" h="21431" extrusionOk="0">
                  <a:moveTo>
                    <a:pt x="11359" y="17359"/>
                  </a:moveTo>
                  <a:lnTo>
                    <a:pt x="11359" y="17359"/>
                  </a:lnTo>
                  <a:cubicBezTo>
                    <a:pt x="14359" y="18217"/>
                    <a:pt x="16931" y="19074"/>
                    <a:pt x="19931" y="19931"/>
                  </a:cubicBezTo>
                  <a:lnTo>
                    <a:pt x="3215" y="3215"/>
                  </a:lnTo>
                  <a:cubicBezTo>
                    <a:pt x="4072" y="9216"/>
                    <a:pt x="5358" y="14787"/>
                    <a:pt x="11359" y="173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5200388" y="6508028"/>
              <a:ext cx="428625" cy="351473"/>
            </a:xfrm>
            <a:custGeom>
              <a:avLst/>
              <a:gdLst/>
              <a:ahLst/>
              <a:cxnLst/>
              <a:rect l="l" t="t" r="r" b="b"/>
              <a:pathLst>
                <a:path w="428625" h="351472" extrusionOk="0">
                  <a:moveTo>
                    <a:pt x="227814" y="76939"/>
                  </a:moveTo>
                  <a:lnTo>
                    <a:pt x="227814" y="76939"/>
                  </a:lnTo>
                  <a:lnTo>
                    <a:pt x="223528" y="72652"/>
                  </a:lnTo>
                  <a:lnTo>
                    <a:pt x="154091" y="3215"/>
                  </a:lnTo>
                  <a:cubicBezTo>
                    <a:pt x="152376" y="4929"/>
                    <a:pt x="151090" y="7072"/>
                    <a:pt x="149376" y="8787"/>
                  </a:cubicBezTo>
                  <a:cubicBezTo>
                    <a:pt x="105227" y="59794"/>
                    <a:pt x="56364" y="105656"/>
                    <a:pt x="11359" y="155377"/>
                  </a:cubicBezTo>
                  <a:cubicBezTo>
                    <a:pt x="9215" y="160091"/>
                    <a:pt x="6644" y="164378"/>
                    <a:pt x="3215" y="168235"/>
                  </a:cubicBezTo>
                  <a:lnTo>
                    <a:pt x="184094" y="349972"/>
                  </a:lnTo>
                  <a:cubicBezTo>
                    <a:pt x="187952" y="349972"/>
                    <a:pt x="192238" y="349972"/>
                    <a:pt x="196096" y="349544"/>
                  </a:cubicBezTo>
                  <a:cubicBezTo>
                    <a:pt x="221813" y="348258"/>
                    <a:pt x="244959" y="334542"/>
                    <a:pt x="265962" y="320826"/>
                  </a:cubicBezTo>
                  <a:cubicBezTo>
                    <a:pt x="268105" y="319540"/>
                    <a:pt x="270248" y="317826"/>
                    <a:pt x="272391" y="316539"/>
                  </a:cubicBezTo>
                  <a:cubicBezTo>
                    <a:pt x="271105" y="312253"/>
                    <a:pt x="270248" y="307967"/>
                    <a:pt x="270248" y="303681"/>
                  </a:cubicBezTo>
                  <a:cubicBezTo>
                    <a:pt x="270248" y="280106"/>
                    <a:pt x="289536" y="260390"/>
                    <a:pt x="313111" y="260390"/>
                  </a:cubicBezTo>
                  <a:cubicBezTo>
                    <a:pt x="319111" y="260390"/>
                    <a:pt x="325112" y="261676"/>
                    <a:pt x="330256" y="264247"/>
                  </a:cubicBezTo>
                  <a:cubicBezTo>
                    <a:pt x="343543" y="243673"/>
                    <a:pt x="345686" y="217527"/>
                    <a:pt x="349115" y="193524"/>
                  </a:cubicBezTo>
                  <a:cubicBezTo>
                    <a:pt x="349972" y="184952"/>
                    <a:pt x="354687" y="177665"/>
                    <a:pt x="360259" y="171236"/>
                  </a:cubicBezTo>
                  <a:cubicBezTo>
                    <a:pt x="380405" y="167378"/>
                    <a:pt x="403122" y="170378"/>
                    <a:pt x="420696" y="157091"/>
                  </a:cubicBezTo>
                  <a:cubicBezTo>
                    <a:pt x="423267" y="155377"/>
                    <a:pt x="425839" y="153233"/>
                    <a:pt x="427982" y="150662"/>
                  </a:cubicBezTo>
                  <a:lnTo>
                    <a:pt x="353830" y="76939"/>
                  </a:lnTo>
                  <a:lnTo>
                    <a:pt x="227814" y="769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5269825" y="3049881"/>
              <a:ext cx="42863" cy="47149"/>
            </a:xfrm>
            <a:custGeom>
              <a:avLst/>
              <a:gdLst/>
              <a:ahLst/>
              <a:cxnLst/>
              <a:rect l="l" t="t" r="r" b="b"/>
              <a:pathLst>
                <a:path w="42862" h="47148" extrusionOk="0">
                  <a:moveTo>
                    <a:pt x="3215" y="3215"/>
                  </a:moveTo>
                  <a:cubicBezTo>
                    <a:pt x="11359" y="16931"/>
                    <a:pt x="19931" y="31075"/>
                    <a:pt x="28504" y="44791"/>
                  </a:cubicBezTo>
                  <a:lnTo>
                    <a:pt x="42648" y="30647"/>
                  </a:lnTo>
                  <a:cubicBezTo>
                    <a:pt x="30647" y="21217"/>
                    <a:pt x="18645" y="12216"/>
                    <a:pt x="6644" y="3215"/>
                  </a:cubicBez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4361140" y="2670119"/>
              <a:ext cx="501491" cy="1032986"/>
            </a:xfrm>
            <a:custGeom>
              <a:avLst/>
              <a:gdLst/>
              <a:ahLst/>
              <a:cxnLst/>
              <a:rect l="l" t="t" r="r" b="b"/>
              <a:pathLst>
                <a:path w="501491" h="1032986" extrusionOk="0">
                  <a:moveTo>
                    <a:pt x="337114" y="745593"/>
                  </a:moveTo>
                  <a:lnTo>
                    <a:pt x="337114" y="745593"/>
                  </a:lnTo>
                  <a:cubicBezTo>
                    <a:pt x="333685" y="742164"/>
                    <a:pt x="330684" y="738735"/>
                    <a:pt x="328113" y="734878"/>
                  </a:cubicBezTo>
                  <a:cubicBezTo>
                    <a:pt x="328113" y="735735"/>
                    <a:pt x="328113" y="737021"/>
                    <a:pt x="328113" y="737878"/>
                  </a:cubicBezTo>
                  <a:cubicBezTo>
                    <a:pt x="328113" y="761452"/>
                    <a:pt x="309253" y="780740"/>
                    <a:pt x="285679" y="780740"/>
                  </a:cubicBezTo>
                  <a:cubicBezTo>
                    <a:pt x="262104" y="780740"/>
                    <a:pt x="242387" y="761881"/>
                    <a:pt x="242387" y="737878"/>
                  </a:cubicBezTo>
                  <a:cubicBezTo>
                    <a:pt x="242387" y="728448"/>
                    <a:pt x="245388" y="719876"/>
                    <a:pt x="250531" y="713018"/>
                  </a:cubicBezTo>
                  <a:lnTo>
                    <a:pt x="194810" y="657296"/>
                  </a:lnTo>
                  <a:lnTo>
                    <a:pt x="190524" y="653010"/>
                  </a:lnTo>
                  <a:lnTo>
                    <a:pt x="190524" y="402264"/>
                  </a:lnTo>
                  <a:lnTo>
                    <a:pt x="138660" y="350401"/>
                  </a:lnTo>
                  <a:lnTo>
                    <a:pt x="134374" y="346115"/>
                  </a:lnTo>
                  <a:lnTo>
                    <a:pt x="134374" y="8787"/>
                  </a:lnTo>
                  <a:cubicBezTo>
                    <a:pt x="126659" y="7072"/>
                    <a:pt x="118943" y="5358"/>
                    <a:pt x="111228" y="3215"/>
                  </a:cubicBezTo>
                  <a:lnTo>
                    <a:pt x="111228" y="361117"/>
                  </a:lnTo>
                  <a:lnTo>
                    <a:pt x="141232" y="391120"/>
                  </a:lnTo>
                  <a:lnTo>
                    <a:pt x="146804" y="396692"/>
                  </a:lnTo>
                  <a:lnTo>
                    <a:pt x="146804" y="530852"/>
                  </a:lnTo>
                  <a:cubicBezTo>
                    <a:pt x="154519" y="538567"/>
                    <a:pt x="159234" y="549712"/>
                    <a:pt x="159234" y="561285"/>
                  </a:cubicBezTo>
                  <a:cubicBezTo>
                    <a:pt x="159234" y="584859"/>
                    <a:pt x="140375" y="603718"/>
                    <a:pt x="116372" y="603718"/>
                  </a:cubicBezTo>
                  <a:cubicBezTo>
                    <a:pt x="92797" y="603718"/>
                    <a:pt x="73081" y="584859"/>
                    <a:pt x="73081" y="561285"/>
                  </a:cubicBezTo>
                  <a:cubicBezTo>
                    <a:pt x="73081" y="540710"/>
                    <a:pt x="87654" y="523137"/>
                    <a:pt x="107371" y="519279"/>
                  </a:cubicBezTo>
                  <a:lnTo>
                    <a:pt x="107371" y="413409"/>
                  </a:lnTo>
                  <a:lnTo>
                    <a:pt x="77367" y="382976"/>
                  </a:lnTo>
                  <a:lnTo>
                    <a:pt x="71795" y="376976"/>
                  </a:lnTo>
                  <a:lnTo>
                    <a:pt x="71795" y="30647"/>
                  </a:lnTo>
                  <a:cubicBezTo>
                    <a:pt x="62794" y="90654"/>
                    <a:pt x="57650" y="151519"/>
                    <a:pt x="51221" y="211955"/>
                  </a:cubicBezTo>
                  <a:cubicBezTo>
                    <a:pt x="47792" y="249674"/>
                    <a:pt x="39219" y="286107"/>
                    <a:pt x="29361" y="322540"/>
                  </a:cubicBezTo>
                  <a:lnTo>
                    <a:pt x="29361" y="621721"/>
                  </a:lnTo>
                  <a:lnTo>
                    <a:pt x="104370" y="696730"/>
                  </a:lnTo>
                  <a:cubicBezTo>
                    <a:pt x="108228" y="695444"/>
                    <a:pt x="112514" y="695015"/>
                    <a:pt x="116372" y="695015"/>
                  </a:cubicBezTo>
                  <a:cubicBezTo>
                    <a:pt x="139946" y="695015"/>
                    <a:pt x="159234" y="714303"/>
                    <a:pt x="159234" y="737878"/>
                  </a:cubicBezTo>
                  <a:cubicBezTo>
                    <a:pt x="159234" y="761452"/>
                    <a:pt x="140375" y="780740"/>
                    <a:pt x="116372" y="780740"/>
                  </a:cubicBezTo>
                  <a:cubicBezTo>
                    <a:pt x="92369" y="780740"/>
                    <a:pt x="73081" y="761881"/>
                    <a:pt x="73081" y="737878"/>
                  </a:cubicBezTo>
                  <a:cubicBezTo>
                    <a:pt x="73081" y="729305"/>
                    <a:pt x="75652" y="721162"/>
                    <a:pt x="80367" y="714303"/>
                  </a:cubicBezTo>
                  <a:lnTo>
                    <a:pt x="4929" y="638437"/>
                  </a:lnTo>
                  <a:lnTo>
                    <a:pt x="3215" y="636722"/>
                  </a:lnTo>
                  <a:cubicBezTo>
                    <a:pt x="4501" y="643152"/>
                    <a:pt x="5786" y="649581"/>
                    <a:pt x="7501" y="656011"/>
                  </a:cubicBezTo>
                  <a:cubicBezTo>
                    <a:pt x="18645" y="704017"/>
                    <a:pt x="29789" y="751594"/>
                    <a:pt x="41791" y="799171"/>
                  </a:cubicBezTo>
                  <a:lnTo>
                    <a:pt x="178951" y="799171"/>
                  </a:lnTo>
                  <a:lnTo>
                    <a:pt x="183237" y="803458"/>
                  </a:lnTo>
                  <a:lnTo>
                    <a:pt x="218813" y="839033"/>
                  </a:lnTo>
                  <a:lnTo>
                    <a:pt x="218813" y="977479"/>
                  </a:lnTo>
                  <a:lnTo>
                    <a:pt x="271534" y="1030200"/>
                  </a:lnTo>
                  <a:cubicBezTo>
                    <a:pt x="297680" y="1028486"/>
                    <a:pt x="323826" y="1026771"/>
                    <a:pt x="350401" y="1024628"/>
                  </a:cubicBezTo>
                  <a:cubicBezTo>
                    <a:pt x="357688" y="1023342"/>
                    <a:pt x="366689" y="1022913"/>
                    <a:pt x="371832" y="1016484"/>
                  </a:cubicBezTo>
                  <a:cubicBezTo>
                    <a:pt x="375261" y="1006626"/>
                    <a:pt x="370546" y="996339"/>
                    <a:pt x="371404" y="986480"/>
                  </a:cubicBezTo>
                  <a:cubicBezTo>
                    <a:pt x="395407" y="983480"/>
                    <a:pt x="419410" y="990767"/>
                    <a:pt x="443413" y="987766"/>
                  </a:cubicBezTo>
                  <a:cubicBezTo>
                    <a:pt x="451128" y="981766"/>
                    <a:pt x="451128" y="972336"/>
                    <a:pt x="449413" y="962906"/>
                  </a:cubicBezTo>
                  <a:lnTo>
                    <a:pt x="337971" y="962906"/>
                  </a:lnTo>
                  <a:lnTo>
                    <a:pt x="335399" y="959906"/>
                  </a:lnTo>
                  <a:lnTo>
                    <a:pt x="311825" y="936331"/>
                  </a:lnTo>
                  <a:cubicBezTo>
                    <a:pt x="304967" y="941475"/>
                    <a:pt x="296394" y="944475"/>
                    <a:pt x="286964" y="944475"/>
                  </a:cubicBezTo>
                  <a:cubicBezTo>
                    <a:pt x="263390" y="944475"/>
                    <a:pt x="244102" y="924758"/>
                    <a:pt x="244102" y="901184"/>
                  </a:cubicBezTo>
                  <a:cubicBezTo>
                    <a:pt x="244102" y="877610"/>
                    <a:pt x="263390" y="858750"/>
                    <a:pt x="286964" y="858750"/>
                  </a:cubicBezTo>
                  <a:cubicBezTo>
                    <a:pt x="310539" y="858750"/>
                    <a:pt x="329827" y="877610"/>
                    <a:pt x="329827" y="901184"/>
                  </a:cubicBezTo>
                  <a:cubicBezTo>
                    <a:pt x="329827" y="908471"/>
                    <a:pt x="328113" y="915757"/>
                    <a:pt x="324683" y="921758"/>
                  </a:cubicBezTo>
                  <a:lnTo>
                    <a:pt x="346115" y="943189"/>
                  </a:lnTo>
                  <a:lnTo>
                    <a:pt x="441270" y="943189"/>
                  </a:lnTo>
                  <a:cubicBezTo>
                    <a:pt x="429697" y="930331"/>
                    <a:pt x="408694" y="929902"/>
                    <a:pt x="393692" y="921330"/>
                  </a:cubicBezTo>
                  <a:cubicBezTo>
                    <a:pt x="379119" y="912757"/>
                    <a:pt x="364546" y="902470"/>
                    <a:pt x="353401" y="889611"/>
                  </a:cubicBezTo>
                  <a:cubicBezTo>
                    <a:pt x="393692" y="906328"/>
                    <a:pt x="435697" y="926044"/>
                    <a:pt x="480703" y="920901"/>
                  </a:cubicBezTo>
                  <a:cubicBezTo>
                    <a:pt x="494848" y="917043"/>
                    <a:pt x="498277" y="900755"/>
                    <a:pt x="498277" y="887897"/>
                  </a:cubicBezTo>
                  <a:lnTo>
                    <a:pt x="463558" y="853178"/>
                  </a:lnTo>
                  <a:cubicBezTo>
                    <a:pt x="417695" y="821460"/>
                    <a:pt x="375261" y="785455"/>
                    <a:pt x="337114" y="745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4789765" y="3260765"/>
              <a:ext cx="85725" cy="222885"/>
            </a:xfrm>
            <a:custGeom>
              <a:avLst/>
              <a:gdLst/>
              <a:ahLst/>
              <a:cxnLst/>
              <a:rect l="l" t="t" r="r" b="b"/>
              <a:pathLst>
                <a:path w="85725" h="222885" extrusionOk="0">
                  <a:moveTo>
                    <a:pt x="49506" y="175951"/>
                  </a:moveTo>
                  <a:lnTo>
                    <a:pt x="49506" y="73081"/>
                  </a:lnTo>
                  <a:cubicBezTo>
                    <a:pt x="35362" y="49078"/>
                    <a:pt x="19931" y="25932"/>
                    <a:pt x="3215" y="3215"/>
                  </a:cubicBezTo>
                  <a:lnTo>
                    <a:pt x="3215" y="172950"/>
                  </a:lnTo>
                  <a:cubicBezTo>
                    <a:pt x="7072" y="181094"/>
                    <a:pt x="11359" y="189238"/>
                    <a:pt x="16502" y="196524"/>
                  </a:cubicBezTo>
                  <a:cubicBezTo>
                    <a:pt x="25932" y="207669"/>
                    <a:pt x="40934" y="210241"/>
                    <a:pt x="53364" y="216241"/>
                  </a:cubicBezTo>
                  <a:cubicBezTo>
                    <a:pt x="60222" y="218813"/>
                    <a:pt x="67080" y="223099"/>
                    <a:pt x="74366" y="221385"/>
                  </a:cubicBezTo>
                  <a:cubicBezTo>
                    <a:pt x="78653" y="219242"/>
                    <a:pt x="82082" y="215813"/>
                    <a:pt x="84225" y="211526"/>
                  </a:cubicBezTo>
                  <a:lnTo>
                    <a:pt x="52078" y="179379"/>
                  </a:lnTo>
                  <a:lnTo>
                    <a:pt x="49506" y="1759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4522732" y="2682978"/>
              <a:ext cx="252889" cy="715804"/>
            </a:xfrm>
            <a:custGeom>
              <a:avLst/>
              <a:gdLst/>
              <a:ahLst/>
              <a:cxnLst/>
              <a:rect l="l" t="t" r="r" b="b"/>
              <a:pathLst>
                <a:path w="252888" h="715803" extrusionOk="0">
                  <a:moveTo>
                    <a:pt x="84225" y="361974"/>
                  </a:moveTo>
                  <a:lnTo>
                    <a:pt x="84225" y="361974"/>
                  </a:lnTo>
                  <a:cubicBezTo>
                    <a:pt x="103942" y="299823"/>
                    <a:pt x="124516" y="236815"/>
                    <a:pt x="157091" y="179808"/>
                  </a:cubicBezTo>
                  <a:cubicBezTo>
                    <a:pt x="171236" y="154519"/>
                    <a:pt x="185809" y="129659"/>
                    <a:pt x="200382" y="105227"/>
                  </a:cubicBezTo>
                  <a:lnTo>
                    <a:pt x="200382" y="65794"/>
                  </a:lnTo>
                  <a:cubicBezTo>
                    <a:pt x="166521" y="53364"/>
                    <a:pt x="132659" y="41362"/>
                    <a:pt x="98369" y="30647"/>
                  </a:cubicBezTo>
                  <a:cubicBezTo>
                    <a:pt x="92369" y="34076"/>
                    <a:pt x="85511" y="35790"/>
                    <a:pt x="78224" y="35790"/>
                  </a:cubicBezTo>
                  <a:cubicBezTo>
                    <a:pt x="61936" y="35790"/>
                    <a:pt x="48220" y="26789"/>
                    <a:pt x="40934" y="13502"/>
                  </a:cubicBezTo>
                  <a:cubicBezTo>
                    <a:pt x="28504" y="10073"/>
                    <a:pt x="15645" y="6644"/>
                    <a:pt x="3215" y="3215"/>
                  </a:cubicBezTo>
                  <a:lnTo>
                    <a:pt x="3215" y="321255"/>
                  </a:lnTo>
                  <a:lnTo>
                    <a:pt x="55078" y="372690"/>
                  </a:lnTo>
                  <a:lnTo>
                    <a:pt x="59365" y="376976"/>
                  </a:lnTo>
                  <a:lnTo>
                    <a:pt x="59365" y="627721"/>
                  </a:lnTo>
                  <a:lnTo>
                    <a:pt x="114657" y="683014"/>
                  </a:lnTo>
                  <a:cubicBezTo>
                    <a:pt x="118086" y="682157"/>
                    <a:pt x="121087" y="681728"/>
                    <a:pt x="124944" y="681728"/>
                  </a:cubicBezTo>
                  <a:cubicBezTo>
                    <a:pt x="134374" y="681728"/>
                    <a:pt x="142946" y="684728"/>
                    <a:pt x="149804" y="689872"/>
                  </a:cubicBezTo>
                  <a:cubicBezTo>
                    <a:pt x="149376" y="688586"/>
                    <a:pt x="148947" y="687300"/>
                    <a:pt x="148519" y="686014"/>
                  </a:cubicBezTo>
                  <a:cubicBezTo>
                    <a:pt x="147233" y="681300"/>
                    <a:pt x="145947" y="673584"/>
                    <a:pt x="152376" y="671870"/>
                  </a:cubicBezTo>
                  <a:cubicBezTo>
                    <a:pt x="169521" y="667583"/>
                    <a:pt x="187095" y="668869"/>
                    <a:pt x="204240" y="671441"/>
                  </a:cubicBezTo>
                  <a:cubicBezTo>
                    <a:pt x="211098" y="680871"/>
                    <a:pt x="221385" y="686443"/>
                    <a:pt x="228671" y="695873"/>
                  </a:cubicBezTo>
                  <a:cubicBezTo>
                    <a:pt x="235529" y="703588"/>
                    <a:pt x="244102" y="709160"/>
                    <a:pt x="251389" y="716447"/>
                  </a:cubicBezTo>
                  <a:lnTo>
                    <a:pt x="251389" y="554855"/>
                  </a:lnTo>
                  <a:cubicBezTo>
                    <a:pt x="233815" y="534281"/>
                    <a:pt x="213241" y="517136"/>
                    <a:pt x="190524" y="502991"/>
                  </a:cubicBezTo>
                  <a:lnTo>
                    <a:pt x="163520" y="529995"/>
                  </a:lnTo>
                  <a:cubicBezTo>
                    <a:pt x="166092" y="535567"/>
                    <a:pt x="167378" y="541996"/>
                    <a:pt x="167378" y="548426"/>
                  </a:cubicBezTo>
                  <a:cubicBezTo>
                    <a:pt x="167378" y="572000"/>
                    <a:pt x="148519" y="590859"/>
                    <a:pt x="124944" y="590859"/>
                  </a:cubicBezTo>
                  <a:cubicBezTo>
                    <a:pt x="101370" y="590859"/>
                    <a:pt x="81653" y="572000"/>
                    <a:pt x="81653" y="548426"/>
                  </a:cubicBezTo>
                  <a:cubicBezTo>
                    <a:pt x="81653" y="524851"/>
                    <a:pt x="100941" y="505563"/>
                    <a:pt x="124944" y="505563"/>
                  </a:cubicBezTo>
                  <a:cubicBezTo>
                    <a:pt x="135231" y="505563"/>
                    <a:pt x="144232" y="508992"/>
                    <a:pt x="151519" y="514993"/>
                  </a:cubicBezTo>
                  <a:lnTo>
                    <a:pt x="173379" y="493133"/>
                  </a:lnTo>
                  <a:cubicBezTo>
                    <a:pt x="159234" y="485418"/>
                    <a:pt x="144232" y="479417"/>
                    <a:pt x="128802" y="474273"/>
                  </a:cubicBezTo>
                  <a:cubicBezTo>
                    <a:pt x="112085" y="468273"/>
                    <a:pt x="94083" y="471273"/>
                    <a:pt x="76938" y="469130"/>
                  </a:cubicBezTo>
                  <a:cubicBezTo>
                    <a:pt x="69652" y="468273"/>
                    <a:pt x="62794" y="462701"/>
                    <a:pt x="64937" y="454557"/>
                  </a:cubicBezTo>
                  <a:cubicBezTo>
                    <a:pt x="65794" y="422838"/>
                    <a:pt x="75652" y="392406"/>
                    <a:pt x="84225" y="3619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4855345" y="3372207"/>
              <a:ext cx="12859" cy="64294"/>
            </a:xfrm>
            <a:custGeom>
              <a:avLst/>
              <a:gdLst/>
              <a:ahLst/>
              <a:cxnLst/>
              <a:rect l="l" t="t" r="r" b="b"/>
              <a:pathLst>
                <a:path w="12858" h="64293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56793"/>
                  </a:lnTo>
                  <a:lnTo>
                    <a:pt x="9644" y="63222"/>
                  </a:lnTo>
                  <a:cubicBezTo>
                    <a:pt x="7501" y="56793"/>
                    <a:pt x="6215" y="49935"/>
                    <a:pt x="6215" y="42648"/>
                  </a:cubicBezTo>
                  <a:cubicBezTo>
                    <a:pt x="6215" y="29361"/>
                    <a:pt x="6215" y="16073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4870775" y="147125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4440864" y="1471255"/>
              <a:ext cx="501491" cy="1268730"/>
            </a:xfrm>
            <a:custGeom>
              <a:avLst/>
              <a:gdLst/>
              <a:ahLst/>
              <a:cxnLst/>
              <a:rect l="l" t="t" r="r" b="b"/>
              <a:pathLst>
                <a:path w="501491" h="1268730" extrusionOk="0">
                  <a:moveTo>
                    <a:pt x="433126" y="3215"/>
                  </a:moveTo>
                  <a:cubicBezTo>
                    <a:pt x="425839" y="25503"/>
                    <a:pt x="419838" y="47792"/>
                    <a:pt x="416838" y="70509"/>
                  </a:cubicBezTo>
                  <a:cubicBezTo>
                    <a:pt x="408694" y="124087"/>
                    <a:pt x="408694" y="178094"/>
                    <a:pt x="405694" y="232100"/>
                  </a:cubicBezTo>
                  <a:cubicBezTo>
                    <a:pt x="403979" y="267248"/>
                    <a:pt x="401407" y="302824"/>
                    <a:pt x="389406" y="336256"/>
                  </a:cubicBezTo>
                  <a:cubicBezTo>
                    <a:pt x="373547" y="383405"/>
                    <a:pt x="343114" y="422839"/>
                    <a:pt x="322969" y="468273"/>
                  </a:cubicBezTo>
                  <a:cubicBezTo>
                    <a:pt x="290822" y="540710"/>
                    <a:pt x="276249" y="620435"/>
                    <a:pt x="238101" y="690301"/>
                  </a:cubicBezTo>
                  <a:cubicBezTo>
                    <a:pt x="222242" y="719018"/>
                    <a:pt x="204240" y="746022"/>
                    <a:pt x="186666" y="773454"/>
                  </a:cubicBezTo>
                  <a:cubicBezTo>
                    <a:pt x="142946" y="840748"/>
                    <a:pt x="99227" y="908471"/>
                    <a:pt x="64937" y="981337"/>
                  </a:cubicBezTo>
                  <a:cubicBezTo>
                    <a:pt x="38791" y="1035772"/>
                    <a:pt x="19931" y="1093637"/>
                    <a:pt x="7501" y="1152358"/>
                  </a:cubicBezTo>
                  <a:cubicBezTo>
                    <a:pt x="6215" y="1158788"/>
                    <a:pt x="4501" y="1165646"/>
                    <a:pt x="3215" y="1172075"/>
                  </a:cubicBezTo>
                  <a:cubicBezTo>
                    <a:pt x="109514" y="1195221"/>
                    <a:pt x="213241" y="1226939"/>
                    <a:pt x="313539" y="1265944"/>
                  </a:cubicBezTo>
                  <a:cubicBezTo>
                    <a:pt x="361545" y="1187506"/>
                    <a:pt x="411694" y="1109925"/>
                    <a:pt x="458415" y="1030629"/>
                  </a:cubicBezTo>
                  <a:cubicBezTo>
                    <a:pt x="476845" y="1002339"/>
                    <a:pt x="469987" y="967621"/>
                    <a:pt x="476845" y="936331"/>
                  </a:cubicBezTo>
                  <a:cubicBezTo>
                    <a:pt x="483703" y="900756"/>
                    <a:pt x="490561" y="865179"/>
                    <a:pt x="500848" y="830461"/>
                  </a:cubicBezTo>
                  <a:cubicBezTo>
                    <a:pt x="432697" y="554426"/>
                    <a:pt x="409980" y="274963"/>
                    <a:pt x="43312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4881491" y="713875"/>
              <a:ext cx="1504474" cy="2546033"/>
            </a:xfrm>
            <a:custGeom>
              <a:avLst/>
              <a:gdLst/>
              <a:ahLst/>
              <a:cxnLst/>
              <a:rect l="l" t="t" r="r" b="b"/>
              <a:pathLst>
                <a:path w="1504473" h="2546032" extrusionOk="0">
                  <a:moveTo>
                    <a:pt x="285679" y="1179790"/>
                  </a:moveTo>
                  <a:lnTo>
                    <a:pt x="285679" y="1179790"/>
                  </a:lnTo>
                  <a:cubicBezTo>
                    <a:pt x="293822" y="1147215"/>
                    <a:pt x="292537" y="1113353"/>
                    <a:pt x="298109" y="1080349"/>
                  </a:cubicBezTo>
                  <a:cubicBezTo>
                    <a:pt x="304967" y="1093208"/>
                    <a:pt x="307967" y="1107353"/>
                    <a:pt x="312253" y="1121069"/>
                  </a:cubicBezTo>
                  <a:cubicBezTo>
                    <a:pt x="321255" y="1152787"/>
                    <a:pt x="329827" y="1184934"/>
                    <a:pt x="338400" y="1217081"/>
                  </a:cubicBezTo>
                  <a:cubicBezTo>
                    <a:pt x="347401" y="1227796"/>
                    <a:pt x="350830" y="1241512"/>
                    <a:pt x="347829" y="1254371"/>
                  </a:cubicBezTo>
                  <a:cubicBezTo>
                    <a:pt x="363260" y="1314379"/>
                    <a:pt x="378262" y="1374386"/>
                    <a:pt x="394121" y="1433965"/>
                  </a:cubicBezTo>
                  <a:lnTo>
                    <a:pt x="437412" y="1433965"/>
                  </a:lnTo>
                  <a:lnTo>
                    <a:pt x="526566" y="1344811"/>
                  </a:lnTo>
                  <a:lnTo>
                    <a:pt x="532567" y="1344811"/>
                  </a:lnTo>
                  <a:lnTo>
                    <a:pt x="871180" y="1344811"/>
                  </a:lnTo>
                  <a:cubicBezTo>
                    <a:pt x="873324" y="1339668"/>
                    <a:pt x="876753" y="1335381"/>
                    <a:pt x="880610" y="1331524"/>
                  </a:cubicBezTo>
                  <a:cubicBezTo>
                    <a:pt x="897327" y="1314807"/>
                    <a:pt x="924330" y="1314379"/>
                    <a:pt x="941046" y="1331095"/>
                  </a:cubicBezTo>
                  <a:cubicBezTo>
                    <a:pt x="957763" y="1347811"/>
                    <a:pt x="958191" y="1375243"/>
                    <a:pt x="941475" y="1391960"/>
                  </a:cubicBezTo>
                  <a:cubicBezTo>
                    <a:pt x="924759" y="1408676"/>
                    <a:pt x="897327" y="1408676"/>
                    <a:pt x="880610" y="1391531"/>
                  </a:cubicBezTo>
                  <a:cubicBezTo>
                    <a:pt x="875467" y="1386388"/>
                    <a:pt x="872466" y="1380387"/>
                    <a:pt x="870323" y="1373958"/>
                  </a:cubicBezTo>
                  <a:lnTo>
                    <a:pt x="538996" y="1374386"/>
                  </a:lnTo>
                  <a:lnTo>
                    <a:pt x="449842" y="1463540"/>
                  </a:lnTo>
                  <a:lnTo>
                    <a:pt x="443841" y="1463540"/>
                  </a:lnTo>
                  <a:lnTo>
                    <a:pt x="403122" y="1463540"/>
                  </a:lnTo>
                  <a:cubicBezTo>
                    <a:pt x="406980" y="1473827"/>
                    <a:pt x="412123" y="1483686"/>
                    <a:pt x="417267" y="1493544"/>
                  </a:cubicBezTo>
                  <a:lnTo>
                    <a:pt x="497419" y="1493544"/>
                  </a:lnTo>
                  <a:lnTo>
                    <a:pt x="514993" y="1475970"/>
                  </a:lnTo>
                  <a:cubicBezTo>
                    <a:pt x="512421" y="1462254"/>
                    <a:pt x="515850" y="1448110"/>
                    <a:pt x="526566" y="1437394"/>
                  </a:cubicBezTo>
                  <a:cubicBezTo>
                    <a:pt x="543282" y="1420678"/>
                    <a:pt x="570286" y="1420678"/>
                    <a:pt x="587002" y="1437394"/>
                  </a:cubicBezTo>
                  <a:cubicBezTo>
                    <a:pt x="603718" y="1454110"/>
                    <a:pt x="603718" y="1481114"/>
                    <a:pt x="587002" y="1497830"/>
                  </a:cubicBezTo>
                  <a:cubicBezTo>
                    <a:pt x="571572" y="1513261"/>
                    <a:pt x="547569" y="1514547"/>
                    <a:pt x="530424" y="1501259"/>
                  </a:cubicBezTo>
                  <a:lnTo>
                    <a:pt x="508992" y="1522690"/>
                  </a:lnTo>
                  <a:lnTo>
                    <a:pt x="430982" y="1522690"/>
                  </a:lnTo>
                  <a:cubicBezTo>
                    <a:pt x="433126" y="1528262"/>
                    <a:pt x="435269" y="1533835"/>
                    <a:pt x="436555" y="1539407"/>
                  </a:cubicBezTo>
                  <a:cubicBezTo>
                    <a:pt x="437412" y="1542407"/>
                    <a:pt x="437841" y="1545407"/>
                    <a:pt x="438698" y="1548408"/>
                  </a:cubicBezTo>
                  <a:cubicBezTo>
                    <a:pt x="449413" y="1548837"/>
                    <a:pt x="459700" y="1552694"/>
                    <a:pt x="467844" y="1560838"/>
                  </a:cubicBezTo>
                  <a:cubicBezTo>
                    <a:pt x="484561" y="1577554"/>
                    <a:pt x="484989" y="1604558"/>
                    <a:pt x="468273" y="1621274"/>
                  </a:cubicBezTo>
                  <a:cubicBezTo>
                    <a:pt x="461843" y="1627703"/>
                    <a:pt x="454128" y="1631561"/>
                    <a:pt x="445984" y="1633276"/>
                  </a:cubicBezTo>
                  <a:cubicBezTo>
                    <a:pt x="446413" y="1651707"/>
                    <a:pt x="445984" y="1669709"/>
                    <a:pt x="444270" y="1688140"/>
                  </a:cubicBezTo>
                  <a:lnTo>
                    <a:pt x="548426" y="1583984"/>
                  </a:lnTo>
                  <a:lnTo>
                    <a:pt x="554427" y="1584412"/>
                  </a:lnTo>
                  <a:lnTo>
                    <a:pt x="635865" y="1584412"/>
                  </a:lnTo>
                  <a:cubicBezTo>
                    <a:pt x="636723" y="1574983"/>
                    <a:pt x="640580" y="1565553"/>
                    <a:pt x="647867" y="1558266"/>
                  </a:cubicBezTo>
                  <a:cubicBezTo>
                    <a:pt x="664583" y="1541550"/>
                    <a:pt x="691587" y="1541550"/>
                    <a:pt x="708303" y="1558266"/>
                  </a:cubicBezTo>
                  <a:cubicBezTo>
                    <a:pt x="725019" y="1574983"/>
                    <a:pt x="725448" y="1602415"/>
                    <a:pt x="708732" y="1619131"/>
                  </a:cubicBezTo>
                  <a:cubicBezTo>
                    <a:pt x="692015" y="1635847"/>
                    <a:pt x="664583" y="1635847"/>
                    <a:pt x="647867" y="1618702"/>
                  </a:cubicBezTo>
                  <a:cubicBezTo>
                    <a:pt x="646152" y="1616988"/>
                    <a:pt x="644866" y="1615702"/>
                    <a:pt x="643581" y="1613559"/>
                  </a:cubicBezTo>
                  <a:lnTo>
                    <a:pt x="560427" y="1613130"/>
                  </a:lnTo>
                  <a:lnTo>
                    <a:pt x="436126" y="1737432"/>
                  </a:lnTo>
                  <a:cubicBezTo>
                    <a:pt x="436126" y="1737432"/>
                    <a:pt x="436126" y="1737860"/>
                    <a:pt x="436126" y="1737860"/>
                  </a:cubicBezTo>
                  <a:cubicBezTo>
                    <a:pt x="430125" y="1764435"/>
                    <a:pt x="421124" y="1790152"/>
                    <a:pt x="413837" y="1816727"/>
                  </a:cubicBezTo>
                  <a:cubicBezTo>
                    <a:pt x="411694" y="1829157"/>
                    <a:pt x="409123" y="1841587"/>
                    <a:pt x="406980" y="1854017"/>
                  </a:cubicBezTo>
                  <a:lnTo>
                    <a:pt x="522280" y="1738717"/>
                  </a:lnTo>
                  <a:cubicBezTo>
                    <a:pt x="522708" y="1738289"/>
                    <a:pt x="523566" y="1737860"/>
                    <a:pt x="524423" y="1737432"/>
                  </a:cubicBezTo>
                  <a:cubicBezTo>
                    <a:pt x="512421" y="1720715"/>
                    <a:pt x="514136" y="1697141"/>
                    <a:pt x="529138" y="1682139"/>
                  </a:cubicBezTo>
                  <a:cubicBezTo>
                    <a:pt x="545854" y="1665422"/>
                    <a:pt x="572429" y="1665422"/>
                    <a:pt x="589574" y="1682139"/>
                  </a:cubicBezTo>
                  <a:cubicBezTo>
                    <a:pt x="606290" y="1698855"/>
                    <a:pt x="606719" y="1726287"/>
                    <a:pt x="590002" y="1743004"/>
                  </a:cubicBezTo>
                  <a:cubicBezTo>
                    <a:pt x="578430" y="1754577"/>
                    <a:pt x="561713" y="1758006"/>
                    <a:pt x="546711" y="1753291"/>
                  </a:cubicBezTo>
                  <a:cubicBezTo>
                    <a:pt x="546283" y="1755434"/>
                    <a:pt x="544997" y="1757577"/>
                    <a:pt x="543282" y="1759720"/>
                  </a:cubicBezTo>
                  <a:lnTo>
                    <a:pt x="397978" y="1905024"/>
                  </a:lnTo>
                  <a:cubicBezTo>
                    <a:pt x="396692" y="1911882"/>
                    <a:pt x="395407" y="1918740"/>
                    <a:pt x="394121" y="1926027"/>
                  </a:cubicBezTo>
                  <a:cubicBezTo>
                    <a:pt x="389835" y="1948315"/>
                    <a:pt x="385548" y="1970603"/>
                    <a:pt x="380833" y="1992892"/>
                  </a:cubicBezTo>
                  <a:lnTo>
                    <a:pt x="782884" y="1590842"/>
                  </a:lnTo>
                  <a:lnTo>
                    <a:pt x="782884" y="1514975"/>
                  </a:lnTo>
                  <a:cubicBezTo>
                    <a:pt x="776883" y="1512832"/>
                    <a:pt x="771311" y="1509403"/>
                    <a:pt x="766596" y="1504688"/>
                  </a:cubicBezTo>
                  <a:cubicBezTo>
                    <a:pt x="749880" y="1487972"/>
                    <a:pt x="749880" y="1460968"/>
                    <a:pt x="767025" y="1444252"/>
                  </a:cubicBezTo>
                  <a:cubicBezTo>
                    <a:pt x="783741" y="1427536"/>
                    <a:pt x="810744" y="1427107"/>
                    <a:pt x="827461" y="1443823"/>
                  </a:cubicBezTo>
                  <a:cubicBezTo>
                    <a:pt x="844177" y="1460540"/>
                    <a:pt x="844606" y="1488400"/>
                    <a:pt x="827889" y="1505117"/>
                  </a:cubicBezTo>
                  <a:cubicBezTo>
                    <a:pt x="823175" y="1509832"/>
                    <a:pt x="818031" y="1512832"/>
                    <a:pt x="812459" y="1514975"/>
                  </a:cubicBezTo>
                  <a:lnTo>
                    <a:pt x="812030" y="1596842"/>
                  </a:lnTo>
                  <a:lnTo>
                    <a:pt x="812030" y="1602843"/>
                  </a:lnTo>
                  <a:lnTo>
                    <a:pt x="373547" y="2041755"/>
                  </a:lnTo>
                  <a:lnTo>
                    <a:pt x="369261" y="2041755"/>
                  </a:lnTo>
                  <a:cubicBezTo>
                    <a:pt x="363688" y="2062758"/>
                    <a:pt x="356830" y="2083761"/>
                    <a:pt x="348258" y="2103906"/>
                  </a:cubicBezTo>
                  <a:cubicBezTo>
                    <a:pt x="345686" y="2109907"/>
                    <a:pt x="343543" y="2115907"/>
                    <a:pt x="340971" y="2121480"/>
                  </a:cubicBezTo>
                  <a:lnTo>
                    <a:pt x="370546" y="2121480"/>
                  </a:lnTo>
                  <a:lnTo>
                    <a:pt x="638437" y="1853589"/>
                  </a:lnTo>
                  <a:cubicBezTo>
                    <a:pt x="634151" y="1839016"/>
                    <a:pt x="637580" y="1822728"/>
                    <a:pt x="649153" y="1811584"/>
                  </a:cubicBezTo>
                  <a:cubicBezTo>
                    <a:pt x="665869" y="1794867"/>
                    <a:pt x="693301" y="1794867"/>
                    <a:pt x="710017" y="1811584"/>
                  </a:cubicBezTo>
                  <a:cubicBezTo>
                    <a:pt x="726734" y="1828300"/>
                    <a:pt x="726734" y="1855303"/>
                    <a:pt x="710017" y="1872020"/>
                  </a:cubicBezTo>
                  <a:cubicBezTo>
                    <a:pt x="695444" y="1886593"/>
                    <a:pt x="673156" y="1888736"/>
                    <a:pt x="656439" y="1877592"/>
                  </a:cubicBezTo>
                  <a:lnTo>
                    <a:pt x="383405" y="2150626"/>
                  </a:lnTo>
                  <a:lnTo>
                    <a:pt x="377404" y="2150626"/>
                  </a:lnTo>
                  <a:lnTo>
                    <a:pt x="329827" y="2150626"/>
                  </a:lnTo>
                  <a:cubicBezTo>
                    <a:pt x="323826" y="2166485"/>
                    <a:pt x="318683" y="2182773"/>
                    <a:pt x="314396" y="2199489"/>
                  </a:cubicBezTo>
                  <a:cubicBezTo>
                    <a:pt x="317826" y="2205919"/>
                    <a:pt x="321255" y="2212348"/>
                    <a:pt x="324255" y="2218349"/>
                  </a:cubicBezTo>
                  <a:lnTo>
                    <a:pt x="408694" y="2218349"/>
                  </a:lnTo>
                  <a:lnTo>
                    <a:pt x="752880" y="1874163"/>
                  </a:lnTo>
                  <a:lnTo>
                    <a:pt x="752880" y="1718572"/>
                  </a:lnTo>
                  <a:cubicBezTo>
                    <a:pt x="752880" y="1715143"/>
                    <a:pt x="754166" y="1711285"/>
                    <a:pt x="756738" y="1708714"/>
                  </a:cubicBezTo>
                  <a:cubicBezTo>
                    <a:pt x="758452" y="1700570"/>
                    <a:pt x="762310" y="1692426"/>
                    <a:pt x="768310" y="1686425"/>
                  </a:cubicBezTo>
                  <a:cubicBezTo>
                    <a:pt x="785027" y="1669709"/>
                    <a:pt x="812030" y="1669709"/>
                    <a:pt x="828747" y="1686425"/>
                  </a:cubicBezTo>
                  <a:cubicBezTo>
                    <a:pt x="845463" y="1703142"/>
                    <a:pt x="845463" y="1730145"/>
                    <a:pt x="828747" y="1746861"/>
                  </a:cubicBezTo>
                  <a:cubicBezTo>
                    <a:pt x="816316" y="1759291"/>
                    <a:pt x="797457" y="1763149"/>
                    <a:pt x="782026" y="1756720"/>
                  </a:cubicBezTo>
                  <a:lnTo>
                    <a:pt x="782026" y="1887879"/>
                  </a:lnTo>
                  <a:lnTo>
                    <a:pt x="421553" y="2248781"/>
                  </a:lnTo>
                  <a:lnTo>
                    <a:pt x="340543" y="2248781"/>
                  </a:lnTo>
                  <a:cubicBezTo>
                    <a:pt x="347829" y="2262068"/>
                    <a:pt x="355116" y="2275356"/>
                    <a:pt x="362402" y="2288643"/>
                  </a:cubicBezTo>
                  <a:cubicBezTo>
                    <a:pt x="372261" y="2295930"/>
                    <a:pt x="382119" y="2302788"/>
                    <a:pt x="391978" y="2310075"/>
                  </a:cubicBezTo>
                  <a:lnTo>
                    <a:pt x="393692" y="2310075"/>
                  </a:lnTo>
                  <a:lnTo>
                    <a:pt x="812887" y="1890879"/>
                  </a:lnTo>
                  <a:lnTo>
                    <a:pt x="813316" y="1812869"/>
                  </a:lnTo>
                  <a:lnTo>
                    <a:pt x="813316" y="1806869"/>
                  </a:lnTo>
                  <a:lnTo>
                    <a:pt x="911900" y="1708285"/>
                  </a:lnTo>
                  <a:lnTo>
                    <a:pt x="893469" y="1639276"/>
                  </a:lnTo>
                  <a:cubicBezTo>
                    <a:pt x="891326" y="1637562"/>
                    <a:pt x="889183" y="1636276"/>
                    <a:pt x="887468" y="1634133"/>
                  </a:cubicBezTo>
                  <a:cubicBezTo>
                    <a:pt x="870752" y="1617417"/>
                    <a:pt x="870752" y="1590413"/>
                    <a:pt x="887468" y="1573268"/>
                  </a:cubicBezTo>
                  <a:cubicBezTo>
                    <a:pt x="904185" y="1556552"/>
                    <a:pt x="931617" y="1556552"/>
                    <a:pt x="948333" y="1573268"/>
                  </a:cubicBezTo>
                  <a:cubicBezTo>
                    <a:pt x="965049" y="1589984"/>
                    <a:pt x="965049" y="1616988"/>
                    <a:pt x="948333" y="1633704"/>
                  </a:cubicBezTo>
                  <a:cubicBezTo>
                    <a:pt x="941904" y="1640134"/>
                    <a:pt x="934188" y="1644420"/>
                    <a:pt x="926045" y="1645706"/>
                  </a:cubicBezTo>
                  <a:lnTo>
                    <a:pt x="942761" y="1708714"/>
                  </a:lnTo>
                  <a:lnTo>
                    <a:pt x="944904" y="1716857"/>
                  </a:lnTo>
                  <a:lnTo>
                    <a:pt x="842891" y="1819299"/>
                  </a:lnTo>
                  <a:lnTo>
                    <a:pt x="842891" y="1896451"/>
                  </a:lnTo>
                  <a:lnTo>
                    <a:pt x="842891" y="1902452"/>
                  </a:lnTo>
                  <a:lnTo>
                    <a:pt x="417267" y="2328077"/>
                  </a:lnTo>
                  <a:cubicBezTo>
                    <a:pt x="427125" y="2335364"/>
                    <a:pt x="436983" y="2343079"/>
                    <a:pt x="446842" y="2350794"/>
                  </a:cubicBezTo>
                  <a:lnTo>
                    <a:pt x="862608" y="1935028"/>
                  </a:lnTo>
                  <a:lnTo>
                    <a:pt x="884896" y="1852303"/>
                  </a:lnTo>
                  <a:lnTo>
                    <a:pt x="885754" y="1848874"/>
                  </a:lnTo>
                  <a:lnTo>
                    <a:pt x="1008340" y="1726287"/>
                  </a:lnTo>
                  <a:lnTo>
                    <a:pt x="1008340" y="1515832"/>
                  </a:lnTo>
                  <a:cubicBezTo>
                    <a:pt x="1007912" y="1515404"/>
                    <a:pt x="1007483" y="1515404"/>
                    <a:pt x="1007055" y="1514975"/>
                  </a:cubicBezTo>
                  <a:cubicBezTo>
                    <a:pt x="990338" y="1498259"/>
                    <a:pt x="990338" y="1470827"/>
                    <a:pt x="1007055" y="1454110"/>
                  </a:cubicBezTo>
                  <a:cubicBezTo>
                    <a:pt x="1023771" y="1437394"/>
                    <a:pt x="1050774" y="1437394"/>
                    <a:pt x="1067491" y="1454539"/>
                  </a:cubicBezTo>
                  <a:cubicBezTo>
                    <a:pt x="1084207" y="1471255"/>
                    <a:pt x="1084207" y="1498259"/>
                    <a:pt x="1067491" y="1514975"/>
                  </a:cubicBezTo>
                  <a:cubicBezTo>
                    <a:pt x="1059347" y="1523119"/>
                    <a:pt x="1048203" y="1527834"/>
                    <a:pt x="1037487" y="1527834"/>
                  </a:cubicBezTo>
                  <a:lnTo>
                    <a:pt x="1037487" y="1732717"/>
                  </a:lnTo>
                  <a:lnTo>
                    <a:pt x="1037487" y="1738717"/>
                  </a:lnTo>
                  <a:lnTo>
                    <a:pt x="911471" y="1864733"/>
                  </a:lnTo>
                  <a:lnTo>
                    <a:pt x="889611" y="1946601"/>
                  </a:lnTo>
                  <a:lnTo>
                    <a:pt x="888754" y="1950458"/>
                  </a:lnTo>
                  <a:lnTo>
                    <a:pt x="469559" y="2369654"/>
                  </a:lnTo>
                  <a:cubicBezTo>
                    <a:pt x="472988" y="2372225"/>
                    <a:pt x="476417" y="2375226"/>
                    <a:pt x="479417" y="2377797"/>
                  </a:cubicBezTo>
                  <a:lnTo>
                    <a:pt x="1033201" y="1824014"/>
                  </a:lnTo>
                  <a:lnTo>
                    <a:pt x="1039202" y="1824014"/>
                  </a:lnTo>
                  <a:lnTo>
                    <a:pt x="1113354" y="1823585"/>
                  </a:lnTo>
                  <a:cubicBezTo>
                    <a:pt x="1115497" y="1818442"/>
                    <a:pt x="1118926" y="1813298"/>
                    <a:pt x="1123212" y="1809012"/>
                  </a:cubicBezTo>
                  <a:cubicBezTo>
                    <a:pt x="1139928" y="1792296"/>
                    <a:pt x="1166932" y="1792296"/>
                    <a:pt x="1184077" y="1809012"/>
                  </a:cubicBezTo>
                  <a:cubicBezTo>
                    <a:pt x="1200793" y="1825728"/>
                    <a:pt x="1200793" y="1852732"/>
                    <a:pt x="1184077" y="1869448"/>
                  </a:cubicBezTo>
                  <a:cubicBezTo>
                    <a:pt x="1167360" y="1886164"/>
                    <a:pt x="1140357" y="1886164"/>
                    <a:pt x="1123641" y="1869448"/>
                  </a:cubicBezTo>
                  <a:cubicBezTo>
                    <a:pt x="1118926" y="1864733"/>
                    <a:pt x="1115497" y="1858732"/>
                    <a:pt x="1113354" y="1852732"/>
                  </a:cubicBezTo>
                  <a:lnTo>
                    <a:pt x="1046488" y="1852732"/>
                  </a:lnTo>
                  <a:lnTo>
                    <a:pt x="502563" y="2396657"/>
                  </a:lnTo>
                  <a:cubicBezTo>
                    <a:pt x="511564" y="2404372"/>
                    <a:pt x="520565" y="2411659"/>
                    <a:pt x="529566" y="2419374"/>
                  </a:cubicBezTo>
                  <a:lnTo>
                    <a:pt x="869466" y="2079474"/>
                  </a:lnTo>
                  <a:cubicBezTo>
                    <a:pt x="870323" y="2078617"/>
                    <a:pt x="871609" y="2077331"/>
                    <a:pt x="872895" y="2076474"/>
                  </a:cubicBezTo>
                  <a:cubicBezTo>
                    <a:pt x="873324" y="2065758"/>
                    <a:pt x="877181" y="2055471"/>
                    <a:pt x="885325" y="2047327"/>
                  </a:cubicBezTo>
                  <a:cubicBezTo>
                    <a:pt x="902041" y="2030611"/>
                    <a:pt x="929045" y="2030611"/>
                    <a:pt x="946190" y="2047327"/>
                  </a:cubicBezTo>
                  <a:cubicBezTo>
                    <a:pt x="962906" y="2064044"/>
                    <a:pt x="962906" y="2091047"/>
                    <a:pt x="946190" y="2107763"/>
                  </a:cubicBezTo>
                  <a:cubicBezTo>
                    <a:pt x="936760" y="2117193"/>
                    <a:pt x="924330" y="2121051"/>
                    <a:pt x="912328" y="2119765"/>
                  </a:cubicBezTo>
                  <a:cubicBezTo>
                    <a:pt x="911900" y="2120194"/>
                    <a:pt x="911900" y="2120194"/>
                    <a:pt x="911471" y="2120622"/>
                  </a:cubicBezTo>
                  <a:lnTo>
                    <a:pt x="574143" y="2457950"/>
                  </a:lnTo>
                  <a:cubicBezTo>
                    <a:pt x="584430" y="2467380"/>
                    <a:pt x="595146" y="2476810"/>
                    <a:pt x="605433" y="2486668"/>
                  </a:cubicBezTo>
                  <a:lnTo>
                    <a:pt x="1013913" y="2078188"/>
                  </a:lnTo>
                  <a:lnTo>
                    <a:pt x="1013913" y="1989892"/>
                  </a:lnTo>
                  <a:cubicBezTo>
                    <a:pt x="1010912" y="1988177"/>
                    <a:pt x="1007483" y="1986034"/>
                    <a:pt x="1004912" y="1983462"/>
                  </a:cubicBezTo>
                  <a:cubicBezTo>
                    <a:pt x="988195" y="1966746"/>
                    <a:pt x="988624" y="1939314"/>
                    <a:pt x="1005340" y="1922597"/>
                  </a:cubicBezTo>
                  <a:cubicBezTo>
                    <a:pt x="1022057" y="1905881"/>
                    <a:pt x="1049060" y="1905881"/>
                    <a:pt x="1065776" y="1922597"/>
                  </a:cubicBezTo>
                  <a:cubicBezTo>
                    <a:pt x="1082493" y="1939314"/>
                    <a:pt x="1082493" y="1966317"/>
                    <a:pt x="1065776" y="1983034"/>
                  </a:cubicBezTo>
                  <a:cubicBezTo>
                    <a:pt x="1061919" y="1986891"/>
                    <a:pt x="1057632" y="1989892"/>
                    <a:pt x="1052917" y="1992035"/>
                  </a:cubicBezTo>
                  <a:lnTo>
                    <a:pt x="1052917" y="2086332"/>
                  </a:lnTo>
                  <a:lnTo>
                    <a:pt x="1052917" y="2094476"/>
                  </a:lnTo>
                  <a:lnTo>
                    <a:pt x="634151" y="2513243"/>
                  </a:lnTo>
                  <a:cubicBezTo>
                    <a:pt x="644438" y="2523530"/>
                    <a:pt x="655153" y="2533388"/>
                    <a:pt x="665440" y="2544104"/>
                  </a:cubicBezTo>
                  <a:lnTo>
                    <a:pt x="1260801" y="1948744"/>
                  </a:lnTo>
                  <a:lnTo>
                    <a:pt x="1260801" y="1797010"/>
                  </a:lnTo>
                  <a:lnTo>
                    <a:pt x="1260801" y="1785009"/>
                  </a:lnTo>
                  <a:lnTo>
                    <a:pt x="1349097" y="1696712"/>
                  </a:lnTo>
                  <a:lnTo>
                    <a:pt x="1361099" y="1696712"/>
                  </a:lnTo>
                  <a:lnTo>
                    <a:pt x="1497830" y="1697141"/>
                  </a:lnTo>
                  <a:lnTo>
                    <a:pt x="1502117" y="1692854"/>
                  </a:lnTo>
                  <a:cubicBezTo>
                    <a:pt x="1349955" y="1277088"/>
                    <a:pt x="1301091" y="844177"/>
                    <a:pt x="1353812" y="435269"/>
                  </a:cubicBezTo>
                  <a:cubicBezTo>
                    <a:pt x="1336239" y="431411"/>
                    <a:pt x="1319951" y="423267"/>
                    <a:pt x="1304520" y="413837"/>
                  </a:cubicBezTo>
                  <a:cubicBezTo>
                    <a:pt x="1299377" y="410837"/>
                    <a:pt x="1294662" y="407837"/>
                    <a:pt x="1289947" y="404408"/>
                  </a:cubicBezTo>
                  <a:lnTo>
                    <a:pt x="1289947" y="467416"/>
                  </a:lnTo>
                  <a:cubicBezTo>
                    <a:pt x="1291662" y="468701"/>
                    <a:pt x="1293805" y="470416"/>
                    <a:pt x="1295519" y="472130"/>
                  </a:cubicBezTo>
                  <a:cubicBezTo>
                    <a:pt x="1312236" y="488847"/>
                    <a:pt x="1312236" y="516279"/>
                    <a:pt x="1295519" y="532995"/>
                  </a:cubicBezTo>
                  <a:cubicBezTo>
                    <a:pt x="1278803" y="549712"/>
                    <a:pt x="1251800" y="549712"/>
                    <a:pt x="1234655" y="532995"/>
                  </a:cubicBezTo>
                  <a:cubicBezTo>
                    <a:pt x="1217938" y="516279"/>
                    <a:pt x="1217938" y="489275"/>
                    <a:pt x="1234655" y="472559"/>
                  </a:cubicBezTo>
                  <a:cubicBezTo>
                    <a:pt x="1241941" y="465272"/>
                    <a:pt x="1250942" y="461415"/>
                    <a:pt x="1260801" y="460558"/>
                  </a:cubicBezTo>
                  <a:lnTo>
                    <a:pt x="1260801" y="388120"/>
                  </a:lnTo>
                  <a:lnTo>
                    <a:pt x="1260801" y="384262"/>
                  </a:lnTo>
                  <a:cubicBezTo>
                    <a:pt x="1246227" y="373547"/>
                    <a:pt x="1232083" y="362402"/>
                    <a:pt x="1217938" y="351258"/>
                  </a:cubicBezTo>
                  <a:cubicBezTo>
                    <a:pt x="1199507" y="336256"/>
                    <a:pt x="1180648" y="321254"/>
                    <a:pt x="1166503" y="301966"/>
                  </a:cubicBezTo>
                  <a:cubicBezTo>
                    <a:pt x="1162217" y="296394"/>
                    <a:pt x="1158788" y="289965"/>
                    <a:pt x="1157073" y="283107"/>
                  </a:cubicBezTo>
                  <a:lnTo>
                    <a:pt x="1132642" y="307538"/>
                  </a:lnTo>
                  <a:lnTo>
                    <a:pt x="1132642" y="342686"/>
                  </a:lnTo>
                  <a:cubicBezTo>
                    <a:pt x="1147644" y="337542"/>
                    <a:pt x="1165217" y="340971"/>
                    <a:pt x="1177647" y="352973"/>
                  </a:cubicBezTo>
                  <a:cubicBezTo>
                    <a:pt x="1194364" y="369689"/>
                    <a:pt x="1194364" y="396692"/>
                    <a:pt x="1177647" y="413409"/>
                  </a:cubicBezTo>
                  <a:cubicBezTo>
                    <a:pt x="1160931" y="430125"/>
                    <a:pt x="1133499" y="430125"/>
                    <a:pt x="1116783" y="413409"/>
                  </a:cubicBezTo>
                  <a:cubicBezTo>
                    <a:pt x="1101352" y="397978"/>
                    <a:pt x="1100495" y="373547"/>
                    <a:pt x="1113354" y="356830"/>
                  </a:cubicBezTo>
                  <a:lnTo>
                    <a:pt x="1113354" y="303681"/>
                  </a:lnTo>
                  <a:lnTo>
                    <a:pt x="1113782" y="299395"/>
                  </a:lnTo>
                  <a:lnTo>
                    <a:pt x="1156216" y="256961"/>
                  </a:lnTo>
                  <a:cubicBezTo>
                    <a:pt x="1157502" y="228671"/>
                    <a:pt x="1161788" y="200811"/>
                    <a:pt x="1168646" y="173379"/>
                  </a:cubicBezTo>
                  <a:cubicBezTo>
                    <a:pt x="1168646" y="172950"/>
                    <a:pt x="1169075" y="172522"/>
                    <a:pt x="1169075" y="171664"/>
                  </a:cubicBezTo>
                  <a:cubicBezTo>
                    <a:pt x="1152359" y="186666"/>
                    <a:pt x="1126641" y="186238"/>
                    <a:pt x="1110782" y="169950"/>
                  </a:cubicBezTo>
                  <a:cubicBezTo>
                    <a:pt x="1109067" y="168235"/>
                    <a:pt x="1107782" y="166092"/>
                    <a:pt x="1106067" y="164378"/>
                  </a:cubicBezTo>
                  <a:lnTo>
                    <a:pt x="1051203" y="163949"/>
                  </a:lnTo>
                  <a:lnTo>
                    <a:pt x="1043059" y="163949"/>
                  </a:lnTo>
                  <a:lnTo>
                    <a:pt x="880182" y="3215"/>
                  </a:lnTo>
                  <a:lnTo>
                    <a:pt x="776454" y="3215"/>
                  </a:lnTo>
                  <a:cubicBezTo>
                    <a:pt x="776026" y="7072"/>
                    <a:pt x="775168" y="10930"/>
                    <a:pt x="774740" y="14359"/>
                  </a:cubicBezTo>
                  <a:cubicBezTo>
                    <a:pt x="773883" y="19074"/>
                    <a:pt x="772597" y="23789"/>
                    <a:pt x="771740" y="28504"/>
                  </a:cubicBezTo>
                  <a:lnTo>
                    <a:pt x="861751" y="28504"/>
                  </a:lnTo>
                  <a:lnTo>
                    <a:pt x="869895" y="28504"/>
                  </a:lnTo>
                  <a:lnTo>
                    <a:pt x="1057204" y="215384"/>
                  </a:lnTo>
                  <a:cubicBezTo>
                    <a:pt x="1061490" y="219670"/>
                    <a:pt x="1063633" y="225671"/>
                    <a:pt x="1062776" y="231672"/>
                  </a:cubicBezTo>
                  <a:cubicBezTo>
                    <a:pt x="1071777" y="247960"/>
                    <a:pt x="1069205" y="268962"/>
                    <a:pt x="1055489" y="283107"/>
                  </a:cubicBezTo>
                  <a:cubicBezTo>
                    <a:pt x="1038773" y="299823"/>
                    <a:pt x="1011770" y="299823"/>
                    <a:pt x="995053" y="283107"/>
                  </a:cubicBezTo>
                  <a:cubicBezTo>
                    <a:pt x="978337" y="266390"/>
                    <a:pt x="977908" y="239387"/>
                    <a:pt x="994625" y="222242"/>
                  </a:cubicBezTo>
                  <a:cubicBezTo>
                    <a:pt x="997196" y="219670"/>
                    <a:pt x="999768" y="217527"/>
                    <a:pt x="1002340" y="215813"/>
                  </a:cubicBezTo>
                  <a:lnTo>
                    <a:pt x="853607" y="67080"/>
                  </a:lnTo>
                  <a:lnTo>
                    <a:pt x="758881" y="67080"/>
                  </a:lnTo>
                  <a:cubicBezTo>
                    <a:pt x="755452" y="74795"/>
                    <a:pt x="751594" y="82510"/>
                    <a:pt x="746879" y="89797"/>
                  </a:cubicBezTo>
                  <a:cubicBezTo>
                    <a:pt x="745593" y="91940"/>
                    <a:pt x="744307" y="93655"/>
                    <a:pt x="742593" y="95798"/>
                  </a:cubicBezTo>
                  <a:lnTo>
                    <a:pt x="844177" y="95798"/>
                  </a:lnTo>
                  <a:lnTo>
                    <a:pt x="848035" y="95798"/>
                  </a:lnTo>
                  <a:lnTo>
                    <a:pt x="958191" y="205954"/>
                  </a:lnTo>
                  <a:lnTo>
                    <a:pt x="958191" y="209812"/>
                  </a:lnTo>
                  <a:lnTo>
                    <a:pt x="958191" y="369260"/>
                  </a:lnTo>
                  <a:lnTo>
                    <a:pt x="1120212" y="531281"/>
                  </a:lnTo>
                  <a:lnTo>
                    <a:pt x="1167360" y="530852"/>
                  </a:lnTo>
                  <a:lnTo>
                    <a:pt x="1171647" y="530852"/>
                  </a:lnTo>
                  <a:lnTo>
                    <a:pt x="1250514" y="609719"/>
                  </a:lnTo>
                  <a:lnTo>
                    <a:pt x="1250514" y="613577"/>
                  </a:lnTo>
                  <a:lnTo>
                    <a:pt x="1250514" y="659868"/>
                  </a:lnTo>
                  <a:lnTo>
                    <a:pt x="1250514" y="664154"/>
                  </a:lnTo>
                  <a:lnTo>
                    <a:pt x="1160931" y="753737"/>
                  </a:lnTo>
                  <a:lnTo>
                    <a:pt x="1156645" y="753737"/>
                  </a:lnTo>
                  <a:lnTo>
                    <a:pt x="1068348" y="753737"/>
                  </a:lnTo>
                  <a:cubicBezTo>
                    <a:pt x="1068777" y="764881"/>
                    <a:pt x="1064490" y="776454"/>
                    <a:pt x="1055918" y="785027"/>
                  </a:cubicBezTo>
                  <a:cubicBezTo>
                    <a:pt x="1039202" y="801743"/>
                    <a:pt x="1012198" y="801743"/>
                    <a:pt x="995053" y="784598"/>
                  </a:cubicBezTo>
                  <a:cubicBezTo>
                    <a:pt x="978337" y="767882"/>
                    <a:pt x="978337" y="740878"/>
                    <a:pt x="995053" y="724162"/>
                  </a:cubicBezTo>
                  <a:cubicBezTo>
                    <a:pt x="1011770" y="707446"/>
                    <a:pt x="1038773" y="707017"/>
                    <a:pt x="1055489" y="723733"/>
                  </a:cubicBezTo>
                  <a:cubicBezTo>
                    <a:pt x="1058490" y="726734"/>
                    <a:pt x="1060633" y="730163"/>
                    <a:pt x="1062776" y="733592"/>
                  </a:cubicBezTo>
                  <a:lnTo>
                    <a:pt x="1152359" y="733592"/>
                  </a:lnTo>
                  <a:lnTo>
                    <a:pt x="1230368" y="655582"/>
                  </a:lnTo>
                  <a:lnTo>
                    <a:pt x="1230797" y="617434"/>
                  </a:lnTo>
                  <a:lnTo>
                    <a:pt x="1163074" y="551426"/>
                  </a:lnTo>
                  <a:lnTo>
                    <a:pt x="1115497" y="551426"/>
                  </a:lnTo>
                  <a:lnTo>
                    <a:pt x="1111211" y="550997"/>
                  </a:lnTo>
                  <a:lnTo>
                    <a:pt x="938475" y="378262"/>
                  </a:lnTo>
                  <a:lnTo>
                    <a:pt x="938475" y="374404"/>
                  </a:lnTo>
                  <a:lnTo>
                    <a:pt x="938475" y="214955"/>
                  </a:lnTo>
                  <a:lnTo>
                    <a:pt x="839891" y="116372"/>
                  </a:lnTo>
                  <a:lnTo>
                    <a:pt x="722876" y="116372"/>
                  </a:lnTo>
                  <a:cubicBezTo>
                    <a:pt x="712589" y="124944"/>
                    <a:pt x="701874" y="132659"/>
                    <a:pt x="692444" y="142089"/>
                  </a:cubicBezTo>
                  <a:lnTo>
                    <a:pt x="831318" y="142089"/>
                  </a:lnTo>
                  <a:lnTo>
                    <a:pt x="835605" y="142518"/>
                  </a:lnTo>
                  <a:lnTo>
                    <a:pt x="914900" y="221813"/>
                  </a:lnTo>
                  <a:lnTo>
                    <a:pt x="914900" y="393263"/>
                  </a:lnTo>
                  <a:lnTo>
                    <a:pt x="1126212" y="604576"/>
                  </a:lnTo>
                  <a:cubicBezTo>
                    <a:pt x="1142072" y="596432"/>
                    <a:pt x="1162217" y="599003"/>
                    <a:pt x="1175504" y="612291"/>
                  </a:cubicBezTo>
                  <a:cubicBezTo>
                    <a:pt x="1192221" y="629007"/>
                    <a:pt x="1192221" y="656011"/>
                    <a:pt x="1175504" y="673156"/>
                  </a:cubicBezTo>
                  <a:cubicBezTo>
                    <a:pt x="1158788" y="689872"/>
                    <a:pt x="1131785" y="689872"/>
                    <a:pt x="1114640" y="673156"/>
                  </a:cubicBezTo>
                  <a:cubicBezTo>
                    <a:pt x="1099209" y="657725"/>
                    <a:pt x="1098352" y="634151"/>
                    <a:pt x="1110782" y="617434"/>
                  </a:cubicBezTo>
                  <a:lnTo>
                    <a:pt x="894755" y="401407"/>
                  </a:lnTo>
                  <a:lnTo>
                    <a:pt x="894755" y="397550"/>
                  </a:lnTo>
                  <a:lnTo>
                    <a:pt x="895183" y="229957"/>
                  </a:lnTo>
                  <a:lnTo>
                    <a:pt x="827461" y="162235"/>
                  </a:lnTo>
                  <a:lnTo>
                    <a:pt x="674013" y="162235"/>
                  </a:lnTo>
                  <a:cubicBezTo>
                    <a:pt x="668441" y="167807"/>
                    <a:pt x="662869" y="173379"/>
                    <a:pt x="657297" y="179380"/>
                  </a:cubicBezTo>
                  <a:lnTo>
                    <a:pt x="820603" y="179380"/>
                  </a:lnTo>
                  <a:lnTo>
                    <a:pt x="824889" y="178951"/>
                  </a:lnTo>
                  <a:lnTo>
                    <a:pt x="878467" y="232529"/>
                  </a:lnTo>
                  <a:lnTo>
                    <a:pt x="878038" y="236387"/>
                  </a:lnTo>
                  <a:lnTo>
                    <a:pt x="878038" y="310110"/>
                  </a:lnTo>
                  <a:lnTo>
                    <a:pt x="878467" y="314396"/>
                  </a:lnTo>
                  <a:lnTo>
                    <a:pt x="819745" y="373118"/>
                  </a:lnTo>
                  <a:lnTo>
                    <a:pt x="819745" y="421124"/>
                  </a:lnTo>
                  <a:lnTo>
                    <a:pt x="908471" y="509849"/>
                  </a:lnTo>
                  <a:lnTo>
                    <a:pt x="908042" y="513707"/>
                  </a:lnTo>
                  <a:lnTo>
                    <a:pt x="908042" y="595574"/>
                  </a:lnTo>
                  <a:cubicBezTo>
                    <a:pt x="917043" y="596860"/>
                    <a:pt x="925616" y="600289"/>
                    <a:pt x="932474" y="607147"/>
                  </a:cubicBezTo>
                  <a:cubicBezTo>
                    <a:pt x="949190" y="623864"/>
                    <a:pt x="949190" y="650867"/>
                    <a:pt x="932474" y="668012"/>
                  </a:cubicBezTo>
                  <a:cubicBezTo>
                    <a:pt x="915757" y="684728"/>
                    <a:pt x="888325" y="684728"/>
                    <a:pt x="871609" y="668012"/>
                  </a:cubicBezTo>
                  <a:cubicBezTo>
                    <a:pt x="854893" y="651296"/>
                    <a:pt x="854893" y="624292"/>
                    <a:pt x="872038" y="607147"/>
                  </a:cubicBezTo>
                  <a:cubicBezTo>
                    <a:pt x="876753" y="602432"/>
                    <a:pt x="882325" y="599432"/>
                    <a:pt x="888325" y="597289"/>
                  </a:cubicBezTo>
                  <a:lnTo>
                    <a:pt x="888325" y="517565"/>
                  </a:lnTo>
                  <a:lnTo>
                    <a:pt x="800029" y="429268"/>
                  </a:lnTo>
                  <a:lnTo>
                    <a:pt x="799600" y="424982"/>
                  </a:lnTo>
                  <a:lnTo>
                    <a:pt x="800029" y="368403"/>
                  </a:lnTo>
                  <a:lnTo>
                    <a:pt x="800029" y="364117"/>
                  </a:lnTo>
                  <a:lnTo>
                    <a:pt x="858750" y="305395"/>
                  </a:lnTo>
                  <a:lnTo>
                    <a:pt x="858750" y="239816"/>
                  </a:lnTo>
                  <a:lnTo>
                    <a:pt x="816745" y="197810"/>
                  </a:lnTo>
                  <a:lnTo>
                    <a:pt x="638008" y="197810"/>
                  </a:lnTo>
                  <a:cubicBezTo>
                    <a:pt x="619149" y="217099"/>
                    <a:pt x="599861" y="236387"/>
                    <a:pt x="581001" y="255675"/>
                  </a:cubicBezTo>
                  <a:lnTo>
                    <a:pt x="738735" y="255246"/>
                  </a:lnTo>
                  <a:cubicBezTo>
                    <a:pt x="740878" y="250960"/>
                    <a:pt x="743450" y="247102"/>
                    <a:pt x="746879" y="243673"/>
                  </a:cubicBezTo>
                  <a:cubicBezTo>
                    <a:pt x="763596" y="226957"/>
                    <a:pt x="790599" y="226957"/>
                    <a:pt x="807315" y="243673"/>
                  </a:cubicBezTo>
                  <a:cubicBezTo>
                    <a:pt x="824032" y="260390"/>
                    <a:pt x="824460" y="287822"/>
                    <a:pt x="807744" y="304538"/>
                  </a:cubicBezTo>
                  <a:cubicBezTo>
                    <a:pt x="791028" y="321254"/>
                    <a:pt x="763596" y="321254"/>
                    <a:pt x="746879" y="304109"/>
                  </a:cubicBezTo>
                  <a:cubicBezTo>
                    <a:pt x="738735" y="295966"/>
                    <a:pt x="734878" y="285679"/>
                    <a:pt x="734449" y="274963"/>
                  </a:cubicBezTo>
                  <a:lnTo>
                    <a:pt x="561713" y="274963"/>
                  </a:lnTo>
                  <a:cubicBezTo>
                    <a:pt x="557427" y="279249"/>
                    <a:pt x="553569" y="283535"/>
                    <a:pt x="549283" y="287393"/>
                  </a:cubicBezTo>
                  <a:lnTo>
                    <a:pt x="686443" y="287393"/>
                  </a:lnTo>
                  <a:lnTo>
                    <a:pt x="690729" y="287822"/>
                  </a:lnTo>
                  <a:lnTo>
                    <a:pt x="754594" y="351687"/>
                  </a:lnTo>
                  <a:lnTo>
                    <a:pt x="755023" y="355973"/>
                  </a:lnTo>
                  <a:lnTo>
                    <a:pt x="755023" y="475559"/>
                  </a:lnTo>
                  <a:lnTo>
                    <a:pt x="761452" y="481989"/>
                  </a:lnTo>
                  <a:cubicBezTo>
                    <a:pt x="778169" y="470845"/>
                    <a:pt x="800457" y="472559"/>
                    <a:pt x="815459" y="487132"/>
                  </a:cubicBezTo>
                  <a:cubicBezTo>
                    <a:pt x="832176" y="503849"/>
                    <a:pt x="832176" y="530852"/>
                    <a:pt x="815459" y="547997"/>
                  </a:cubicBezTo>
                  <a:cubicBezTo>
                    <a:pt x="798743" y="564713"/>
                    <a:pt x="771740" y="564713"/>
                    <a:pt x="755023" y="547997"/>
                  </a:cubicBezTo>
                  <a:cubicBezTo>
                    <a:pt x="740878" y="533852"/>
                    <a:pt x="738735" y="512850"/>
                    <a:pt x="748165" y="496562"/>
                  </a:cubicBezTo>
                  <a:lnTo>
                    <a:pt x="735735" y="484132"/>
                  </a:lnTo>
                  <a:lnTo>
                    <a:pt x="735735" y="479846"/>
                  </a:lnTo>
                  <a:lnTo>
                    <a:pt x="735735" y="361117"/>
                  </a:lnTo>
                  <a:lnTo>
                    <a:pt x="683014" y="308396"/>
                  </a:lnTo>
                  <a:lnTo>
                    <a:pt x="538139" y="308396"/>
                  </a:lnTo>
                  <a:lnTo>
                    <a:pt x="533853" y="307967"/>
                  </a:lnTo>
                  <a:lnTo>
                    <a:pt x="532138" y="306253"/>
                  </a:lnTo>
                  <a:cubicBezTo>
                    <a:pt x="529566" y="308824"/>
                    <a:pt x="526566" y="311825"/>
                    <a:pt x="523994" y="314396"/>
                  </a:cubicBezTo>
                  <a:lnTo>
                    <a:pt x="589145" y="379547"/>
                  </a:lnTo>
                  <a:lnTo>
                    <a:pt x="623007" y="379547"/>
                  </a:lnTo>
                  <a:cubicBezTo>
                    <a:pt x="624721" y="371832"/>
                    <a:pt x="628150" y="364117"/>
                    <a:pt x="634151" y="358116"/>
                  </a:cubicBezTo>
                  <a:cubicBezTo>
                    <a:pt x="650867" y="341400"/>
                    <a:pt x="677871" y="341400"/>
                    <a:pt x="694587" y="358116"/>
                  </a:cubicBezTo>
                  <a:cubicBezTo>
                    <a:pt x="711303" y="374833"/>
                    <a:pt x="711732" y="401836"/>
                    <a:pt x="695016" y="418981"/>
                  </a:cubicBezTo>
                  <a:cubicBezTo>
                    <a:pt x="678299" y="435697"/>
                    <a:pt x="650867" y="435697"/>
                    <a:pt x="634151" y="418981"/>
                  </a:cubicBezTo>
                  <a:cubicBezTo>
                    <a:pt x="628579" y="413409"/>
                    <a:pt x="625150" y="406551"/>
                    <a:pt x="623435" y="399264"/>
                  </a:cubicBezTo>
                  <a:lnTo>
                    <a:pt x="581430" y="399264"/>
                  </a:lnTo>
                  <a:lnTo>
                    <a:pt x="508135" y="327684"/>
                  </a:lnTo>
                  <a:cubicBezTo>
                    <a:pt x="504277" y="331541"/>
                    <a:pt x="500420" y="335399"/>
                    <a:pt x="496562" y="339257"/>
                  </a:cubicBezTo>
                  <a:cubicBezTo>
                    <a:pt x="493562" y="342257"/>
                    <a:pt x="490561" y="345257"/>
                    <a:pt x="487561" y="347829"/>
                  </a:cubicBezTo>
                  <a:lnTo>
                    <a:pt x="947904" y="807744"/>
                  </a:lnTo>
                  <a:lnTo>
                    <a:pt x="947904" y="818031"/>
                  </a:lnTo>
                  <a:lnTo>
                    <a:pt x="947904" y="1055918"/>
                  </a:lnTo>
                  <a:lnTo>
                    <a:pt x="989481" y="1097494"/>
                  </a:lnTo>
                  <a:lnTo>
                    <a:pt x="1207651" y="1097066"/>
                  </a:lnTo>
                  <a:lnTo>
                    <a:pt x="1281803" y="1022914"/>
                  </a:lnTo>
                  <a:cubicBezTo>
                    <a:pt x="1284375" y="1028914"/>
                    <a:pt x="1287375" y="1034486"/>
                    <a:pt x="1290804" y="1040059"/>
                  </a:cubicBezTo>
                  <a:cubicBezTo>
                    <a:pt x="1296377" y="1048631"/>
                    <a:pt x="1302377" y="1057204"/>
                    <a:pt x="1309235" y="1064919"/>
                  </a:cubicBezTo>
                  <a:lnTo>
                    <a:pt x="1228225" y="1145929"/>
                  </a:lnTo>
                  <a:lnTo>
                    <a:pt x="1218367" y="1145929"/>
                  </a:lnTo>
                  <a:lnTo>
                    <a:pt x="979194" y="1145929"/>
                  </a:lnTo>
                  <a:lnTo>
                    <a:pt x="968907" y="1145929"/>
                  </a:lnTo>
                  <a:lnTo>
                    <a:pt x="898184" y="1075206"/>
                  </a:lnTo>
                  <a:lnTo>
                    <a:pt x="898184" y="1064919"/>
                  </a:lnTo>
                  <a:lnTo>
                    <a:pt x="898612" y="827032"/>
                  </a:lnTo>
                  <a:lnTo>
                    <a:pt x="452414" y="381691"/>
                  </a:lnTo>
                  <a:cubicBezTo>
                    <a:pt x="442127" y="391120"/>
                    <a:pt x="431840" y="400550"/>
                    <a:pt x="420696" y="409551"/>
                  </a:cubicBezTo>
                  <a:cubicBezTo>
                    <a:pt x="418981" y="410837"/>
                    <a:pt x="416838" y="412123"/>
                    <a:pt x="414695" y="412980"/>
                  </a:cubicBezTo>
                  <a:lnTo>
                    <a:pt x="816316" y="814602"/>
                  </a:lnTo>
                  <a:lnTo>
                    <a:pt x="816745" y="822746"/>
                  </a:lnTo>
                  <a:lnTo>
                    <a:pt x="816745" y="978765"/>
                  </a:lnTo>
                  <a:cubicBezTo>
                    <a:pt x="829175" y="995482"/>
                    <a:pt x="827889" y="1019485"/>
                    <a:pt x="812459" y="1034486"/>
                  </a:cubicBezTo>
                  <a:cubicBezTo>
                    <a:pt x="795742" y="1051203"/>
                    <a:pt x="768739" y="1051203"/>
                    <a:pt x="752023" y="1034486"/>
                  </a:cubicBezTo>
                  <a:cubicBezTo>
                    <a:pt x="735306" y="1017770"/>
                    <a:pt x="735306" y="990767"/>
                    <a:pt x="752023" y="974050"/>
                  </a:cubicBezTo>
                  <a:cubicBezTo>
                    <a:pt x="759309" y="966764"/>
                    <a:pt x="768310" y="963335"/>
                    <a:pt x="777312" y="962049"/>
                  </a:cubicBezTo>
                  <a:lnTo>
                    <a:pt x="777312" y="830890"/>
                  </a:lnTo>
                  <a:lnTo>
                    <a:pt x="358973" y="412552"/>
                  </a:lnTo>
                  <a:cubicBezTo>
                    <a:pt x="352973" y="412980"/>
                    <a:pt x="347401" y="413409"/>
                    <a:pt x="341400" y="413837"/>
                  </a:cubicBezTo>
                  <a:lnTo>
                    <a:pt x="553998" y="626436"/>
                  </a:lnTo>
                  <a:lnTo>
                    <a:pt x="553998" y="630293"/>
                  </a:lnTo>
                  <a:lnTo>
                    <a:pt x="553569" y="719447"/>
                  </a:lnTo>
                  <a:cubicBezTo>
                    <a:pt x="559570" y="721590"/>
                    <a:pt x="565142" y="724591"/>
                    <a:pt x="569857" y="729306"/>
                  </a:cubicBezTo>
                  <a:cubicBezTo>
                    <a:pt x="586573" y="746022"/>
                    <a:pt x="586573" y="773025"/>
                    <a:pt x="569857" y="790170"/>
                  </a:cubicBezTo>
                  <a:cubicBezTo>
                    <a:pt x="553141" y="806887"/>
                    <a:pt x="526137" y="806887"/>
                    <a:pt x="508992" y="790170"/>
                  </a:cubicBezTo>
                  <a:cubicBezTo>
                    <a:pt x="492276" y="773454"/>
                    <a:pt x="492276" y="746451"/>
                    <a:pt x="508992" y="729734"/>
                  </a:cubicBezTo>
                  <a:cubicBezTo>
                    <a:pt x="515850" y="722876"/>
                    <a:pt x="524851" y="719018"/>
                    <a:pt x="533853" y="717733"/>
                  </a:cubicBezTo>
                  <a:lnTo>
                    <a:pt x="533853" y="634579"/>
                  </a:lnTo>
                  <a:lnTo>
                    <a:pt x="316111" y="416838"/>
                  </a:lnTo>
                  <a:cubicBezTo>
                    <a:pt x="289536" y="420695"/>
                    <a:pt x="263390" y="427982"/>
                    <a:pt x="240673" y="442555"/>
                  </a:cubicBezTo>
                  <a:cubicBezTo>
                    <a:pt x="239387" y="443413"/>
                    <a:pt x="238530" y="443841"/>
                    <a:pt x="237244" y="444698"/>
                  </a:cubicBezTo>
                  <a:lnTo>
                    <a:pt x="391549" y="599003"/>
                  </a:lnTo>
                  <a:cubicBezTo>
                    <a:pt x="407837" y="589145"/>
                    <a:pt x="429268" y="591288"/>
                    <a:pt x="443841" y="605433"/>
                  </a:cubicBezTo>
                  <a:cubicBezTo>
                    <a:pt x="460558" y="622149"/>
                    <a:pt x="460986" y="649581"/>
                    <a:pt x="444270" y="666298"/>
                  </a:cubicBezTo>
                  <a:cubicBezTo>
                    <a:pt x="427553" y="683014"/>
                    <a:pt x="400122" y="682585"/>
                    <a:pt x="383405" y="665869"/>
                  </a:cubicBezTo>
                  <a:cubicBezTo>
                    <a:pt x="368832" y="651296"/>
                    <a:pt x="367117" y="629436"/>
                    <a:pt x="377833" y="612719"/>
                  </a:cubicBezTo>
                  <a:lnTo>
                    <a:pt x="221385" y="456271"/>
                  </a:lnTo>
                  <a:cubicBezTo>
                    <a:pt x="202525" y="468701"/>
                    <a:pt x="184523" y="482417"/>
                    <a:pt x="167378" y="496991"/>
                  </a:cubicBezTo>
                  <a:lnTo>
                    <a:pt x="527852" y="857464"/>
                  </a:lnTo>
                  <a:lnTo>
                    <a:pt x="622149" y="857036"/>
                  </a:lnTo>
                  <a:cubicBezTo>
                    <a:pt x="623864" y="854464"/>
                    <a:pt x="625578" y="851892"/>
                    <a:pt x="628150" y="849749"/>
                  </a:cubicBezTo>
                  <a:cubicBezTo>
                    <a:pt x="644866" y="833033"/>
                    <a:pt x="671870" y="833033"/>
                    <a:pt x="688586" y="849749"/>
                  </a:cubicBezTo>
                  <a:cubicBezTo>
                    <a:pt x="705303" y="866466"/>
                    <a:pt x="705303" y="893469"/>
                    <a:pt x="688586" y="910614"/>
                  </a:cubicBezTo>
                  <a:cubicBezTo>
                    <a:pt x="671870" y="927330"/>
                    <a:pt x="644866" y="927330"/>
                    <a:pt x="628150" y="910614"/>
                  </a:cubicBezTo>
                  <a:cubicBezTo>
                    <a:pt x="619149" y="901613"/>
                    <a:pt x="614863" y="889183"/>
                    <a:pt x="615720" y="877181"/>
                  </a:cubicBezTo>
                  <a:lnTo>
                    <a:pt x="523566" y="877610"/>
                  </a:lnTo>
                  <a:lnTo>
                    <a:pt x="519708" y="877181"/>
                  </a:lnTo>
                  <a:lnTo>
                    <a:pt x="152376" y="509849"/>
                  </a:lnTo>
                  <a:cubicBezTo>
                    <a:pt x="139089" y="521851"/>
                    <a:pt x="126230" y="534281"/>
                    <a:pt x="113800" y="547568"/>
                  </a:cubicBezTo>
                  <a:lnTo>
                    <a:pt x="116372" y="547568"/>
                  </a:lnTo>
                  <a:lnTo>
                    <a:pt x="128802" y="547997"/>
                  </a:lnTo>
                  <a:lnTo>
                    <a:pt x="289965" y="709160"/>
                  </a:lnTo>
                  <a:cubicBezTo>
                    <a:pt x="304110" y="705731"/>
                    <a:pt x="319540" y="709160"/>
                    <a:pt x="330684" y="720304"/>
                  </a:cubicBezTo>
                  <a:cubicBezTo>
                    <a:pt x="347401" y="737021"/>
                    <a:pt x="347829" y="764453"/>
                    <a:pt x="331113" y="781169"/>
                  </a:cubicBezTo>
                  <a:cubicBezTo>
                    <a:pt x="314396" y="797886"/>
                    <a:pt x="286965" y="797886"/>
                    <a:pt x="270248" y="780741"/>
                  </a:cubicBezTo>
                  <a:cubicBezTo>
                    <a:pt x="264676" y="775168"/>
                    <a:pt x="261676" y="768739"/>
                    <a:pt x="259532" y="761881"/>
                  </a:cubicBezTo>
                  <a:lnTo>
                    <a:pt x="104799" y="607147"/>
                  </a:lnTo>
                  <a:lnTo>
                    <a:pt x="66651" y="607147"/>
                  </a:lnTo>
                  <a:cubicBezTo>
                    <a:pt x="52935" y="626864"/>
                    <a:pt x="40076" y="647867"/>
                    <a:pt x="29361" y="669298"/>
                  </a:cubicBezTo>
                  <a:lnTo>
                    <a:pt x="88940" y="669298"/>
                  </a:lnTo>
                  <a:lnTo>
                    <a:pt x="93226" y="669727"/>
                  </a:lnTo>
                  <a:lnTo>
                    <a:pt x="268962" y="845463"/>
                  </a:lnTo>
                  <a:lnTo>
                    <a:pt x="395835" y="845463"/>
                  </a:lnTo>
                  <a:cubicBezTo>
                    <a:pt x="412552" y="833033"/>
                    <a:pt x="436126" y="834319"/>
                    <a:pt x="451128" y="849749"/>
                  </a:cubicBezTo>
                  <a:cubicBezTo>
                    <a:pt x="467844" y="866466"/>
                    <a:pt x="467844" y="893469"/>
                    <a:pt x="451128" y="910185"/>
                  </a:cubicBezTo>
                  <a:cubicBezTo>
                    <a:pt x="434412" y="926902"/>
                    <a:pt x="407408" y="926902"/>
                    <a:pt x="390263" y="910185"/>
                  </a:cubicBezTo>
                  <a:cubicBezTo>
                    <a:pt x="377833" y="897755"/>
                    <a:pt x="374833" y="880181"/>
                    <a:pt x="380405" y="865180"/>
                  </a:cubicBezTo>
                  <a:lnTo>
                    <a:pt x="263819" y="865180"/>
                  </a:lnTo>
                  <a:lnTo>
                    <a:pt x="259961" y="865180"/>
                  </a:lnTo>
                  <a:lnTo>
                    <a:pt x="83796" y="689015"/>
                  </a:lnTo>
                  <a:lnTo>
                    <a:pt x="19502" y="689015"/>
                  </a:lnTo>
                  <a:cubicBezTo>
                    <a:pt x="17359" y="706160"/>
                    <a:pt x="15645" y="723733"/>
                    <a:pt x="13930" y="741307"/>
                  </a:cubicBezTo>
                  <a:lnTo>
                    <a:pt x="87225" y="741307"/>
                  </a:lnTo>
                  <a:lnTo>
                    <a:pt x="93226" y="741307"/>
                  </a:lnTo>
                  <a:lnTo>
                    <a:pt x="253103" y="901184"/>
                  </a:lnTo>
                  <a:lnTo>
                    <a:pt x="344400" y="901184"/>
                  </a:lnTo>
                  <a:lnTo>
                    <a:pt x="350401" y="901184"/>
                  </a:lnTo>
                  <a:lnTo>
                    <a:pt x="426268" y="977051"/>
                  </a:lnTo>
                  <a:lnTo>
                    <a:pt x="502134" y="977051"/>
                  </a:lnTo>
                  <a:cubicBezTo>
                    <a:pt x="502134" y="977051"/>
                    <a:pt x="502563" y="977051"/>
                    <a:pt x="502563" y="977051"/>
                  </a:cubicBezTo>
                  <a:cubicBezTo>
                    <a:pt x="504277" y="974479"/>
                    <a:pt x="506421" y="971479"/>
                    <a:pt x="508564" y="969336"/>
                  </a:cubicBezTo>
                  <a:cubicBezTo>
                    <a:pt x="525280" y="952619"/>
                    <a:pt x="552712" y="952191"/>
                    <a:pt x="569428" y="968907"/>
                  </a:cubicBezTo>
                  <a:cubicBezTo>
                    <a:pt x="586145" y="985623"/>
                    <a:pt x="586145" y="1013055"/>
                    <a:pt x="569428" y="1029772"/>
                  </a:cubicBezTo>
                  <a:cubicBezTo>
                    <a:pt x="552712" y="1046488"/>
                    <a:pt x="525709" y="1046488"/>
                    <a:pt x="508564" y="1029772"/>
                  </a:cubicBezTo>
                  <a:cubicBezTo>
                    <a:pt x="501706" y="1022914"/>
                    <a:pt x="497848" y="1014770"/>
                    <a:pt x="496562" y="1006197"/>
                  </a:cubicBezTo>
                  <a:lnTo>
                    <a:pt x="420267" y="1006197"/>
                  </a:lnTo>
                  <a:lnTo>
                    <a:pt x="414266" y="1006197"/>
                  </a:lnTo>
                  <a:lnTo>
                    <a:pt x="338400" y="930331"/>
                  </a:lnTo>
                  <a:lnTo>
                    <a:pt x="247531" y="930759"/>
                  </a:lnTo>
                  <a:lnTo>
                    <a:pt x="241102" y="930331"/>
                  </a:lnTo>
                  <a:lnTo>
                    <a:pt x="81224" y="770453"/>
                  </a:lnTo>
                  <a:lnTo>
                    <a:pt x="11359" y="770453"/>
                  </a:lnTo>
                  <a:cubicBezTo>
                    <a:pt x="10073" y="785884"/>
                    <a:pt x="9215" y="801314"/>
                    <a:pt x="7930" y="816745"/>
                  </a:cubicBezTo>
                  <a:lnTo>
                    <a:pt x="78653" y="816745"/>
                  </a:lnTo>
                  <a:lnTo>
                    <a:pt x="353401" y="1091494"/>
                  </a:lnTo>
                  <a:lnTo>
                    <a:pt x="629865" y="1091494"/>
                  </a:lnTo>
                  <a:cubicBezTo>
                    <a:pt x="630722" y="1090636"/>
                    <a:pt x="631579" y="1089351"/>
                    <a:pt x="632436" y="1088493"/>
                  </a:cubicBezTo>
                  <a:cubicBezTo>
                    <a:pt x="649153" y="1071777"/>
                    <a:pt x="676585" y="1071348"/>
                    <a:pt x="693301" y="1088065"/>
                  </a:cubicBezTo>
                  <a:cubicBezTo>
                    <a:pt x="710017" y="1104781"/>
                    <a:pt x="710017" y="1132213"/>
                    <a:pt x="692872" y="1148929"/>
                  </a:cubicBezTo>
                  <a:cubicBezTo>
                    <a:pt x="676156" y="1165646"/>
                    <a:pt x="649153" y="1165646"/>
                    <a:pt x="632008" y="1148929"/>
                  </a:cubicBezTo>
                  <a:cubicBezTo>
                    <a:pt x="624292" y="1141214"/>
                    <a:pt x="620435" y="1130927"/>
                    <a:pt x="620006" y="1120640"/>
                  </a:cubicBezTo>
                  <a:lnTo>
                    <a:pt x="346972" y="1120211"/>
                  </a:lnTo>
                  <a:lnTo>
                    <a:pt x="340971" y="1120211"/>
                  </a:lnTo>
                  <a:lnTo>
                    <a:pt x="66223" y="845463"/>
                  </a:lnTo>
                  <a:lnTo>
                    <a:pt x="5786" y="845463"/>
                  </a:lnTo>
                  <a:cubicBezTo>
                    <a:pt x="4929" y="860893"/>
                    <a:pt x="4501" y="876752"/>
                    <a:pt x="4072" y="892183"/>
                  </a:cubicBezTo>
                  <a:lnTo>
                    <a:pt x="80367" y="892183"/>
                  </a:lnTo>
                  <a:lnTo>
                    <a:pt x="86368" y="892183"/>
                  </a:lnTo>
                  <a:lnTo>
                    <a:pt x="181094" y="986909"/>
                  </a:lnTo>
                  <a:lnTo>
                    <a:pt x="178951" y="995482"/>
                  </a:lnTo>
                  <a:lnTo>
                    <a:pt x="155377" y="1083350"/>
                  </a:lnTo>
                  <a:lnTo>
                    <a:pt x="156234" y="1084207"/>
                  </a:lnTo>
                  <a:cubicBezTo>
                    <a:pt x="172950" y="1068776"/>
                    <a:pt x="198668" y="1069634"/>
                    <a:pt x="214955" y="1085493"/>
                  </a:cubicBezTo>
                  <a:cubicBezTo>
                    <a:pt x="231672" y="1102209"/>
                    <a:pt x="231672" y="1129213"/>
                    <a:pt x="214955" y="1145929"/>
                  </a:cubicBezTo>
                  <a:cubicBezTo>
                    <a:pt x="198239" y="1162645"/>
                    <a:pt x="171236" y="1162645"/>
                    <a:pt x="154519" y="1145929"/>
                  </a:cubicBezTo>
                  <a:cubicBezTo>
                    <a:pt x="145090" y="1136499"/>
                    <a:pt x="141232" y="1123641"/>
                    <a:pt x="142518" y="1111639"/>
                  </a:cubicBezTo>
                  <a:lnTo>
                    <a:pt x="122801" y="1091922"/>
                  </a:lnTo>
                  <a:lnTo>
                    <a:pt x="124944" y="1083778"/>
                  </a:lnTo>
                  <a:lnTo>
                    <a:pt x="148519" y="995482"/>
                  </a:lnTo>
                  <a:lnTo>
                    <a:pt x="74795" y="921758"/>
                  </a:lnTo>
                  <a:lnTo>
                    <a:pt x="3643" y="921758"/>
                  </a:lnTo>
                  <a:cubicBezTo>
                    <a:pt x="3215" y="946190"/>
                    <a:pt x="3215" y="970621"/>
                    <a:pt x="3215" y="995053"/>
                  </a:cubicBezTo>
                  <a:lnTo>
                    <a:pt x="20360" y="995053"/>
                  </a:lnTo>
                  <a:cubicBezTo>
                    <a:pt x="19931" y="983480"/>
                    <a:pt x="23789" y="972336"/>
                    <a:pt x="32790" y="963335"/>
                  </a:cubicBezTo>
                  <a:cubicBezTo>
                    <a:pt x="49506" y="946618"/>
                    <a:pt x="76938" y="946618"/>
                    <a:pt x="93655" y="963335"/>
                  </a:cubicBezTo>
                  <a:cubicBezTo>
                    <a:pt x="110371" y="980051"/>
                    <a:pt x="110371" y="1007054"/>
                    <a:pt x="93655" y="1024199"/>
                  </a:cubicBezTo>
                  <a:cubicBezTo>
                    <a:pt x="76938" y="1040916"/>
                    <a:pt x="49935" y="1040487"/>
                    <a:pt x="33218" y="1024199"/>
                  </a:cubicBezTo>
                  <a:lnTo>
                    <a:pt x="3643" y="1024199"/>
                  </a:lnTo>
                  <a:cubicBezTo>
                    <a:pt x="6644" y="1145072"/>
                    <a:pt x="18217" y="1266801"/>
                    <a:pt x="38791" y="1388102"/>
                  </a:cubicBezTo>
                  <a:lnTo>
                    <a:pt x="51221" y="1375672"/>
                  </a:lnTo>
                  <a:lnTo>
                    <a:pt x="51221" y="1279660"/>
                  </a:lnTo>
                  <a:cubicBezTo>
                    <a:pt x="45649" y="1277517"/>
                    <a:pt x="39648" y="1274516"/>
                    <a:pt x="35362" y="1269802"/>
                  </a:cubicBezTo>
                  <a:cubicBezTo>
                    <a:pt x="18645" y="1253085"/>
                    <a:pt x="18645" y="1226082"/>
                    <a:pt x="35790" y="1208937"/>
                  </a:cubicBezTo>
                  <a:cubicBezTo>
                    <a:pt x="52507" y="1192221"/>
                    <a:pt x="79510" y="1192221"/>
                    <a:pt x="96226" y="1208937"/>
                  </a:cubicBezTo>
                  <a:cubicBezTo>
                    <a:pt x="112943" y="1225653"/>
                    <a:pt x="112943" y="1253085"/>
                    <a:pt x="96226" y="1269802"/>
                  </a:cubicBezTo>
                  <a:cubicBezTo>
                    <a:pt x="91940" y="1274088"/>
                    <a:pt x="86368" y="1277517"/>
                    <a:pt x="80796" y="1279660"/>
                  </a:cubicBezTo>
                  <a:lnTo>
                    <a:pt x="80796" y="1382101"/>
                  </a:lnTo>
                  <a:lnTo>
                    <a:pt x="80796" y="1388102"/>
                  </a:lnTo>
                  <a:lnTo>
                    <a:pt x="45220" y="1423678"/>
                  </a:lnTo>
                  <a:cubicBezTo>
                    <a:pt x="48220" y="1439537"/>
                    <a:pt x="51221" y="1455825"/>
                    <a:pt x="54650" y="1471684"/>
                  </a:cubicBezTo>
                  <a:lnTo>
                    <a:pt x="145518" y="1380816"/>
                  </a:lnTo>
                  <a:cubicBezTo>
                    <a:pt x="141232" y="1366242"/>
                    <a:pt x="144661" y="1349954"/>
                    <a:pt x="156234" y="1338382"/>
                  </a:cubicBezTo>
                  <a:cubicBezTo>
                    <a:pt x="168664" y="1325951"/>
                    <a:pt x="186666" y="1322951"/>
                    <a:pt x="202097" y="1328523"/>
                  </a:cubicBezTo>
                  <a:cubicBezTo>
                    <a:pt x="220956" y="1298519"/>
                    <a:pt x="239816" y="1268087"/>
                    <a:pt x="257818" y="1237655"/>
                  </a:cubicBezTo>
                  <a:cubicBezTo>
                    <a:pt x="268534" y="1219224"/>
                    <a:pt x="280535" y="1200793"/>
                    <a:pt x="285679" y="1179790"/>
                  </a:cubicBezTo>
                  <a:close/>
                  <a:moveTo>
                    <a:pt x="1349955" y="1571982"/>
                  </a:moveTo>
                  <a:lnTo>
                    <a:pt x="1349955" y="1571982"/>
                  </a:lnTo>
                  <a:cubicBezTo>
                    <a:pt x="1366671" y="1555266"/>
                    <a:pt x="1394103" y="1555266"/>
                    <a:pt x="1410819" y="1571982"/>
                  </a:cubicBezTo>
                  <a:cubicBezTo>
                    <a:pt x="1427536" y="1588699"/>
                    <a:pt x="1427536" y="1615702"/>
                    <a:pt x="1410391" y="1632418"/>
                  </a:cubicBezTo>
                  <a:cubicBezTo>
                    <a:pt x="1393674" y="1649135"/>
                    <a:pt x="1366671" y="1649135"/>
                    <a:pt x="1349955" y="1632418"/>
                  </a:cubicBezTo>
                  <a:cubicBezTo>
                    <a:pt x="1333238" y="1615702"/>
                    <a:pt x="1332810" y="1588699"/>
                    <a:pt x="1349955" y="1571982"/>
                  </a:cubicBezTo>
                  <a:close/>
                  <a:moveTo>
                    <a:pt x="1169932" y="900327"/>
                  </a:moveTo>
                  <a:cubicBezTo>
                    <a:pt x="1153216" y="917043"/>
                    <a:pt x="1126212" y="917043"/>
                    <a:pt x="1109496" y="900327"/>
                  </a:cubicBezTo>
                  <a:cubicBezTo>
                    <a:pt x="1092780" y="883611"/>
                    <a:pt x="1092351" y="856607"/>
                    <a:pt x="1109067" y="839462"/>
                  </a:cubicBezTo>
                  <a:cubicBezTo>
                    <a:pt x="1125784" y="822746"/>
                    <a:pt x="1153216" y="822746"/>
                    <a:pt x="1169932" y="839462"/>
                  </a:cubicBezTo>
                  <a:cubicBezTo>
                    <a:pt x="1186649" y="856607"/>
                    <a:pt x="1186649" y="883611"/>
                    <a:pt x="1169932" y="900327"/>
                  </a:cubicBezTo>
                  <a:close/>
                  <a:moveTo>
                    <a:pt x="1289090" y="786313"/>
                  </a:moveTo>
                  <a:cubicBezTo>
                    <a:pt x="1272374" y="803029"/>
                    <a:pt x="1245370" y="803029"/>
                    <a:pt x="1228225" y="786313"/>
                  </a:cubicBezTo>
                  <a:cubicBezTo>
                    <a:pt x="1211509" y="769596"/>
                    <a:pt x="1211509" y="742593"/>
                    <a:pt x="1228225" y="725448"/>
                  </a:cubicBezTo>
                  <a:cubicBezTo>
                    <a:pt x="1244942" y="708731"/>
                    <a:pt x="1272374" y="708731"/>
                    <a:pt x="1289090" y="725448"/>
                  </a:cubicBezTo>
                  <a:cubicBezTo>
                    <a:pt x="1305806" y="742593"/>
                    <a:pt x="1305806" y="769596"/>
                    <a:pt x="1289090" y="786313"/>
                  </a:cubicBezTo>
                  <a:close/>
                  <a:moveTo>
                    <a:pt x="1225653" y="1447681"/>
                  </a:moveTo>
                  <a:lnTo>
                    <a:pt x="1225653" y="1447681"/>
                  </a:lnTo>
                  <a:cubicBezTo>
                    <a:pt x="1242370" y="1430965"/>
                    <a:pt x="1269373" y="1430965"/>
                    <a:pt x="1286518" y="1447681"/>
                  </a:cubicBezTo>
                  <a:cubicBezTo>
                    <a:pt x="1303235" y="1464397"/>
                    <a:pt x="1303663" y="1491829"/>
                    <a:pt x="1286947" y="1508546"/>
                  </a:cubicBezTo>
                  <a:cubicBezTo>
                    <a:pt x="1270230" y="1525262"/>
                    <a:pt x="1242798" y="1524833"/>
                    <a:pt x="1226082" y="1508117"/>
                  </a:cubicBezTo>
                  <a:cubicBezTo>
                    <a:pt x="1208937" y="1491401"/>
                    <a:pt x="1208937" y="1464397"/>
                    <a:pt x="1225653" y="1447681"/>
                  </a:cubicBezTo>
                  <a:close/>
                  <a:moveTo>
                    <a:pt x="1107782" y="1328095"/>
                  </a:moveTo>
                  <a:cubicBezTo>
                    <a:pt x="1124498" y="1311378"/>
                    <a:pt x="1151501" y="1311378"/>
                    <a:pt x="1168218" y="1328095"/>
                  </a:cubicBezTo>
                  <a:cubicBezTo>
                    <a:pt x="1184934" y="1344811"/>
                    <a:pt x="1184934" y="1371814"/>
                    <a:pt x="1168218" y="1388959"/>
                  </a:cubicBezTo>
                  <a:cubicBezTo>
                    <a:pt x="1151501" y="1405676"/>
                    <a:pt x="1124498" y="1405676"/>
                    <a:pt x="1107353" y="1388959"/>
                  </a:cubicBezTo>
                  <a:cubicBezTo>
                    <a:pt x="1090637" y="1371814"/>
                    <a:pt x="1091065" y="1344811"/>
                    <a:pt x="1107782" y="1328095"/>
                  </a:cubicBezTo>
                  <a:close/>
                  <a:moveTo>
                    <a:pt x="981766" y="1203793"/>
                  </a:moveTo>
                  <a:cubicBezTo>
                    <a:pt x="998482" y="1187077"/>
                    <a:pt x="1025914" y="1187077"/>
                    <a:pt x="1042630" y="1204222"/>
                  </a:cubicBezTo>
                  <a:cubicBezTo>
                    <a:pt x="1059347" y="1220938"/>
                    <a:pt x="1059347" y="1247942"/>
                    <a:pt x="1042630" y="1265087"/>
                  </a:cubicBezTo>
                  <a:cubicBezTo>
                    <a:pt x="1025914" y="1281803"/>
                    <a:pt x="998911" y="1281803"/>
                    <a:pt x="982194" y="1265087"/>
                  </a:cubicBezTo>
                  <a:cubicBezTo>
                    <a:pt x="965478" y="1247942"/>
                    <a:pt x="965049" y="1220510"/>
                    <a:pt x="981766" y="1203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4940213" y="2140339"/>
              <a:ext cx="81439" cy="124301"/>
            </a:xfrm>
            <a:custGeom>
              <a:avLst/>
              <a:gdLst/>
              <a:ahLst/>
              <a:cxnLst/>
              <a:rect l="l" t="t" r="r" b="b"/>
              <a:pathLst>
                <a:path w="81438" h="124301" extrusionOk="0">
                  <a:moveTo>
                    <a:pt x="13502" y="124944"/>
                  </a:moveTo>
                  <a:lnTo>
                    <a:pt x="13502" y="124944"/>
                  </a:lnTo>
                  <a:cubicBezTo>
                    <a:pt x="15645" y="119372"/>
                    <a:pt x="17788" y="113800"/>
                    <a:pt x="20360" y="108228"/>
                  </a:cubicBezTo>
                  <a:cubicBezTo>
                    <a:pt x="33218" y="80796"/>
                    <a:pt x="49506" y="55078"/>
                    <a:pt x="64937" y="29361"/>
                  </a:cubicBezTo>
                  <a:cubicBezTo>
                    <a:pt x="70080" y="20788"/>
                    <a:pt x="75652" y="11787"/>
                    <a:pt x="80796" y="3215"/>
                  </a:cubicBezTo>
                  <a:lnTo>
                    <a:pt x="3215" y="80796"/>
                  </a:lnTo>
                  <a:cubicBezTo>
                    <a:pt x="6644" y="94940"/>
                    <a:pt x="10073" y="109942"/>
                    <a:pt x="13502" y="1249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40"/>
          <p:cNvGrpSpPr/>
          <p:nvPr/>
        </p:nvGrpSpPr>
        <p:grpSpPr>
          <a:xfrm>
            <a:off x="838453" y="2129956"/>
            <a:ext cx="336188" cy="335425"/>
            <a:chOff x="2302788" y="1505981"/>
            <a:chExt cx="336188" cy="335425"/>
          </a:xfrm>
        </p:grpSpPr>
        <p:sp>
          <p:nvSpPr>
            <p:cNvPr id="663" name="Google Shape;663;p40"/>
            <p:cNvSpPr/>
            <p:nvPr/>
          </p:nvSpPr>
          <p:spPr>
            <a:xfrm>
              <a:off x="2302788" y="1505981"/>
              <a:ext cx="336188" cy="335425"/>
            </a:xfrm>
            <a:custGeom>
              <a:avLst/>
              <a:gdLst/>
              <a:ahLst/>
              <a:cxnLst/>
              <a:rect l="l" t="t" r="r" b="b"/>
              <a:pathLst>
                <a:path w="10562" h="10538" extrusionOk="0">
                  <a:moveTo>
                    <a:pt x="5275" y="1"/>
                  </a:moveTo>
                  <a:cubicBezTo>
                    <a:pt x="3858" y="1"/>
                    <a:pt x="2536" y="548"/>
                    <a:pt x="1548" y="1548"/>
                  </a:cubicBezTo>
                  <a:cubicBezTo>
                    <a:pt x="548" y="2549"/>
                    <a:pt x="0" y="3870"/>
                    <a:pt x="0" y="5263"/>
                  </a:cubicBezTo>
                  <a:cubicBezTo>
                    <a:pt x="0" y="6668"/>
                    <a:pt x="548" y="8002"/>
                    <a:pt x="1548" y="8990"/>
                  </a:cubicBezTo>
                  <a:cubicBezTo>
                    <a:pt x="2548" y="9990"/>
                    <a:pt x="3870" y="10538"/>
                    <a:pt x="5275" y="10538"/>
                  </a:cubicBezTo>
                  <a:cubicBezTo>
                    <a:pt x="6680" y="10538"/>
                    <a:pt x="8013" y="9990"/>
                    <a:pt x="8989" y="8990"/>
                  </a:cubicBezTo>
                  <a:cubicBezTo>
                    <a:pt x="9990" y="7990"/>
                    <a:pt x="10537" y="6668"/>
                    <a:pt x="10537" y="5263"/>
                  </a:cubicBezTo>
                  <a:cubicBezTo>
                    <a:pt x="10561" y="5192"/>
                    <a:pt x="10549" y="5085"/>
                    <a:pt x="10549" y="5001"/>
                  </a:cubicBezTo>
                  <a:cubicBezTo>
                    <a:pt x="10549" y="4906"/>
                    <a:pt x="10478" y="4847"/>
                    <a:pt x="10394" y="4847"/>
                  </a:cubicBezTo>
                  <a:cubicBezTo>
                    <a:pt x="10299" y="4847"/>
                    <a:pt x="10240" y="4930"/>
                    <a:pt x="10240" y="5013"/>
                  </a:cubicBezTo>
                  <a:lnTo>
                    <a:pt x="10240" y="5287"/>
                  </a:lnTo>
                  <a:cubicBezTo>
                    <a:pt x="10240" y="6609"/>
                    <a:pt x="9716" y="7859"/>
                    <a:pt x="8787" y="8799"/>
                  </a:cubicBezTo>
                  <a:cubicBezTo>
                    <a:pt x="7846" y="9728"/>
                    <a:pt x="6596" y="10252"/>
                    <a:pt x="5275" y="10252"/>
                  </a:cubicBezTo>
                  <a:cubicBezTo>
                    <a:pt x="3941" y="10252"/>
                    <a:pt x="2691" y="9728"/>
                    <a:pt x="1762" y="8799"/>
                  </a:cubicBezTo>
                  <a:cubicBezTo>
                    <a:pt x="822" y="7859"/>
                    <a:pt x="298" y="6609"/>
                    <a:pt x="298" y="5287"/>
                  </a:cubicBezTo>
                  <a:cubicBezTo>
                    <a:pt x="298" y="3954"/>
                    <a:pt x="822" y="2703"/>
                    <a:pt x="1762" y="1775"/>
                  </a:cubicBezTo>
                  <a:cubicBezTo>
                    <a:pt x="2691" y="834"/>
                    <a:pt x="3941" y="310"/>
                    <a:pt x="5275" y="310"/>
                  </a:cubicBezTo>
                  <a:cubicBezTo>
                    <a:pt x="6442" y="310"/>
                    <a:pt x="7573" y="727"/>
                    <a:pt x="8466" y="1477"/>
                  </a:cubicBezTo>
                  <a:cubicBezTo>
                    <a:pt x="9347" y="2215"/>
                    <a:pt x="9942" y="3239"/>
                    <a:pt x="10156" y="4370"/>
                  </a:cubicBezTo>
                  <a:cubicBezTo>
                    <a:pt x="10167" y="4454"/>
                    <a:pt x="10223" y="4492"/>
                    <a:pt x="10301" y="4492"/>
                  </a:cubicBezTo>
                  <a:cubicBezTo>
                    <a:pt x="10312" y="4492"/>
                    <a:pt x="10323" y="4491"/>
                    <a:pt x="10335" y="4489"/>
                  </a:cubicBezTo>
                  <a:cubicBezTo>
                    <a:pt x="10418" y="4477"/>
                    <a:pt x="10466" y="4406"/>
                    <a:pt x="10454" y="4311"/>
                  </a:cubicBezTo>
                  <a:cubicBezTo>
                    <a:pt x="10228" y="3108"/>
                    <a:pt x="9597" y="2025"/>
                    <a:pt x="8668" y="1239"/>
                  </a:cubicBezTo>
                  <a:cubicBezTo>
                    <a:pt x="7716" y="429"/>
                    <a:pt x="6501" y="1"/>
                    <a:pt x="527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2327806" y="1530618"/>
              <a:ext cx="287266" cy="286916"/>
            </a:xfrm>
            <a:custGeom>
              <a:avLst/>
              <a:gdLst/>
              <a:ahLst/>
              <a:cxnLst/>
              <a:rect l="l" t="t" r="r" b="b"/>
              <a:pathLst>
                <a:path w="9025" h="9014" extrusionOk="0">
                  <a:moveTo>
                    <a:pt x="4513" y="1"/>
                  </a:moveTo>
                  <a:cubicBezTo>
                    <a:pt x="3870" y="1"/>
                    <a:pt x="3262" y="132"/>
                    <a:pt x="2679" y="382"/>
                  </a:cubicBezTo>
                  <a:cubicBezTo>
                    <a:pt x="2119" y="644"/>
                    <a:pt x="1619" y="1001"/>
                    <a:pt x="1215" y="1441"/>
                  </a:cubicBezTo>
                  <a:cubicBezTo>
                    <a:pt x="1155" y="1501"/>
                    <a:pt x="1155" y="1608"/>
                    <a:pt x="1226" y="1667"/>
                  </a:cubicBezTo>
                  <a:cubicBezTo>
                    <a:pt x="1255" y="1696"/>
                    <a:pt x="1294" y="1711"/>
                    <a:pt x="1334" y="1711"/>
                  </a:cubicBezTo>
                  <a:cubicBezTo>
                    <a:pt x="1377" y="1711"/>
                    <a:pt x="1422" y="1693"/>
                    <a:pt x="1453" y="1656"/>
                  </a:cubicBezTo>
                  <a:cubicBezTo>
                    <a:pt x="1834" y="1239"/>
                    <a:pt x="2298" y="894"/>
                    <a:pt x="2822" y="667"/>
                  </a:cubicBezTo>
                  <a:cubicBezTo>
                    <a:pt x="3358" y="429"/>
                    <a:pt x="3929" y="310"/>
                    <a:pt x="4524" y="310"/>
                  </a:cubicBezTo>
                  <a:cubicBezTo>
                    <a:pt x="6834" y="310"/>
                    <a:pt x="8727" y="2191"/>
                    <a:pt x="8727" y="4513"/>
                  </a:cubicBezTo>
                  <a:cubicBezTo>
                    <a:pt x="8727" y="6811"/>
                    <a:pt x="6846" y="8704"/>
                    <a:pt x="4524" y="8704"/>
                  </a:cubicBezTo>
                  <a:cubicBezTo>
                    <a:pt x="2227" y="8704"/>
                    <a:pt x="333" y="6835"/>
                    <a:pt x="333" y="4513"/>
                  </a:cubicBezTo>
                  <a:cubicBezTo>
                    <a:pt x="333" y="3692"/>
                    <a:pt x="572" y="2882"/>
                    <a:pt x="1036" y="2203"/>
                  </a:cubicBezTo>
                  <a:cubicBezTo>
                    <a:pt x="1048" y="2132"/>
                    <a:pt x="1036" y="2037"/>
                    <a:pt x="953" y="1977"/>
                  </a:cubicBezTo>
                  <a:cubicBezTo>
                    <a:pt x="927" y="1960"/>
                    <a:pt x="900" y="1952"/>
                    <a:pt x="874" y="1952"/>
                  </a:cubicBezTo>
                  <a:cubicBezTo>
                    <a:pt x="827" y="1952"/>
                    <a:pt x="781" y="1979"/>
                    <a:pt x="750" y="2025"/>
                  </a:cubicBezTo>
                  <a:cubicBezTo>
                    <a:pt x="262" y="2751"/>
                    <a:pt x="0" y="3620"/>
                    <a:pt x="0" y="4513"/>
                  </a:cubicBezTo>
                  <a:cubicBezTo>
                    <a:pt x="0" y="5716"/>
                    <a:pt x="464" y="6847"/>
                    <a:pt x="1334" y="7692"/>
                  </a:cubicBezTo>
                  <a:cubicBezTo>
                    <a:pt x="2191" y="8537"/>
                    <a:pt x="3310" y="9014"/>
                    <a:pt x="4513" y="9014"/>
                  </a:cubicBezTo>
                  <a:cubicBezTo>
                    <a:pt x="5715" y="9014"/>
                    <a:pt x="6846" y="8549"/>
                    <a:pt x="7692" y="7692"/>
                  </a:cubicBezTo>
                  <a:cubicBezTo>
                    <a:pt x="8549" y="6835"/>
                    <a:pt x="9025" y="5716"/>
                    <a:pt x="9025" y="4513"/>
                  </a:cubicBezTo>
                  <a:cubicBezTo>
                    <a:pt x="9025" y="3299"/>
                    <a:pt x="8561" y="2168"/>
                    <a:pt x="7692" y="1322"/>
                  </a:cubicBezTo>
                  <a:cubicBezTo>
                    <a:pt x="6846" y="477"/>
                    <a:pt x="5715" y="1"/>
                    <a:pt x="45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2352061" y="1669333"/>
              <a:ext cx="16679" cy="9485"/>
            </a:xfrm>
            <a:custGeom>
              <a:avLst/>
              <a:gdLst/>
              <a:ahLst/>
              <a:cxnLst/>
              <a:rect l="l" t="t" r="r" b="b"/>
              <a:pathLst>
                <a:path w="524" h="298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369" y="298"/>
                  </a:lnTo>
                  <a:cubicBezTo>
                    <a:pt x="464" y="298"/>
                    <a:pt x="524" y="226"/>
                    <a:pt x="524" y="155"/>
                  </a:cubicBezTo>
                  <a:cubicBezTo>
                    <a:pt x="524" y="60"/>
                    <a:pt x="453" y="0"/>
                    <a:pt x="3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2466871" y="1554490"/>
              <a:ext cx="123946" cy="124328"/>
            </a:xfrm>
            <a:custGeom>
              <a:avLst/>
              <a:gdLst/>
              <a:ahLst/>
              <a:cxnLst/>
              <a:rect l="l" t="t" r="r" b="b"/>
              <a:pathLst>
                <a:path w="3894" h="3906" extrusionOk="0">
                  <a:moveTo>
                    <a:pt x="144" y="1"/>
                  </a:moveTo>
                  <a:cubicBezTo>
                    <a:pt x="48" y="1"/>
                    <a:pt x="1" y="84"/>
                    <a:pt x="1" y="155"/>
                  </a:cubicBezTo>
                  <a:lnTo>
                    <a:pt x="1" y="3751"/>
                  </a:lnTo>
                  <a:cubicBezTo>
                    <a:pt x="1" y="3846"/>
                    <a:pt x="72" y="3906"/>
                    <a:pt x="144" y="3906"/>
                  </a:cubicBezTo>
                  <a:lnTo>
                    <a:pt x="3751" y="3906"/>
                  </a:lnTo>
                  <a:cubicBezTo>
                    <a:pt x="3834" y="3906"/>
                    <a:pt x="3894" y="3834"/>
                    <a:pt x="3894" y="3751"/>
                  </a:cubicBezTo>
                  <a:cubicBezTo>
                    <a:pt x="3894" y="3668"/>
                    <a:pt x="3823" y="3608"/>
                    <a:pt x="3751" y="3608"/>
                  </a:cubicBezTo>
                  <a:lnTo>
                    <a:pt x="310" y="3608"/>
                  </a:lnTo>
                  <a:lnTo>
                    <a:pt x="310" y="155"/>
                  </a:lnTo>
                  <a:lnTo>
                    <a:pt x="298" y="155"/>
                  </a:ln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2466107" y="1776950"/>
              <a:ext cx="9517" cy="16711"/>
            </a:xfrm>
            <a:custGeom>
              <a:avLst/>
              <a:gdLst/>
              <a:ahLst/>
              <a:cxnLst/>
              <a:rect l="l" t="t" r="r" b="b"/>
              <a:pathLst>
                <a:path w="299" h="525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370"/>
                  </a:lnTo>
                  <a:cubicBezTo>
                    <a:pt x="1" y="465"/>
                    <a:pt x="84" y="525"/>
                    <a:pt x="156" y="525"/>
                  </a:cubicBezTo>
                  <a:cubicBezTo>
                    <a:pt x="239" y="525"/>
                    <a:pt x="299" y="441"/>
                    <a:pt x="299" y="370"/>
                  </a:cubicBezTo>
                  <a:lnTo>
                    <a:pt x="299" y="144"/>
                  </a:lnTo>
                  <a:cubicBezTo>
                    <a:pt x="299" y="60"/>
                    <a:pt x="227" y="1"/>
                    <a:pt x="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2384272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173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lnTo>
                    <a:pt x="238" y="426"/>
                  </a:lnTo>
                  <a:cubicBezTo>
                    <a:pt x="274" y="462"/>
                    <a:pt x="310" y="474"/>
                    <a:pt x="345" y="474"/>
                  </a:cubicBezTo>
                  <a:cubicBezTo>
                    <a:pt x="393" y="474"/>
                    <a:pt x="417" y="462"/>
                    <a:pt x="453" y="426"/>
                  </a:cubicBezTo>
                  <a:cubicBezTo>
                    <a:pt x="512" y="367"/>
                    <a:pt x="512" y="271"/>
                    <a:pt x="453" y="212"/>
                  </a:cubicBezTo>
                  <a:lnTo>
                    <a:pt x="286" y="45"/>
                  </a:lnTo>
                  <a:cubicBezTo>
                    <a:pt x="256" y="15"/>
                    <a:pt x="214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2541544" y="1745216"/>
              <a:ext cx="15565" cy="15087"/>
            </a:xfrm>
            <a:custGeom>
              <a:avLst/>
              <a:gdLst/>
              <a:ahLst/>
              <a:cxnLst/>
              <a:rect l="l" t="t" r="r" b="b"/>
              <a:pathLst>
                <a:path w="489" h="474" extrusionOk="0">
                  <a:moveTo>
                    <a:pt x="171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59"/>
                  </a:cubicBezTo>
                  <a:lnTo>
                    <a:pt x="226" y="426"/>
                  </a:lnTo>
                  <a:cubicBezTo>
                    <a:pt x="250" y="462"/>
                    <a:pt x="298" y="474"/>
                    <a:pt x="334" y="474"/>
                  </a:cubicBezTo>
                  <a:cubicBezTo>
                    <a:pt x="369" y="474"/>
                    <a:pt x="405" y="462"/>
                    <a:pt x="429" y="426"/>
                  </a:cubicBezTo>
                  <a:cubicBezTo>
                    <a:pt x="488" y="367"/>
                    <a:pt x="488" y="259"/>
                    <a:pt x="429" y="212"/>
                  </a:cubicBezTo>
                  <a:lnTo>
                    <a:pt x="274" y="45"/>
                  </a:lnTo>
                  <a:cubicBezTo>
                    <a:pt x="250" y="15"/>
                    <a:pt x="212" y="0"/>
                    <a:pt x="17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2541544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340" y="0"/>
                  </a:moveTo>
                  <a:cubicBezTo>
                    <a:pt x="298" y="0"/>
                    <a:pt x="256" y="15"/>
                    <a:pt x="226" y="45"/>
                  </a:cubicBezTo>
                  <a:lnTo>
                    <a:pt x="60" y="212"/>
                  </a:lnTo>
                  <a:cubicBezTo>
                    <a:pt x="0" y="271"/>
                    <a:pt x="0" y="367"/>
                    <a:pt x="60" y="426"/>
                  </a:cubicBezTo>
                  <a:cubicBezTo>
                    <a:pt x="95" y="462"/>
                    <a:pt x="131" y="474"/>
                    <a:pt x="167" y="474"/>
                  </a:cubicBezTo>
                  <a:cubicBezTo>
                    <a:pt x="215" y="474"/>
                    <a:pt x="250" y="462"/>
                    <a:pt x="286" y="426"/>
                  </a:cubicBezTo>
                  <a:lnTo>
                    <a:pt x="453" y="271"/>
                  </a:lnTo>
                  <a:cubicBezTo>
                    <a:pt x="512" y="212"/>
                    <a:pt x="512" y="105"/>
                    <a:pt x="453" y="45"/>
                  </a:cubicBezTo>
                  <a:cubicBezTo>
                    <a:pt x="423" y="15"/>
                    <a:pt x="381" y="0"/>
                    <a:pt x="3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2384654" y="1744452"/>
              <a:ext cx="15947" cy="15469"/>
            </a:xfrm>
            <a:custGeom>
              <a:avLst/>
              <a:gdLst/>
              <a:ahLst/>
              <a:cxnLst/>
              <a:rect l="l" t="t" r="r" b="b"/>
              <a:pathLst>
                <a:path w="501" h="486" extrusionOk="0">
                  <a:moveTo>
                    <a:pt x="327" y="1"/>
                  </a:moveTo>
                  <a:cubicBezTo>
                    <a:pt x="286" y="1"/>
                    <a:pt x="244" y="16"/>
                    <a:pt x="214" y="45"/>
                  </a:cubicBezTo>
                  <a:lnTo>
                    <a:pt x="48" y="212"/>
                  </a:lnTo>
                  <a:cubicBezTo>
                    <a:pt x="0" y="272"/>
                    <a:pt x="0" y="379"/>
                    <a:pt x="60" y="438"/>
                  </a:cubicBezTo>
                  <a:cubicBezTo>
                    <a:pt x="95" y="462"/>
                    <a:pt x="143" y="486"/>
                    <a:pt x="167" y="486"/>
                  </a:cubicBezTo>
                  <a:cubicBezTo>
                    <a:pt x="202" y="486"/>
                    <a:pt x="238" y="462"/>
                    <a:pt x="274" y="438"/>
                  </a:cubicBezTo>
                  <a:lnTo>
                    <a:pt x="441" y="272"/>
                  </a:lnTo>
                  <a:cubicBezTo>
                    <a:pt x="500" y="212"/>
                    <a:pt x="500" y="105"/>
                    <a:pt x="441" y="45"/>
                  </a:cubicBezTo>
                  <a:cubicBezTo>
                    <a:pt x="411" y="16"/>
                    <a:pt x="369" y="1"/>
                    <a:pt x="3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2360018" y="1624548"/>
              <a:ext cx="18207" cy="12605"/>
            </a:xfrm>
            <a:custGeom>
              <a:avLst/>
              <a:gdLst/>
              <a:ahLst/>
              <a:cxnLst/>
              <a:rect l="l" t="t" r="r" b="b"/>
              <a:pathLst>
                <a:path w="572" h="396" extrusionOk="0">
                  <a:moveTo>
                    <a:pt x="179" y="0"/>
                  </a:moveTo>
                  <a:cubicBezTo>
                    <a:pt x="125" y="0"/>
                    <a:pt x="71" y="33"/>
                    <a:pt x="36" y="86"/>
                  </a:cubicBezTo>
                  <a:cubicBezTo>
                    <a:pt x="0" y="157"/>
                    <a:pt x="36" y="252"/>
                    <a:pt x="107" y="288"/>
                  </a:cubicBezTo>
                  <a:lnTo>
                    <a:pt x="322" y="383"/>
                  </a:lnTo>
                  <a:cubicBezTo>
                    <a:pt x="333" y="395"/>
                    <a:pt x="357" y="395"/>
                    <a:pt x="381" y="395"/>
                  </a:cubicBezTo>
                  <a:cubicBezTo>
                    <a:pt x="429" y="395"/>
                    <a:pt x="500" y="371"/>
                    <a:pt x="524" y="312"/>
                  </a:cubicBezTo>
                  <a:cubicBezTo>
                    <a:pt x="572" y="217"/>
                    <a:pt x="524" y="133"/>
                    <a:pt x="453" y="98"/>
                  </a:cubicBezTo>
                  <a:lnTo>
                    <a:pt x="238" y="14"/>
                  </a:lnTo>
                  <a:cubicBezTo>
                    <a:pt x="219" y="5"/>
                    <a:pt x="199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2564271" y="1711126"/>
              <a:ext cx="17475" cy="12796"/>
            </a:xfrm>
            <a:custGeom>
              <a:avLst/>
              <a:gdLst/>
              <a:ahLst/>
              <a:cxnLst/>
              <a:rect l="l" t="t" r="r" b="b"/>
              <a:pathLst>
                <a:path w="549" h="402" extrusionOk="0">
                  <a:moveTo>
                    <a:pt x="184" y="0"/>
                  </a:moveTo>
                  <a:cubicBezTo>
                    <a:pt x="125" y="0"/>
                    <a:pt x="63" y="29"/>
                    <a:pt x="36" y="92"/>
                  </a:cubicBezTo>
                  <a:cubicBezTo>
                    <a:pt x="1" y="164"/>
                    <a:pt x="36" y="247"/>
                    <a:pt x="108" y="295"/>
                  </a:cubicBezTo>
                  <a:lnTo>
                    <a:pt x="310" y="390"/>
                  </a:lnTo>
                  <a:cubicBezTo>
                    <a:pt x="334" y="402"/>
                    <a:pt x="358" y="402"/>
                    <a:pt x="370" y="402"/>
                  </a:cubicBezTo>
                  <a:cubicBezTo>
                    <a:pt x="429" y="402"/>
                    <a:pt x="489" y="366"/>
                    <a:pt x="524" y="307"/>
                  </a:cubicBezTo>
                  <a:cubicBezTo>
                    <a:pt x="548" y="235"/>
                    <a:pt x="524" y="140"/>
                    <a:pt x="453" y="104"/>
                  </a:cubicBezTo>
                  <a:lnTo>
                    <a:pt x="239" y="9"/>
                  </a:lnTo>
                  <a:cubicBezTo>
                    <a:pt x="221" y="3"/>
                    <a:pt x="203" y="0"/>
                    <a:pt x="1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2507805" y="1563912"/>
              <a:ext cx="14069" cy="16392"/>
            </a:xfrm>
            <a:custGeom>
              <a:avLst/>
              <a:gdLst/>
              <a:ahLst/>
              <a:cxnLst/>
              <a:rect l="l" t="t" r="r" b="b"/>
              <a:pathLst>
                <a:path w="442" h="515" extrusionOk="0">
                  <a:moveTo>
                    <a:pt x="273" y="0"/>
                  </a:moveTo>
                  <a:cubicBezTo>
                    <a:pt x="215" y="0"/>
                    <a:pt x="154" y="33"/>
                    <a:pt x="120" y="86"/>
                  </a:cubicBezTo>
                  <a:lnTo>
                    <a:pt x="36" y="288"/>
                  </a:lnTo>
                  <a:cubicBezTo>
                    <a:pt x="1" y="371"/>
                    <a:pt x="36" y="455"/>
                    <a:pt x="108" y="502"/>
                  </a:cubicBezTo>
                  <a:cubicBezTo>
                    <a:pt x="120" y="514"/>
                    <a:pt x="155" y="514"/>
                    <a:pt x="167" y="514"/>
                  </a:cubicBezTo>
                  <a:cubicBezTo>
                    <a:pt x="227" y="514"/>
                    <a:pt x="286" y="490"/>
                    <a:pt x="322" y="431"/>
                  </a:cubicBezTo>
                  <a:lnTo>
                    <a:pt x="405" y="217"/>
                  </a:lnTo>
                  <a:cubicBezTo>
                    <a:pt x="441" y="145"/>
                    <a:pt x="405" y="50"/>
                    <a:pt x="334" y="14"/>
                  </a:cubicBezTo>
                  <a:cubicBezTo>
                    <a:pt x="315" y="5"/>
                    <a:pt x="294" y="0"/>
                    <a:pt x="2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2420654" y="1767974"/>
              <a:ext cx="14419" cy="16583"/>
            </a:xfrm>
            <a:custGeom>
              <a:avLst/>
              <a:gdLst/>
              <a:ahLst/>
              <a:cxnLst/>
              <a:rect l="l" t="t" r="r" b="b"/>
              <a:pathLst>
                <a:path w="453" h="521" extrusionOk="0">
                  <a:moveTo>
                    <a:pt x="290" y="0"/>
                  </a:moveTo>
                  <a:cubicBezTo>
                    <a:pt x="231" y="0"/>
                    <a:pt x="170" y="29"/>
                    <a:pt x="143" y="92"/>
                  </a:cubicBezTo>
                  <a:lnTo>
                    <a:pt x="48" y="295"/>
                  </a:lnTo>
                  <a:cubicBezTo>
                    <a:pt x="0" y="366"/>
                    <a:pt x="48" y="473"/>
                    <a:pt x="119" y="509"/>
                  </a:cubicBezTo>
                  <a:cubicBezTo>
                    <a:pt x="143" y="521"/>
                    <a:pt x="167" y="521"/>
                    <a:pt x="179" y="521"/>
                  </a:cubicBezTo>
                  <a:cubicBezTo>
                    <a:pt x="238" y="521"/>
                    <a:pt x="298" y="485"/>
                    <a:pt x="333" y="426"/>
                  </a:cubicBezTo>
                  <a:lnTo>
                    <a:pt x="417" y="223"/>
                  </a:lnTo>
                  <a:cubicBezTo>
                    <a:pt x="453" y="152"/>
                    <a:pt x="417" y="56"/>
                    <a:pt x="345" y="9"/>
                  </a:cubicBezTo>
                  <a:cubicBezTo>
                    <a:pt x="328" y="3"/>
                    <a:pt x="309" y="0"/>
                    <a:pt x="2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2422532" y="1562448"/>
              <a:ext cx="14451" cy="17093"/>
            </a:xfrm>
            <a:custGeom>
              <a:avLst/>
              <a:gdLst/>
              <a:ahLst/>
              <a:cxnLst/>
              <a:rect l="l" t="t" r="r" b="b"/>
              <a:pathLst>
                <a:path w="454" h="537" extrusionOk="0">
                  <a:moveTo>
                    <a:pt x="184" y="0"/>
                  </a:moveTo>
                  <a:cubicBezTo>
                    <a:pt x="164" y="0"/>
                    <a:pt x="142" y="4"/>
                    <a:pt x="120" y="13"/>
                  </a:cubicBezTo>
                  <a:cubicBezTo>
                    <a:pt x="48" y="36"/>
                    <a:pt x="1" y="132"/>
                    <a:pt x="36" y="215"/>
                  </a:cubicBezTo>
                  <a:lnTo>
                    <a:pt x="120" y="429"/>
                  </a:lnTo>
                  <a:cubicBezTo>
                    <a:pt x="155" y="501"/>
                    <a:pt x="215" y="536"/>
                    <a:pt x="274" y="536"/>
                  </a:cubicBezTo>
                  <a:cubicBezTo>
                    <a:pt x="286" y="536"/>
                    <a:pt x="322" y="536"/>
                    <a:pt x="334" y="513"/>
                  </a:cubicBezTo>
                  <a:cubicBezTo>
                    <a:pt x="405" y="489"/>
                    <a:pt x="453" y="394"/>
                    <a:pt x="417" y="310"/>
                  </a:cubicBezTo>
                  <a:lnTo>
                    <a:pt x="334" y="96"/>
                  </a:lnTo>
                  <a:cubicBezTo>
                    <a:pt x="307" y="41"/>
                    <a:pt x="251" y="0"/>
                    <a:pt x="1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2505545" y="1768770"/>
              <a:ext cx="14037" cy="16552"/>
            </a:xfrm>
            <a:custGeom>
              <a:avLst/>
              <a:gdLst/>
              <a:ahLst/>
              <a:cxnLst/>
              <a:rect l="l" t="t" r="r" b="b"/>
              <a:pathLst>
                <a:path w="441" h="520" extrusionOk="0">
                  <a:moveTo>
                    <a:pt x="195" y="0"/>
                  </a:moveTo>
                  <a:cubicBezTo>
                    <a:pt x="171" y="0"/>
                    <a:pt x="146" y="6"/>
                    <a:pt x="119" y="20"/>
                  </a:cubicBezTo>
                  <a:cubicBezTo>
                    <a:pt x="48" y="43"/>
                    <a:pt x="0" y="139"/>
                    <a:pt x="24" y="222"/>
                  </a:cubicBezTo>
                  <a:lnTo>
                    <a:pt x="119" y="436"/>
                  </a:lnTo>
                  <a:cubicBezTo>
                    <a:pt x="155" y="496"/>
                    <a:pt x="214" y="520"/>
                    <a:pt x="274" y="520"/>
                  </a:cubicBezTo>
                  <a:cubicBezTo>
                    <a:pt x="286" y="520"/>
                    <a:pt x="310" y="520"/>
                    <a:pt x="322" y="508"/>
                  </a:cubicBezTo>
                  <a:cubicBezTo>
                    <a:pt x="405" y="472"/>
                    <a:pt x="441" y="389"/>
                    <a:pt x="417" y="293"/>
                  </a:cubicBezTo>
                  <a:lnTo>
                    <a:pt x="322" y="91"/>
                  </a:lnTo>
                  <a:cubicBezTo>
                    <a:pt x="304" y="39"/>
                    <a:pt x="256" y="0"/>
                    <a:pt x="19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2565417" y="1625885"/>
              <a:ext cx="17825" cy="13146"/>
            </a:xfrm>
            <a:custGeom>
              <a:avLst/>
              <a:gdLst/>
              <a:ahLst/>
              <a:cxnLst/>
              <a:rect l="l" t="t" r="r" b="b"/>
              <a:pathLst>
                <a:path w="560" h="413" extrusionOk="0">
                  <a:moveTo>
                    <a:pt x="378" y="1"/>
                  </a:moveTo>
                  <a:cubicBezTo>
                    <a:pt x="360" y="1"/>
                    <a:pt x="341" y="3"/>
                    <a:pt x="322" y="8"/>
                  </a:cubicBezTo>
                  <a:lnTo>
                    <a:pt x="119" y="103"/>
                  </a:lnTo>
                  <a:cubicBezTo>
                    <a:pt x="36" y="127"/>
                    <a:pt x="0" y="222"/>
                    <a:pt x="24" y="306"/>
                  </a:cubicBezTo>
                  <a:cubicBezTo>
                    <a:pt x="60" y="365"/>
                    <a:pt x="96" y="413"/>
                    <a:pt x="179" y="413"/>
                  </a:cubicBezTo>
                  <a:cubicBezTo>
                    <a:pt x="191" y="413"/>
                    <a:pt x="215" y="413"/>
                    <a:pt x="227" y="401"/>
                  </a:cubicBezTo>
                  <a:lnTo>
                    <a:pt x="441" y="306"/>
                  </a:lnTo>
                  <a:cubicBezTo>
                    <a:pt x="512" y="282"/>
                    <a:pt x="560" y="187"/>
                    <a:pt x="524" y="103"/>
                  </a:cubicBezTo>
                  <a:cubicBezTo>
                    <a:pt x="505" y="37"/>
                    <a:pt x="449" y="1"/>
                    <a:pt x="3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2359254" y="1709312"/>
              <a:ext cx="17825" cy="12732"/>
            </a:xfrm>
            <a:custGeom>
              <a:avLst/>
              <a:gdLst/>
              <a:ahLst/>
              <a:cxnLst/>
              <a:rect l="l" t="t" r="r" b="b"/>
              <a:pathLst>
                <a:path w="560" h="400" extrusionOk="0">
                  <a:moveTo>
                    <a:pt x="372" y="0"/>
                  </a:moveTo>
                  <a:cubicBezTo>
                    <a:pt x="356" y="0"/>
                    <a:pt x="339" y="2"/>
                    <a:pt x="322" y="6"/>
                  </a:cubicBezTo>
                  <a:lnTo>
                    <a:pt x="119" y="102"/>
                  </a:lnTo>
                  <a:cubicBezTo>
                    <a:pt x="48" y="125"/>
                    <a:pt x="0" y="221"/>
                    <a:pt x="24" y="304"/>
                  </a:cubicBezTo>
                  <a:cubicBezTo>
                    <a:pt x="60" y="364"/>
                    <a:pt x="119" y="399"/>
                    <a:pt x="179" y="399"/>
                  </a:cubicBezTo>
                  <a:cubicBezTo>
                    <a:pt x="191" y="399"/>
                    <a:pt x="227" y="399"/>
                    <a:pt x="238" y="387"/>
                  </a:cubicBezTo>
                  <a:lnTo>
                    <a:pt x="441" y="292"/>
                  </a:lnTo>
                  <a:cubicBezTo>
                    <a:pt x="512" y="268"/>
                    <a:pt x="560" y="173"/>
                    <a:pt x="536" y="90"/>
                  </a:cubicBezTo>
                  <a:cubicBezTo>
                    <a:pt x="507" y="41"/>
                    <a:pt x="445" y="0"/>
                    <a:pt x="3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40"/>
          <p:cNvGrpSpPr/>
          <p:nvPr/>
        </p:nvGrpSpPr>
        <p:grpSpPr>
          <a:xfrm>
            <a:off x="899023" y="2848556"/>
            <a:ext cx="215044" cy="383188"/>
            <a:chOff x="2691555" y="2884503"/>
            <a:chExt cx="215044" cy="348924"/>
          </a:xfrm>
        </p:grpSpPr>
        <p:sp>
          <p:nvSpPr>
            <p:cNvPr id="681" name="Google Shape;681;p40"/>
            <p:cNvSpPr/>
            <p:nvPr/>
          </p:nvSpPr>
          <p:spPr>
            <a:xfrm>
              <a:off x="2691555" y="2884503"/>
              <a:ext cx="215044" cy="348924"/>
            </a:xfrm>
            <a:custGeom>
              <a:avLst/>
              <a:gdLst/>
              <a:ahLst/>
              <a:cxnLst/>
              <a:rect l="l" t="t" r="r" b="b"/>
              <a:pathLst>
                <a:path w="6788" h="11014" extrusionOk="0">
                  <a:moveTo>
                    <a:pt x="632" y="4941"/>
                  </a:moveTo>
                  <a:lnTo>
                    <a:pt x="632" y="5394"/>
                  </a:lnTo>
                  <a:lnTo>
                    <a:pt x="441" y="5394"/>
                  </a:lnTo>
                  <a:lnTo>
                    <a:pt x="632" y="4941"/>
                  </a:lnTo>
                  <a:close/>
                  <a:moveTo>
                    <a:pt x="3703" y="0"/>
                  </a:moveTo>
                  <a:cubicBezTo>
                    <a:pt x="2013" y="0"/>
                    <a:pt x="632" y="1346"/>
                    <a:pt x="632" y="2989"/>
                  </a:cubicBezTo>
                  <a:lnTo>
                    <a:pt x="632" y="4179"/>
                  </a:lnTo>
                  <a:lnTo>
                    <a:pt x="36" y="5489"/>
                  </a:lnTo>
                  <a:cubicBezTo>
                    <a:pt x="1" y="5537"/>
                    <a:pt x="13" y="5596"/>
                    <a:pt x="48" y="5644"/>
                  </a:cubicBezTo>
                  <a:cubicBezTo>
                    <a:pt x="72" y="5692"/>
                    <a:pt x="120" y="5715"/>
                    <a:pt x="179" y="5715"/>
                  </a:cubicBezTo>
                  <a:lnTo>
                    <a:pt x="632" y="5715"/>
                  </a:lnTo>
                  <a:lnTo>
                    <a:pt x="632" y="6965"/>
                  </a:lnTo>
                  <a:cubicBezTo>
                    <a:pt x="632" y="7335"/>
                    <a:pt x="941" y="7656"/>
                    <a:pt x="1310" y="7656"/>
                  </a:cubicBezTo>
                  <a:lnTo>
                    <a:pt x="2156" y="7656"/>
                  </a:lnTo>
                  <a:lnTo>
                    <a:pt x="2156" y="8704"/>
                  </a:lnTo>
                  <a:lnTo>
                    <a:pt x="751" y="10775"/>
                  </a:lnTo>
                  <a:cubicBezTo>
                    <a:pt x="703" y="10835"/>
                    <a:pt x="703" y="10906"/>
                    <a:pt x="751" y="10954"/>
                  </a:cubicBezTo>
                  <a:cubicBezTo>
                    <a:pt x="775" y="11002"/>
                    <a:pt x="822" y="11014"/>
                    <a:pt x="882" y="11014"/>
                  </a:cubicBezTo>
                  <a:lnTo>
                    <a:pt x="929" y="11014"/>
                  </a:lnTo>
                  <a:lnTo>
                    <a:pt x="2394" y="10585"/>
                  </a:lnTo>
                  <a:cubicBezTo>
                    <a:pt x="2489" y="10549"/>
                    <a:pt x="2537" y="10466"/>
                    <a:pt x="2501" y="10394"/>
                  </a:cubicBezTo>
                  <a:cubicBezTo>
                    <a:pt x="2482" y="10328"/>
                    <a:pt x="2418" y="10277"/>
                    <a:pt x="2356" y="10277"/>
                  </a:cubicBezTo>
                  <a:cubicBezTo>
                    <a:pt x="2340" y="10277"/>
                    <a:pt x="2325" y="10280"/>
                    <a:pt x="2310" y="10287"/>
                  </a:cubicBezTo>
                  <a:lnTo>
                    <a:pt x="1263" y="10597"/>
                  </a:lnTo>
                  <a:lnTo>
                    <a:pt x="2441" y="8859"/>
                  </a:lnTo>
                  <a:cubicBezTo>
                    <a:pt x="2453" y="8823"/>
                    <a:pt x="2477" y="8799"/>
                    <a:pt x="2477" y="8763"/>
                  </a:cubicBezTo>
                  <a:lnTo>
                    <a:pt x="2477" y="7608"/>
                  </a:lnTo>
                  <a:lnTo>
                    <a:pt x="3453" y="7073"/>
                  </a:lnTo>
                  <a:cubicBezTo>
                    <a:pt x="3537" y="7025"/>
                    <a:pt x="3561" y="6942"/>
                    <a:pt x="3513" y="6846"/>
                  </a:cubicBezTo>
                  <a:cubicBezTo>
                    <a:pt x="3488" y="6797"/>
                    <a:pt x="3436" y="6765"/>
                    <a:pt x="3378" y="6765"/>
                  </a:cubicBezTo>
                  <a:cubicBezTo>
                    <a:pt x="3352" y="6765"/>
                    <a:pt x="3325" y="6772"/>
                    <a:pt x="3299" y="6787"/>
                  </a:cubicBezTo>
                  <a:lnTo>
                    <a:pt x="2263" y="7358"/>
                  </a:lnTo>
                  <a:lnTo>
                    <a:pt x="1298" y="7358"/>
                  </a:lnTo>
                  <a:cubicBezTo>
                    <a:pt x="1108" y="7358"/>
                    <a:pt x="941" y="7192"/>
                    <a:pt x="941" y="7001"/>
                  </a:cubicBezTo>
                  <a:lnTo>
                    <a:pt x="941" y="6549"/>
                  </a:lnTo>
                  <a:lnTo>
                    <a:pt x="1775" y="6549"/>
                  </a:lnTo>
                  <a:cubicBezTo>
                    <a:pt x="1870" y="6549"/>
                    <a:pt x="1941" y="6477"/>
                    <a:pt x="1941" y="6382"/>
                  </a:cubicBezTo>
                  <a:cubicBezTo>
                    <a:pt x="1941" y="6299"/>
                    <a:pt x="1870" y="6227"/>
                    <a:pt x="1775" y="6227"/>
                  </a:cubicBezTo>
                  <a:lnTo>
                    <a:pt x="941" y="6227"/>
                  </a:lnTo>
                  <a:lnTo>
                    <a:pt x="941" y="3025"/>
                  </a:lnTo>
                  <a:cubicBezTo>
                    <a:pt x="941" y="1548"/>
                    <a:pt x="2179" y="358"/>
                    <a:pt x="3715" y="358"/>
                  </a:cubicBezTo>
                  <a:cubicBezTo>
                    <a:pt x="5239" y="358"/>
                    <a:pt x="6478" y="1548"/>
                    <a:pt x="6478" y="3025"/>
                  </a:cubicBezTo>
                  <a:cubicBezTo>
                    <a:pt x="6478" y="4263"/>
                    <a:pt x="5811" y="5406"/>
                    <a:pt x="4727" y="6013"/>
                  </a:cubicBezTo>
                  <a:lnTo>
                    <a:pt x="3954" y="6442"/>
                  </a:lnTo>
                  <a:cubicBezTo>
                    <a:pt x="3870" y="6489"/>
                    <a:pt x="3846" y="6584"/>
                    <a:pt x="3894" y="6668"/>
                  </a:cubicBezTo>
                  <a:cubicBezTo>
                    <a:pt x="3918" y="6717"/>
                    <a:pt x="3971" y="6749"/>
                    <a:pt x="4029" y="6749"/>
                  </a:cubicBezTo>
                  <a:cubicBezTo>
                    <a:pt x="4055" y="6749"/>
                    <a:pt x="4082" y="6742"/>
                    <a:pt x="4108" y="6727"/>
                  </a:cubicBezTo>
                  <a:lnTo>
                    <a:pt x="4882" y="6299"/>
                  </a:lnTo>
                  <a:cubicBezTo>
                    <a:pt x="4918" y="6287"/>
                    <a:pt x="4930" y="6263"/>
                    <a:pt x="4966" y="6251"/>
                  </a:cubicBezTo>
                  <a:lnTo>
                    <a:pt x="4966" y="8525"/>
                  </a:lnTo>
                  <a:cubicBezTo>
                    <a:pt x="4966" y="8573"/>
                    <a:pt x="4977" y="8609"/>
                    <a:pt x="5001" y="8632"/>
                  </a:cubicBezTo>
                  <a:lnTo>
                    <a:pt x="5620" y="9323"/>
                  </a:lnTo>
                  <a:lnTo>
                    <a:pt x="2965" y="10109"/>
                  </a:lnTo>
                  <a:cubicBezTo>
                    <a:pt x="2882" y="10133"/>
                    <a:pt x="2834" y="10228"/>
                    <a:pt x="2858" y="10299"/>
                  </a:cubicBezTo>
                  <a:cubicBezTo>
                    <a:pt x="2882" y="10371"/>
                    <a:pt x="2953" y="10418"/>
                    <a:pt x="3013" y="10418"/>
                  </a:cubicBezTo>
                  <a:lnTo>
                    <a:pt x="3061" y="10418"/>
                  </a:lnTo>
                  <a:lnTo>
                    <a:pt x="5942" y="9573"/>
                  </a:lnTo>
                  <a:cubicBezTo>
                    <a:pt x="6001" y="9549"/>
                    <a:pt x="6037" y="9513"/>
                    <a:pt x="6049" y="9466"/>
                  </a:cubicBezTo>
                  <a:cubicBezTo>
                    <a:pt x="6061" y="9406"/>
                    <a:pt x="6049" y="9359"/>
                    <a:pt x="6013" y="9311"/>
                  </a:cubicBezTo>
                  <a:lnTo>
                    <a:pt x="5263" y="8442"/>
                  </a:lnTo>
                  <a:lnTo>
                    <a:pt x="5263" y="6013"/>
                  </a:lnTo>
                  <a:cubicBezTo>
                    <a:pt x="6216" y="5311"/>
                    <a:pt x="6787" y="4203"/>
                    <a:pt x="6787" y="2989"/>
                  </a:cubicBezTo>
                  <a:cubicBezTo>
                    <a:pt x="6787" y="1346"/>
                    <a:pt x="5406" y="0"/>
                    <a:pt x="3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2754535" y="2907503"/>
              <a:ext cx="126783" cy="127164"/>
            </a:xfrm>
            <a:custGeom>
              <a:avLst/>
              <a:gdLst/>
              <a:ahLst/>
              <a:cxnLst/>
              <a:rect l="l" t="t" r="r" b="b"/>
              <a:pathLst>
                <a:path w="4002" h="4014" extrusionOk="0">
                  <a:moveTo>
                    <a:pt x="1989" y="1"/>
                  </a:moveTo>
                  <a:cubicBezTo>
                    <a:pt x="953" y="1"/>
                    <a:pt x="72" y="822"/>
                    <a:pt x="1" y="1870"/>
                  </a:cubicBezTo>
                  <a:cubicBezTo>
                    <a:pt x="1" y="1953"/>
                    <a:pt x="61" y="2025"/>
                    <a:pt x="144" y="2048"/>
                  </a:cubicBezTo>
                  <a:cubicBezTo>
                    <a:pt x="239" y="2048"/>
                    <a:pt x="311" y="1989"/>
                    <a:pt x="322" y="1894"/>
                  </a:cubicBezTo>
                  <a:cubicBezTo>
                    <a:pt x="382" y="1013"/>
                    <a:pt x="1108" y="346"/>
                    <a:pt x="1989" y="346"/>
                  </a:cubicBezTo>
                  <a:cubicBezTo>
                    <a:pt x="2918" y="346"/>
                    <a:pt x="3656" y="1096"/>
                    <a:pt x="3656" y="2013"/>
                  </a:cubicBezTo>
                  <a:cubicBezTo>
                    <a:pt x="3656" y="2941"/>
                    <a:pt x="2918" y="3680"/>
                    <a:pt x="1989" y="3680"/>
                  </a:cubicBezTo>
                  <a:cubicBezTo>
                    <a:pt x="1251" y="3680"/>
                    <a:pt x="596" y="3191"/>
                    <a:pt x="382" y="2477"/>
                  </a:cubicBezTo>
                  <a:cubicBezTo>
                    <a:pt x="363" y="2401"/>
                    <a:pt x="298" y="2363"/>
                    <a:pt x="236" y="2363"/>
                  </a:cubicBezTo>
                  <a:cubicBezTo>
                    <a:pt x="221" y="2363"/>
                    <a:pt x="206" y="2365"/>
                    <a:pt x="191" y="2370"/>
                  </a:cubicBezTo>
                  <a:cubicBezTo>
                    <a:pt x="96" y="2406"/>
                    <a:pt x="61" y="2489"/>
                    <a:pt x="84" y="2560"/>
                  </a:cubicBezTo>
                  <a:cubicBezTo>
                    <a:pt x="322" y="3418"/>
                    <a:pt x="1108" y="4013"/>
                    <a:pt x="2001" y="4013"/>
                  </a:cubicBezTo>
                  <a:cubicBezTo>
                    <a:pt x="3109" y="4013"/>
                    <a:pt x="4001" y="3120"/>
                    <a:pt x="4001" y="2013"/>
                  </a:cubicBezTo>
                  <a:cubicBezTo>
                    <a:pt x="3990" y="917"/>
                    <a:pt x="3097" y="1"/>
                    <a:pt x="19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2781336" y="2931263"/>
              <a:ext cx="74321" cy="74353"/>
            </a:xfrm>
            <a:custGeom>
              <a:avLst/>
              <a:gdLst/>
              <a:ahLst/>
              <a:cxnLst/>
              <a:rect l="l" t="t" r="r" b="b"/>
              <a:pathLst>
                <a:path w="2346" h="2347" extrusionOk="0">
                  <a:moveTo>
                    <a:pt x="1465" y="310"/>
                  </a:moveTo>
                  <a:cubicBezTo>
                    <a:pt x="1620" y="310"/>
                    <a:pt x="1751" y="370"/>
                    <a:pt x="1858" y="477"/>
                  </a:cubicBezTo>
                  <a:cubicBezTo>
                    <a:pt x="1965" y="584"/>
                    <a:pt x="2024" y="715"/>
                    <a:pt x="2024" y="858"/>
                  </a:cubicBezTo>
                  <a:cubicBezTo>
                    <a:pt x="2024" y="1013"/>
                    <a:pt x="1965" y="1144"/>
                    <a:pt x="1858" y="1251"/>
                  </a:cubicBezTo>
                  <a:cubicBezTo>
                    <a:pt x="1751" y="1358"/>
                    <a:pt x="1620" y="1418"/>
                    <a:pt x="1465" y="1418"/>
                  </a:cubicBezTo>
                  <a:cubicBezTo>
                    <a:pt x="1322" y="1418"/>
                    <a:pt x="1191" y="1358"/>
                    <a:pt x="1084" y="1251"/>
                  </a:cubicBezTo>
                  <a:cubicBezTo>
                    <a:pt x="869" y="1037"/>
                    <a:pt x="869" y="679"/>
                    <a:pt x="1084" y="477"/>
                  </a:cubicBezTo>
                  <a:cubicBezTo>
                    <a:pt x="1191" y="370"/>
                    <a:pt x="1322" y="310"/>
                    <a:pt x="1465" y="310"/>
                  </a:cubicBezTo>
                  <a:close/>
                  <a:moveTo>
                    <a:pt x="1489" y="1"/>
                  </a:moveTo>
                  <a:cubicBezTo>
                    <a:pt x="1262" y="1"/>
                    <a:pt x="1036" y="84"/>
                    <a:pt x="869" y="251"/>
                  </a:cubicBezTo>
                  <a:cubicBezTo>
                    <a:pt x="572" y="548"/>
                    <a:pt x="536" y="1025"/>
                    <a:pt x="774" y="1370"/>
                  </a:cubicBezTo>
                  <a:lnTo>
                    <a:pt x="60" y="2084"/>
                  </a:lnTo>
                  <a:cubicBezTo>
                    <a:pt x="0" y="2144"/>
                    <a:pt x="0" y="2239"/>
                    <a:pt x="60" y="2299"/>
                  </a:cubicBezTo>
                  <a:cubicBezTo>
                    <a:pt x="84" y="2334"/>
                    <a:pt x="131" y="2346"/>
                    <a:pt x="179" y="2346"/>
                  </a:cubicBezTo>
                  <a:cubicBezTo>
                    <a:pt x="215" y="2346"/>
                    <a:pt x="262" y="2334"/>
                    <a:pt x="298" y="2299"/>
                  </a:cubicBezTo>
                  <a:lnTo>
                    <a:pt x="1012" y="1584"/>
                  </a:lnTo>
                  <a:cubicBezTo>
                    <a:pt x="1155" y="1691"/>
                    <a:pt x="1322" y="1739"/>
                    <a:pt x="1501" y="1739"/>
                  </a:cubicBezTo>
                  <a:cubicBezTo>
                    <a:pt x="1739" y="1739"/>
                    <a:pt x="1941" y="1644"/>
                    <a:pt x="2108" y="1489"/>
                  </a:cubicBezTo>
                  <a:cubicBezTo>
                    <a:pt x="2263" y="1310"/>
                    <a:pt x="2346" y="1096"/>
                    <a:pt x="2346" y="858"/>
                  </a:cubicBezTo>
                  <a:cubicBezTo>
                    <a:pt x="2346" y="620"/>
                    <a:pt x="2263" y="417"/>
                    <a:pt x="2096" y="251"/>
                  </a:cubicBezTo>
                  <a:cubicBezTo>
                    <a:pt x="1929" y="84"/>
                    <a:pt x="1703" y="1"/>
                    <a:pt x="14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40"/>
          <p:cNvGrpSpPr/>
          <p:nvPr/>
        </p:nvGrpSpPr>
        <p:grpSpPr>
          <a:xfrm>
            <a:off x="736599" y="3614926"/>
            <a:ext cx="377474" cy="335748"/>
            <a:chOff x="854261" y="2908813"/>
            <a:chExt cx="377474" cy="335748"/>
          </a:xfrm>
        </p:grpSpPr>
        <p:sp>
          <p:nvSpPr>
            <p:cNvPr id="685" name="Google Shape;685;p40"/>
            <p:cNvSpPr/>
            <p:nvPr/>
          </p:nvSpPr>
          <p:spPr>
            <a:xfrm>
              <a:off x="896337" y="3079695"/>
              <a:ext cx="47391" cy="17091"/>
            </a:xfrm>
            <a:custGeom>
              <a:avLst/>
              <a:gdLst/>
              <a:ahLst/>
              <a:cxnLst/>
              <a:rect l="l" t="t" r="r" b="b"/>
              <a:pathLst>
                <a:path w="1489" h="537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63"/>
                    <a:pt x="84" y="358"/>
                    <a:pt x="179" y="358"/>
                  </a:cubicBezTo>
                  <a:cubicBezTo>
                    <a:pt x="381" y="358"/>
                    <a:pt x="941" y="382"/>
                    <a:pt x="1227" y="525"/>
                  </a:cubicBezTo>
                  <a:cubicBezTo>
                    <a:pt x="1251" y="537"/>
                    <a:pt x="1274" y="537"/>
                    <a:pt x="1298" y="537"/>
                  </a:cubicBezTo>
                  <a:cubicBezTo>
                    <a:pt x="1358" y="537"/>
                    <a:pt x="1417" y="501"/>
                    <a:pt x="1453" y="441"/>
                  </a:cubicBezTo>
                  <a:cubicBezTo>
                    <a:pt x="1489" y="358"/>
                    <a:pt x="1465" y="251"/>
                    <a:pt x="1370" y="203"/>
                  </a:cubicBezTo>
                  <a:cubicBezTo>
                    <a:pt x="977" y="1"/>
                    <a:pt x="21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878514" y="3191855"/>
              <a:ext cx="11426" cy="52706"/>
            </a:xfrm>
            <a:custGeom>
              <a:avLst/>
              <a:gdLst/>
              <a:ahLst/>
              <a:cxnLst/>
              <a:rect l="l" t="t" r="r" b="b"/>
              <a:pathLst>
                <a:path w="359" h="1656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477"/>
                  </a:lnTo>
                  <a:cubicBezTo>
                    <a:pt x="1" y="1561"/>
                    <a:pt x="72" y="1656"/>
                    <a:pt x="179" y="1656"/>
                  </a:cubicBezTo>
                  <a:cubicBezTo>
                    <a:pt x="287" y="1656"/>
                    <a:pt x="358" y="1585"/>
                    <a:pt x="358" y="1477"/>
                  </a:cubicBezTo>
                  <a:lnTo>
                    <a:pt x="358" y="180"/>
                  </a:lnTo>
                  <a:cubicBezTo>
                    <a:pt x="358" y="72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854261" y="3050159"/>
              <a:ext cx="219451" cy="194052"/>
            </a:xfrm>
            <a:custGeom>
              <a:avLst/>
              <a:gdLst/>
              <a:ahLst/>
              <a:cxnLst/>
              <a:rect l="l" t="t" r="r" b="b"/>
              <a:pathLst>
                <a:path w="6895" h="6097" extrusionOk="0">
                  <a:moveTo>
                    <a:pt x="6406" y="679"/>
                  </a:moveTo>
                  <a:lnTo>
                    <a:pt x="6466" y="929"/>
                  </a:lnTo>
                  <a:cubicBezTo>
                    <a:pt x="6490" y="1000"/>
                    <a:pt x="6478" y="1072"/>
                    <a:pt x="6418" y="1119"/>
                  </a:cubicBezTo>
                  <a:lnTo>
                    <a:pt x="6311" y="1226"/>
                  </a:lnTo>
                  <a:lnTo>
                    <a:pt x="6073" y="988"/>
                  </a:lnTo>
                  <a:lnTo>
                    <a:pt x="6406" y="679"/>
                  </a:lnTo>
                  <a:close/>
                  <a:moveTo>
                    <a:pt x="3192" y="345"/>
                  </a:moveTo>
                  <a:lnTo>
                    <a:pt x="3192" y="1060"/>
                  </a:lnTo>
                  <a:cubicBezTo>
                    <a:pt x="3192" y="1179"/>
                    <a:pt x="3156" y="1298"/>
                    <a:pt x="3108" y="1405"/>
                  </a:cubicBezTo>
                  <a:lnTo>
                    <a:pt x="3025" y="1584"/>
                  </a:lnTo>
                  <a:cubicBezTo>
                    <a:pt x="3013" y="1607"/>
                    <a:pt x="3013" y="1619"/>
                    <a:pt x="3013" y="1655"/>
                  </a:cubicBezTo>
                  <a:lnTo>
                    <a:pt x="3013" y="2024"/>
                  </a:lnTo>
                  <a:cubicBezTo>
                    <a:pt x="2989" y="2286"/>
                    <a:pt x="2894" y="2524"/>
                    <a:pt x="2715" y="2703"/>
                  </a:cubicBezTo>
                  <a:cubicBezTo>
                    <a:pt x="2537" y="2881"/>
                    <a:pt x="2275" y="2965"/>
                    <a:pt x="2025" y="2965"/>
                  </a:cubicBezTo>
                  <a:cubicBezTo>
                    <a:pt x="1525" y="2953"/>
                    <a:pt x="1120" y="2500"/>
                    <a:pt x="1120" y="1988"/>
                  </a:cubicBezTo>
                  <a:lnTo>
                    <a:pt x="1120" y="1655"/>
                  </a:lnTo>
                  <a:cubicBezTo>
                    <a:pt x="1120" y="1619"/>
                    <a:pt x="1120" y="1596"/>
                    <a:pt x="1108" y="1584"/>
                  </a:cubicBezTo>
                  <a:lnTo>
                    <a:pt x="1001" y="1369"/>
                  </a:lnTo>
                  <a:cubicBezTo>
                    <a:pt x="953" y="1298"/>
                    <a:pt x="941" y="1203"/>
                    <a:pt x="941" y="1119"/>
                  </a:cubicBezTo>
                  <a:lnTo>
                    <a:pt x="941" y="1107"/>
                  </a:lnTo>
                  <a:cubicBezTo>
                    <a:pt x="941" y="691"/>
                    <a:pt x="1287" y="345"/>
                    <a:pt x="1703" y="345"/>
                  </a:cubicBezTo>
                  <a:close/>
                  <a:moveTo>
                    <a:pt x="2442" y="3227"/>
                  </a:moveTo>
                  <a:cubicBezTo>
                    <a:pt x="2454" y="3298"/>
                    <a:pt x="2477" y="3334"/>
                    <a:pt x="2489" y="3381"/>
                  </a:cubicBezTo>
                  <a:lnTo>
                    <a:pt x="2323" y="3548"/>
                  </a:lnTo>
                  <a:cubicBezTo>
                    <a:pt x="2251" y="3620"/>
                    <a:pt x="2156" y="3655"/>
                    <a:pt x="2059" y="3655"/>
                  </a:cubicBezTo>
                  <a:cubicBezTo>
                    <a:pt x="1962" y="3655"/>
                    <a:pt x="1864" y="3620"/>
                    <a:pt x="1787" y="3548"/>
                  </a:cubicBezTo>
                  <a:lnTo>
                    <a:pt x="1644" y="3393"/>
                  </a:lnTo>
                  <a:cubicBezTo>
                    <a:pt x="1656" y="3358"/>
                    <a:pt x="1668" y="3286"/>
                    <a:pt x="1668" y="3227"/>
                  </a:cubicBezTo>
                  <a:cubicBezTo>
                    <a:pt x="1775" y="3262"/>
                    <a:pt x="1894" y="3286"/>
                    <a:pt x="2013" y="3286"/>
                  </a:cubicBezTo>
                  <a:lnTo>
                    <a:pt x="2061" y="3286"/>
                  </a:lnTo>
                  <a:cubicBezTo>
                    <a:pt x="2192" y="3286"/>
                    <a:pt x="2323" y="3274"/>
                    <a:pt x="2442" y="3227"/>
                  </a:cubicBezTo>
                  <a:close/>
                  <a:moveTo>
                    <a:pt x="1680" y="0"/>
                  </a:moveTo>
                  <a:cubicBezTo>
                    <a:pt x="1072" y="0"/>
                    <a:pt x="584" y="500"/>
                    <a:pt x="584" y="1107"/>
                  </a:cubicBezTo>
                  <a:lnTo>
                    <a:pt x="584" y="1119"/>
                  </a:lnTo>
                  <a:cubicBezTo>
                    <a:pt x="584" y="1250"/>
                    <a:pt x="608" y="1405"/>
                    <a:pt x="668" y="1524"/>
                  </a:cubicBezTo>
                  <a:lnTo>
                    <a:pt x="763" y="1703"/>
                  </a:lnTo>
                  <a:lnTo>
                    <a:pt x="763" y="1988"/>
                  </a:lnTo>
                  <a:cubicBezTo>
                    <a:pt x="763" y="2429"/>
                    <a:pt x="977" y="2834"/>
                    <a:pt x="1311" y="3072"/>
                  </a:cubicBezTo>
                  <a:lnTo>
                    <a:pt x="1311" y="3215"/>
                  </a:lnTo>
                  <a:cubicBezTo>
                    <a:pt x="1311" y="3310"/>
                    <a:pt x="1251" y="3381"/>
                    <a:pt x="1156" y="3417"/>
                  </a:cubicBezTo>
                  <a:lnTo>
                    <a:pt x="537" y="3596"/>
                  </a:lnTo>
                  <a:cubicBezTo>
                    <a:pt x="227" y="3679"/>
                    <a:pt x="1" y="3965"/>
                    <a:pt x="1" y="4286"/>
                  </a:cubicBezTo>
                  <a:lnTo>
                    <a:pt x="1" y="5917"/>
                  </a:lnTo>
                  <a:cubicBezTo>
                    <a:pt x="1" y="6001"/>
                    <a:pt x="72" y="6096"/>
                    <a:pt x="179" y="6096"/>
                  </a:cubicBezTo>
                  <a:cubicBezTo>
                    <a:pt x="287" y="6096"/>
                    <a:pt x="358" y="6013"/>
                    <a:pt x="358" y="5917"/>
                  </a:cubicBezTo>
                  <a:lnTo>
                    <a:pt x="358" y="4310"/>
                  </a:lnTo>
                  <a:cubicBezTo>
                    <a:pt x="358" y="4143"/>
                    <a:pt x="477" y="3977"/>
                    <a:pt x="644" y="3929"/>
                  </a:cubicBezTo>
                  <a:lnTo>
                    <a:pt x="1263" y="3751"/>
                  </a:lnTo>
                  <a:cubicBezTo>
                    <a:pt x="1322" y="3739"/>
                    <a:pt x="1370" y="3715"/>
                    <a:pt x="1418" y="3679"/>
                  </a:cubicBezTo>
                  <a:lnTo>
                    <a:pt x="1513" y="3786"/>
                  </a:lnTo>
                  <a:cubicBezTo>
                    <a:pt x="1668" y="3929"/>
                    <a:pt x="1846" y="3989"/>
                    <a:pt x="2037" y="3989"/>
                  </a:cubicBezTo>
                  <a:cubicBezTo>
                    <a:pt x="2227" y="3989"/>
                    <a:pt x="2406" y="3917"/>
                    <a:pt x="2561" y="3786"/>
                  </a:cubicBezTo>
                  <a:lnTo>
                    <a:pt x="2727" y="3620"/>
                  </a:lnTo>
                  <a:cubicBezTo>
                    <a:pt x="2799" y="3655"/>
                    <a:pt x="2870" y="3679"/>
                    <a:pt x="2966" y="3679"/>
                  </a:cubicBezTo>
                  <a:lnTo>
                    <a:pt x="3001" y="3679"/>
                  </a:lnTo>
                  <a:cubicBezTo>
                    <a:pt x="3144" y="3679"/>
                    <a:pt x="3275" y="3620"/>
                    <a:pt x="3382" y="3524"/>
                  </a:cubicBezTo>
                  <a:lnTo>
                    <a:pt x="5823" y="1226"/>
                  </a:lnTo>
                  <a:lnTo>
                    <a:pt x="6061" y="1465"/>
                  </a:lnTo>
                  <a:lnTo>
                    <a:pt x="3239" y="4274"/>
                  </a:lnTo>
                  <a:cubicBezTo>
                    <a:pt x="3061" y="4453"/>
                    <a:pt x="2977" y="4679"/>
                    <a:pt x="2977" y="4917"/>
                  </a:cubicBezTo>
                  <a:lnTo>
                    <a:pt x="2977" y="5906"/>
                  </a:lnTo>
                  <a:cubicBezTo>
                    <a:pt x="2977" y="6001"/>
                    <a:pt x="3049" y="6096"/>
                    <a:pt x="3156" y="6096"/>
                  </a:cubicBezTo>
                  <a:cubicBezTo>
                    <a:pt x="3239" y="6096"/>
                    <a:pt x="3335" y="6013"/>
                    <a:pt x="3335" y="5906"/>
                  </a:cubicBezTo>
                  <a:lnTo>
                    <a:pt x="3335" y="4917"/>
                  </a:lnTo>
                  <a:cubicBezTo>
                    <a:pt x="3335" y="4763"/>
                    <a:pt x="3394" y="4620"/>
                    <a:pt x="3501" y="4513"/>
                  </a:cubicBezTo>
                  <a:lnTo>
                    <a:pt x="6656" y="1357"/>
                  </a:lnTo>
                  <a:cubicBezTo>
                    <a:pt x="6787" y="1226"/>
                    <a:pt x="6847" y="1024"/>
                    <a:pt x="6799" y="834"/>
                  </a:cubicBezTo>
                  <a:lnTo>
                    <a:pt x="6704" y="405"/>
                  </a:lnTo>
                  <a:lnTo>
                    <a:pt x="6823" y="298"/>
                  </a:lnTo>
                  <a:cubicBezTo>
                    <a:pt x="6895" y="238"/>
                    <a:pt x="6895" y="119"/>
                    <a:pt x="6823" y="60"/>
                  </a:cubicBezTo>
                  <a:cubicBezTo>
                    <a:pt x="6793" y="24"/>
                    <a:pt x="6749" y="6"/>
                    <a:pt x="6704" y="6"/>
                  </a:cubicBezTo>
                  <a:cubicBezTo>
                    <a:pt x="6659" y="6"/>
                    <a:pt x="6615" y="24"/>
                    <a:pt x="6585" y="60"/>
                  </a:cubicBezTo>
                  <a:lnTo>
                    <a:pt x="3156" y="3274"/>
                  </a:lnTo>
                  <a:cubicBezTo>
                    <a:pt x="3132" y="3310"/>
                    <a:pt x="3073" y="3334"/>
                    <a:pt x="3025" y="3334"/>
                  </a:cubicBezTo>
                  <a:lnTo>
                    <a:pt x="2977" y="3334"/>
                  </a:lnTo>
                  <a:cubicBezTo>
                    <a:pt x="2870" y="3334"/>
                    <a:pt x="2787" y="3250"/>
                    <a:pt x="2787" y="3143"/>
                  </a:cubicBezTo>
                  <a:lnTo>
                    <a:pt x="2787" y="3084"/>
                  </a:lnTo>
                  <a:cubicBezTo>
                    <a:pt x="2846" y="3036"/>
                    <a:pt x="2906" y="3000"/>
                    <a:pt x="2942" y="2953"/>
                  </a:cubicBezTo>
                  <a:cubicBezTo>
                    <a:pt x="3204" y="2715"/>
                    <a:pt x="3335" y="2381"/>
                    <a:pt x="3335" y="2024"/>
                  </a:cubicBezTo>
                  <a:lnTo>
                    <a:pt x="3335" y="1703"/>
                  </a:lnTo>
                  <a:lnTo>
                    <a:pt x="3406" y="1572"/>
                  </a:lnTo>
                  <a:cubicBezTo>
                    <a:pt x="3477" y="1417"/>
                    <a:pt x="3525" y="1238"/>
                    <a:pt x="3525" y="1072"/>
                  </a:cubicBezTo>
                  <a:lnTo>
                    <a:pt x="3525" y="179"/>
                  </a:lnTo>
                  <a:cubicBezTo>
                    <a:pt x="3525" y="95"/>
                    <a:pt x="3454" y="0"/>
                    <a:pt x="334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1008115" y="2908813"/>
              <a:ext cx="223620" cy="188355"/>
            </a:xfrm>
            <a:custGeom>
              <a:avLst/>
              <a:gdLst/>
              <a:ahLst/>
              <a:cxnLst/>
              <a:rect l="l" t="t" r="r" b="b"/>
              <a:pathLst>
                <a:path w="7026" h="5918" extrusionOk="0">
                  <a:moveTo>
                    <a:pt x="560" y="0"/>
                  </a:moveTo>
                  <a:cubicBezTo>
                    <a:pt x="263" y="0"/>
                    <a:pt x="1" y="238"/>
                    <a:pt x="1" y="548"/>
                  </a:cubicBezTo>
                  <a:lnTo>
                    <a:pt x="1" y="5251"/>
                  </a:lnTo>
                  <a:cubicBezTo>
                    <a:pt x="1" y="5334"/>
                    <a:pt x="84" y="5429"/>
                    <a:pt x="179" y="5429"/>
                  </a:cubicBezTo>
                  <a:cubicBezTo>
                    <a:pt x="287" y="5429"/>
                    <a:pt x="358" y="5358"/>
                    <a:pt x="358" y="5251"/>
                  </a:cubicBezTo>
                  <a:lnTo>
                    <a:pt x="358" y="548"/>
                  </a:lnTo>
                  <a:cubicBezTo>
                    <a:pt x="358" y="441"/>
                    <a:pt x="453" y="357"/>
                    <a:pt x="560" y="357"/>
                  </a:cubicBezTo>
                  <a:lnTo>
                    <a:pt x="6478" y="357"/>
                  </a:lnTo>
                  <a:cubicBezTo>
                    <a:pt x="6585" y="357"/>
                    <a:pt x="6668" y="441"/>
                    <a:pt x="6668" y="548"/>
                  </a:cubicBezTo>
                  <a:lnTo>
                    <a:pt x="6668" y="5370"/>
                  </a:lnTo>
                  <a:cubicBezTo>
                    <a:pt x="6668" y="5477"/>
                    <a:pt x="6585" y="5560"/>
                    <a:pt x="6478" y="5560"/>
                  </a:cubicBezTo>
                  <a:lnTo>
                    <a:pt x="2525" y="5560"/>
                  </a:lnTo>
                  <a:cubicBezTo>
                    <a:pt x="2430" y="5560"/>
                    <a:pt x="2346" y="5632"/>
                    <a:pt x="2346" y="5739"/>
                  </a:cubicBezTo>
                  <a:cubicBezTo>
                    <a:pt x="2346" y="5846"/>
                    <a:pt x="2418" y="5917"/>
                    <a:pt x="2525" y="5917"/>
                  </a:cubicBezTo>
                  <a:lnTo>
                    <a:pt x="6478" y="5917"/>
                  </a:lnTo>
                  <a:cubicBezTo>
                    <a:pt x="6775" y="5917"/>
                    <a:pt x="7025" y="5679"/>
                    <a:pt x="7025" y="5370"/>
                  </a:cubicBezTo>
                  <a:lnTo>
                    <a:pt x="7025" y="548"/>
                  </a:lnTo>
                  <a:cubicBezTo>
                    <a:pt x="7025" y="226"/>
                    <a:pt x="6787" y="0"/>
                    <a:pt x="64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1037301" y="2944046"/>
              <a:ext cx="165248" cy="105763"/>
            </a:xfrm>
            <a:custGeom>
              <a:avLst/>
              <a:gdLst/>
              <a:ahLst/>
              <a:cxnLst/>
              <a:rect l="l" t="t" r="r" b="b"/>
              <a:pathLst>
                <a:path w="5192" h="3323" extrusionOk="0">
                  <a:moveTo>
                    <a:pt x="4084" y="0"/>
                  </a:moveTo>
                  <a:cubicBezTo>
                    <a:pt x="4001" y="0"/>
                    <a:pt x="3906" y="84"/>
                    <a:pt x="3906" y="179"/>
                  </a:cubicBezTo>
                  <a:cubicBezTo>
                    <a:pt x="3906" y="286"/>
                    <a:pt x="3989" y="358"/>
                    <a:pt x="4084" y="358"/>
                  </a:cubicBezTo>
                  <a:lnTo>
                    <a:pt x="4596" y="358"/>
                  </a:lnTo>
                  <a:lnTo>
                    <a:pt x="2691" y="2263"/>
                  </a:lnTo>
                  <a:lnTo>
                    <a:pt x="1882" y="1465"/>
                  </a:lnTo>
                  <a:cubicBezTo>
                    <a:pt x="1846" y="1429"/>
                    <a:pt x="1801" y="1411"/>
                    <a:pt x="1758" y="1411"/>
                  </a:cubicBezTo>
                  <a:cubicBezTo>
                    <a:pt x="1715" y="1411"/>
                    <a:pt x="1673" y="1429"/>
                    <a:pt x="1644" y="1465"/>
                  </a:cubicBezTo>
                  <a:lnTo>
                    <a:pt x="72" y="3036"/>
                  </a:lnTo>
                  <a:cubicBezTo>
                    <a:pt x="1" y="3120"/>
                    <a:pt x="1" y="3215"/>
                    <a:pt x="72" y="3275"/>
                  </a:cubicBezTo>
                  <a:cubicBezTo>
                    <a:pt x="96" y="3310"/>
                    <a:pt x="143" y="3322"/>
                    <a:pt x="191" y="3322"/>
                  </a:cubicBezTo>
                  <a:cubicBezTo>
                    <a:pt x="239" y="3322"/>
                    <a:pt x="274" y="3310"/>
                    <a:pt x="310" y="3275"/>
                  </a:cubicBezTo>
                  <a:lnTo>
                    <a:pt x="1763" y="1822"/>
                  </a:lnTo>
                  <a:lnTo>
                    <a:pt x="2572" y="2620"/>
                  </a:lnTo>
                  <a:cubicBezTo>
                    <a:pt x="2608" y="2661"/>
                    <a:pt x="2653" y="2682"/>
                    <a:pt x="2696" y="2682"/>
                  </a:cubicBezTo>
                  <a:cubicBezTo>
                    <a:pt x="2739" y="2682"/>
                    <a:pt x="2781" y="2661"/>
                    <a:pt x="2810" y="2620"/>
                  </a:cubicBezTo>
                  <a:lnTo>
                    <a:pt x="4835" y="596"/>
                  </a:lnTo>
                  <a:lnTo>
                    <a:pt x="4835" y="1108"/>
                  </a:lnTo>
                  <a:cubicBezTo>
                    <a:pt x="4835" y="1191"/>
                    <a:pt x="4906" y="1286"/>
                    <a:pt x="5013" y="1286"/>
                  </a:cubicBezTo>
                  <a:cubicBezTo>
                    <a:pt x="5120" y="1286"/>
                    <a:pt x="5192" y="1215"/>
                    <a:pt x="5192" y="1108"/>
                  </a:cubicBezTo>
                  <a:lnTo>
                    <a:pt x="5192" y="179"/>
                  </a:lnTo>
                  <a:cubicBezTo>
                    <a:pt x="5192" y="84"/>
                    <a:pt x="5120" y="0"/>
                    <a:pt x="50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40"/>
          <p:cNvGrpSpPr/>
          <p:nvPr/>
        </p:nvGrpSpPr>
        <p:grpSpPr>
          <a:xfrm>
            <a:off x="5155938" y="2116056"/>
            <a:ext cx="343665" cy="363212"/>
            <a:chOff x="4010963" y="3763781"/>
            <a:chExt cx="343665" cy="363212"/>
          </a:xfrm>
        </p:grpSpPr>
        <p:sp>
          <p:nvSpPr>
            <p:cNvPr id="691" name="Google Shape;691;p40"/>
            <p:cNvSpPr/>
            <p:nvPr/>
          </p:nvSpPr>
          <p:spPr>
            <a:xfrm>
              <a:off x="4152415" y="3763781"/>
              <a:ext cx="202213" cy="221760"/>
            </a:xfrm>
            <a:custGeom>
              <a:avLst/>
              <a:gdLst/>
              <a:ahLst/>
              <a:cxnLst/>
              <a:rect l="l" t="t" r="r" b="b"/>
              <a:pathLst>
                <a:path w="6383" h="7000" extrusionOk="0">
                  <a:moveTo>
                    <a:pt x="3206" y="0"/>
                  </a:moveTo>
                  <a:cubicBezTo>
                    <a:pt x="3000" y="0"/>
                    <a:pt x="2792" y="20"/>
                    <a:pt x="2584" y="58"/>
                  </a:cubicBezTo>
                  <a:cubicBezTo>
                    <a:pt x="1751" y="225"/>
                    <a:pt x="1036" y="701"/>
                    <a:pt x="560" y="1416"/>
                  </a:cubicBezTo>
                  <a:cubicBezTo>
                    <a:pt x="179" y="1987"/>
                    <a:pt x="1" y="2654"/>
                    <a:pt x="24" y="3332"/>
                  </a:cubicBezTo>
                  <a:cubicBezTo>
                    <a:pt x="60" y="3987"/>
                    <a:pt x="274" y="4606"/>
                    <a:pt x="667" y="5107"/>
                  </a:cubicBezTo>
                  <a:lnTo>
                    <a:pt x="596" y="6821"/>
                  </a:lnTo>
                  <a:cubicBezTo>
                    <a:pt x="596" y="6881"/>
                    <a:pt x="620" y="6940"/>
                    <a:pt x="667" y="6964"/>
                  </a:cubicBezTo>
                  <a:cubicBezTo>
                    <a:pt x="691" y="6988"/>
                    <a:pt x="727" y="7000"/>
                    <a:pt x="751" y="7000"/>
                  </a:cubicBezTo>
                  <a:cubicBezTo>
                    <a:pt x="786" y="7000"/>
                    <a:pt x="798" y="7000"/>
                    <a:pt x="834" y="6988"/>
                  </a:cubicBezTo>
                  <a:lnTo>
                    <a:pt x="2382" y="6250"/>
                  </a:lnTo>
                  <a:cubicBezTo>
                    <a:pt x="2653" y="6322"/>
                    <a:pt x="2928" y="6359"/>
                    <a:pt x="3203" y="6359"/>
                  </a:cubicBezTo>
                  <a:cubicBezTo>
                    <a:pt x="3557" y="6359"/>
                    <a:pt x="3910" y="6299"/>
                    <a:pt x="4251" y="6178"/>
                  </a:cubicBezTo>
                  <a:cubicBezTo>
                    <a:pt x="4894" y="5952"/>
                    <a:pt x="5442" y="5523"/>
                    <a:pt x="5811" y="4964"/>
                  </a:cubicBezTo>
                  <a:cubicBezTo>
                    <a:pt x="6132" y="4487"/>
                    <a:pt x="6323" y="3952"/>
                    <a:pt x="6347" y="3380"/>
                  </a:cubicBezTo>
                  <a:cubicBezTo>
                    <a:pt x="6382" y="3249"/>
                    <a:pt x="6311" y="3178"/>
                    <a:pt x="6216" y="3178"/>
                  </a:cubicBezTo>
                  <a:cubicBezTo>
                    <a:pt x="6132" y="3178"/>
                    <a:pt x="6037" y="3237"/>
                    <a:pt x="6037" y="3332"/>
                  </a:cubicBezTo>
                  <a:cubicBezTo>
                    <a:pt x="6013" y="3844"/>
                    <a:pt x="5847" y="4333"/>
                    <a:pt x="5561" y="4749"/>
                  </a:cubicBezTo>
                  <a:cubicBezTo>
                    <a:pt x="5032" y="5547"/>
                    <a:pt x="4142" y="6005"/>
                    <a:pt x="3211" y="6005"/>
                  </a:cubicBezTo>
                  <a:cubicBezTo>
                    <a:pt x="2947" y="6005"/>
                    <a:pt x="2680" y="5969"/>
                    <a:pt x="2418" y="5892"/>
                  </a:cubicBezTo>
                  <a:cubicBezTo>
                    <a:pt x="2404" y="5888"/>
                    <a:pt x="2391" y="5885"/>
                    <a:pt x="2378" y="5885"/>
                  </a:cubicBezTo>
                  <a:cubicBezTo>
                    <a:pt x="2354" y="5885"/>
                    <a:pt x="2329" y="5893"/>
                    <a:pt x="2298" y="5916"/>
                  </a:cubicBezTo>
                  <a:lnTo>
                    <a:pt x="953" y="6547"/>
                  </a:lnTo>
                  <a:lnTo>
                    <a:pt x="1024" y="5047"/>
                  </a:lnTo>
                  <a:cubicBezTo>
                    <a:pt x="1024" y="4999"/>
                    <a:pt x="1013" y="4976"/>
                    <a:pt x="989" y="4928"/>
                  </a:cubicBezTo>
                  <a:cubicBezTo>
                    <a:pt x="215" y="3964"/>
                    <a:pt x="179" y="2618"/>
                    <a:pt x="858" y="1594"/>
                  </a:cubicBezTo>
                  <a:cubicBezTo>
                    <a:pt x="1275" y="975"/>
                    <a:pt x="1917" y="535"/>
                    <a:pt x="2656" y="392"/>
                  </a:cubicBezTo>
                  <a:cubicBezTo>
                    <a:pt x="2846" y="352"/>
                    <a:pt x="3037" y="333"/>
                    <a:pt x="3226" y="333"/>
                  </a:cubicBezTo>
                  <a:cubicBezTo>
                    <a:pt x="3783" y="333"/>
                    <a:pt x="4325" y="500"/>
                    <a:pt x="4787" y="820"/>
                  </a:cubicBezTo>
                  <a:cubicBezTo>
                    <a:pt x="5442" y="1273"/>
                    <a:pt x="5870" y="1939"/>
                    <a:pt x="6013" y="2713"/>
                  </a:cubicBezTo>
                  <a:cubicBezTo>
                    <a:pt x="6024" y="2790"/>
                    <a:pt x="6105" y="2846"/>
                    <a:pt x="6182" y="2846"/>
                  </a:cubicBezTo>
                  <a:cubicBezTo>
                    <a:pt x="6189" y="2846"/>
                    <a:pt x="6197" y="2845"/>
                    <a:pt x="6204" y="2844"/>
                  </a:cubicBezTo>
                  <a:cubicBezTo>
                    <a:pt x="6287" y="2832"/>
                    <a:pt x="6347" y="2737"/>
                    <a:pt x="6335" y="2654"/>
                  </a:cubicBezTo>
                  <a:cubicBezTo>
                    <a:pt x="6192" y="1785"/>
                    <a:pt x="5692" y="1011"/>
                    <a:pt x="4965" y="535"/>
                  </a:cubicBezTo>
                  <a:cubicBezTo>
                    <a:pt x="4438" y="177"/>
                    <a:pt x="3829" y="0"/>
                    <a:pt x="32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4010963" y="3828662"/>
              <a:ext cx="299154" cy="298331"/>
            </a:xfrm>
            <a:custGeom>
              <a:avLst/>
              <a:gdLst/>
              <a:ahLst/>
              <a:cxnLst/>
              <a:rect l="l" t="t" r="r" b="b"/>
              <a:pathLst>
                <a:path w="9443" h="9417" extrusionOk="0">
                  <a:moveTo>
                    <a:pt x="6752" y="5654"/>
                  </a:moveTo>
                  <a:lnTo>
                    <a:pt x="9038" y="6988"/>
                  </a:lnTo>
                  <a:lnTo>
                    <a:pt x="8597" y="7714"/>
                  </a:lnTo>
                  <a:lnTo>
                    <a:pt x="6323" y="6380"/>
                  </a:lnTo>
                  <a:lnTo>
                    <a:pt x="6752" y="5654"/>
                  </a:lnTo>
                  <a:close/>
                  <a:moveTo>
                    <a:pt x="2516" y="1"/>
                  </a:moveTo>
                  <a:cubicBezTo>
                    <a:pt x="2490" y="1"/>
                    <a:pt x="2464" y="7"/>
                    <a:pt x="2441" y="22"/>
                  </a:cubicBezTo>
                  <a:lnTo>
                    <a:pt x="1429" y="618"/>
                  </a:lnTo>
                  <a:cubicBezTo>
                    <a:pt x="1358" y="665"/>
                    <a:pt x="1322" y="773"/>
                    <a:pt x="1370" y="844"/>
                  </a:cubicBezTo>
                  <a:lnTo>
                    <a:pt x="1477" y="1023"/>
                  </a:lnTo>
                  <a:lnTo>
                    <a:pt x="1060" y="1249"/>
                  </a:lnTo>
                  <a:cubicBezTo>
                    <a:pt x="620" y="1463"/>
                    <a:pt x="298" y="1856"/>
                    <a:pt x="144" y="2320"/>
                  </a:cubicBezTo>
                  <a:cubicBezTo>
                    <a:pt x="1" y="2773"/>
                    <a:pt x="25" y="3273"/>
                    <a:pt x="251" y="3713"/>
                  </a:cubicBezTo>
                  <a:cubicBezTo>
                    <a:pt x="548" y="4297"/>
                    <a:pt x="1668" y="5547"/>
                    <a:pt x="2620" y="6511"/>
                  </a:cubicBezTo>
                  <a:cubicBezTo>
                    <a:pt x="2644" y="6547"/>
                    <a:pt x="2692" y="6559"/>
                    <a:pt x="2739" y="6559"/>
                  </a:cubicBezTo>
                  <a:cubicBezTo>
                    <a:pt x="2787" y="6559"/>
                    <a:pt x="2822" y="6547"/>
                    <a:pt x="2858" y="6511"/>
                  </a:cubicBezTo>
                  <a:cubicBezTo>
                    <a:pt x="2918" y="6452"/>
                    <a:pt x="2918" y="6333"/>
                    <a:pt x="2858" y="6273"/>
                  </a:cubicBezTo>
                  <a:cubicBezTo>
                    <a:pt x="1679" y="5083"/>
                    <a:pt x="775" y="4011"/>
                    <a:pt x="548" y="3570"/>
                  </a:cubicBezTo>
                  <a:cubicBezTo>
                    <a:pt x="191" y="2832"/>
                    <a:pt x="477" y="1927"/>
                    <a:pt x="1203" y="1546"/>
                  </a:cubicBezTo>
                  <a:lnTo>
                    <a:pt x="1632" y="1320"/>
                  </a:lnTo>
                  <a:lnTo>
                    <a:pt x="2572" y="2916"/>
                  </a:lnTo>
                  <a:cubicBezTo>
                    <a:pt x="2477" y="2951"/>
                    <a:pt x="2394" y="2999"/>
                    <a:pt x="2322" y="3070"/>
                  </a:cubicBezTo>
                  <a:cubicBezTo>
                    <a:pt x="1941" y="3404"/>
                    <a:pt x="1882" y="3951"/>
                    <a:pt x="2168" y="4356"/>
                  </a:cubicBezTo>
                  <a:cubicBezTo>
                    <a:pt x="2322" y="4559"/>
                    <a:pt x="4906" y="7154"/>
                    <a:pt x="5120" y="7297"/>
                  </a:cubicBezTo>
                  <a:cubicBezTo>
                    <a:pt x="5275" y="7416"/>
                    <a:pt x="5489" y="7476"/>
                    <a:pt x="5680" y="7476"/>
                  </a:cubicBezTo>
                  <a:cubicBezTo>
                    <a:pt x="5954" y="7476"/>
                    <a:pt x="6204" y="7380"/>
                    <a:pt x="6394" y="7154"/>
                  </a:cubicBezTo>
                  <a:cubicBezTo>
                    <a:pt x="6466" y="7083"/>
                    <a:pt x="6513" y="6988"/>
                    <a:pt x="6561" y="6904"/>
                  </a:cubicBezTo>
                  <a:lnTo>
                    <a:pt x="8156" y="7833"/>
                  </a:lnTo>
                  <a:lnTo>
                    <a:pt x="7930" y="8262"/>
                  </a:lnTo>
                  <a:cubicBezTo>
                    <a:pt x="7654" y="8781"/>
                    <a:pt x="7123" y="9083"/>
                    <a:pt x="6580" y="9083"/>
                  </a:cubicBezTo>
                  <a:cubicBezTo>
                    <a:pt x="6352" y="9083"/>
                    <a:pt x="6121" y="9029"/>
                    <a:pt x="5906" y="8916"/>
                  </a:cubicBezTo>
                  <a:cubicBezTo>
                    <a:pt x="5478" y="8702"/>
                    <a:pt x="4477" y="7869"/>
                    <a:pt x="3334" y="6749"/>
                  </a:cubicBezTo>
                  <a:cubicBezTo>
                    <a:pt x="3305" y="6720"/>
                    <a:pt x="3260" y="6705"/>
                    <a:pt x="3215" y="6705"/>
                  </a:cubicBezTo>
                  <a:cubicBezTo>
                    <a:pt x="3171" y="6705"/>
                    <a:pt x="3126" y="6720"/>
                    <a:pt x="3096" y="6749"/>
                  </a:cubicBezTo>
                  <a:cubicBezTo>
                    <a:pt x="3037" y="6809"/>
                    <a:pt x="3037" y="6928"/>
                    <a:pt x="3096" y="6988"/>
                  </a:cubicBezTo>
                  <a:cubicBezTo>
                    <a:pt x="4287" y="8142"/>
                    <a:pt x="5275" y="8976"/>
                    <a:pt x="5740" y="9214"/>
                  </a:cubicBezTo>
                  <a:cubicBezTo>
                    <a:pt x="5990" y="9357"/>
                    <a:pt x="6275" y="9416"/>
                    <a:pt x="6561" y="9416"/>
                  </a:cubicBezTo>
                  <a:cubicBezTo>
                    <a:pt x="6752" y="9416"/>
                    <a:pt x="6942" y="9381"/>
                    <a:pt x="7144" y="9321"/>
                  </a:cubicBezTo>
                  <a:cubicBezTo>
                    <a:pt x="7597" y="9178"/>
                    <a:pt x="7990" y="8845"/>
                    <a:pt x="8216" y="8416"/>
                  </a:cubicBezTo>
                  <a:lnTo>
                    <a:pt x="8430" y="8000"/>
                  </a:lnTo>
                  <a:lnTo>
                    <a:pt x="8609" y="8107"/>
                  </a:lnTo>
                  <a:cubicBezTo>
                    <a:pt x="8645" y="8119"/>
                    <a:pt x="8668" y="8131"/>
                    <a:pt x="8704" y="8131"/>
                  </a:cubicBezTo>
                  <a:cubicBezTo>
                    <a:pt x="8764" y="8131"/>
                    <a:pt x="8823" y="8107"/>
                    <a:pt x="8847" y="8047"/>
                  </a:cubicBezTo>
                  <a:lnTo>
                    <a:pt x="9442" y="7035"/>
                  </a:lnTo>
                  <a:cubicBezTo>
                    <a:pt x="9419" y="6976"/>
                    <a:pt x="9419" y="6928"/>
                    <a:pt x="9419" y="6880"/>
                  </a:cubicBezTo>
                  <a:cubicBezTo>
                    <a:pt x="9407" y="6845"/>
                    <a:pt x="9371" y="6809"/>
                    <a:pt x="9347" y="6785"/>
                  </a:cubicBezTo>
                  <a:lnTo>
                    <a:pt x="6787" y="5273"/>
                  </a:lnTo>
                  <a:cubicBezTo>
                    <a:pt x="6765" y="5262"/>
                    <a:pt x="6740" y="5257"/>
                    <a:pt x="6713" y="5257"/>
                  </a:cubicBezTo>
                  <a:cubicBezTo>
                    <a:pt x="6655" y="5257"/>
                    <a:pt x="6594" y="5283"/>
                    <a:pt x="6561" y="5333"/>
                  </a:cubicBezTo>
                  <a:lnTo>
                    <a:pt x="5966" y="6345"/>
                  </a:lnTo>
                  <a:cubicBezTo>
                    <a:pt x="5930" y="6392"/>
                    <a:pt x="5930" y="6440"/>
                    <a:pt x="5954" y="6476"/>
                  </a:cubicBezTo>
                  <a:cubicBezTo>
                    <a:pt x="5966" y="6523"/>
                    <a:pt x="5990" y="6559"/>
                    <a:pt x="6025" y="6583"/>
                  </a:cubicBezTo>
                  <a:lnTo>
                    <a:pt x="6251" y="6714"/>
                  </a:lnTo>
                  <a:lnTo>
                    <a:pt x="6228" y="6749"/>
                  </a:lnTo>
                  <a:cubicBezTo>
                    <a:pt x="6204" y="6809"/>
                    <a:pt x="6168" y="6869"/>
                    <a:pt x="6132" y="6928"/>
                  </a:cubicBezTo>
                  <a:cubicBezTo>
                    <a:pt x="6008" y="7067"/>
                    <a:pt x="5834" y="7141"/>
                    <a:pt x="5659" y="7141"/>
                  </a:cubicBezTo>
                  <a:cubicBezTo>
                    <a:pt x="5534" y="7141"/>
                    <a:pt x="5408" y="7103"/>
                    <a:pt x="5299" y="7023"/>
                  </a:cubicBezTo>
                  <a:cubicBezTo>
                    <a:pt x="5120" y="6880"/>
                    <a:pt x="2561" y="4321"/>
                    <a:pt x="2418" y="4142"/>
                  </a:cubicBezTo>
                  <a:cubicBezTo>
                    <a:pt x="2227" y="3892"/>
                    <a:pt x="2275" y="3535"/>
                    <a:pt x="2513" y="3309"/>
                  </a:cubicBezTo>
                  <a:cubicBezTo>
                    <a:pt x="2561" y="3273"/>
                    <a:pt x="2620" y="3237"/>
                    <a:pt x="2692" y="3213"/>
                  </a:cubicBezTo>
                  <a:lnTo>
                    <a:pt x="2727" y="3189"/>
                  </a:lnTo>
                  <a:lnTo>
                    <a:pt x="2858" y="3416"/>
                  </a:lnTo>
                  <a:cubicBezTo>
                    <a:pt x="2882" y="3475"/>
                    <a:pt x="2942" y="3511"/>
                    <a:pt x="3001" y="3511"/>
                  </a:cubicBezTo>
                  <a:cubicBezTo>
                    <a:pt x="3037" y="3511"/>
                    <a:pt x="3061" y="3487"/>
                    <a:pt x="3096" y="3475"/>
                  </a:cubicBezTo>
                  <a:lnTo>
                    <a:pt x="4108" y="2880"/>
                  </a:lnTo>
                  <a:cubicBezTo>
                    <a:pt x="4144" y="2844"/>
                    <a:pt x="4168" y="2820"/>
                    <a:pt x="4180" y="2773"/>
                  </a:cubicBezTo>
                  <a:cubicBezTo>
                    <a:pt x="4192" y="2737"/>
                    <a:pt x="4180" y="2689"/>
                    <a:pt x="4168" y="2642"/>
                  </a:cubicBezTo>
                  <a:lnTo>
                    <a:pt x="3442" y="1404"/>
                  </a:lnTo>
                  <a:cubicBezTo>
                    <a:pt x="3409" y="1355"/>
                    <a:pt x="3348" y="1322"/>
                    <a:pt x="3290" y="1322"/>
                  </a:cubicBezTo>
                  <a:cubicBezTo>
                    <a:pt x="3264" y="1322"/>
                    <a:pt x="3238" y="1329"/>
                    <a:pt x="3215" y="1344"/>
                  </a:cubicBezTo>
                  <a:cubicBezTo>
                    <a:pt x="3144" y="1392"/>
                    <a:pt x="3108" y="1499"/>
                    <a:pt x="3156" y="1570"/>
                  </a:cubicBezTo>
                  <a:lnTo>
                    <a:pt x="3787" y="2654"/>
                  </a:lnTo>
                  <a:lnTo>
                    <a:pt x="3061" y="3082"/>
                  </a:lnTo>
                  <a:lnTo>
                    <a:pt x="1727" y="808"/>
                  </a:lnTo>
                  <a:lnTo>
                    <a:pt x="2453" y="380"/>
                  </a:lnTo>
                  <a:lnTo>
                    <a:pt x="2822" y="1011"/>
                  </a:lnTo>
                  <a:cubicBezTo>
                    <a:pt x="2855" y="1060"/>
                    <a:pt x="2917" y="1087"/>
                    <a:pt x="2975" y="1087"/>
                  </a:cubicBezTo>
                  <a:cubicBezTo>
                    <a:pt x="3001" y="1087"/>
                    <a:pt x="3027" y="1081"/>
                    <a:pt x="3049" y="1070"/>
                  </a:cubicBezTo>
                  <a:cubicBezTo>
                    <a:pt x="3120" y="1023"/>
                    <a:pt x="3156" y="915"/>
                    <a:pt x="3108" y="844"/>
                  </a:cubicBezTo>
                  <a:lnTo>
                    <a:pt x="2656" y="82"/>
                  </a:lnTo>
                  <a:cubicBezTo>
                    <a:pt x="2631" y="33"/>
                    <a:pt x="2573" y="1"/>
                    <a:pt x="251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4187104" y="3787731"/>
              <a:ext cx="133943" cy="146520"/>
            </a:xfrm>
            <a:custGeom>
              <a:avLst/>
              <a:gdLst/>
              <a:ahLst/>
              <a:cxnLst/>
              <a:rect l="l" t="t" r="r" b="b"/>
              <a:pathLst>
                <a:path w="4228" h="4625" extrusionOk="0">
                  <a:moveTo>
                    <a:pt x="2742" y="0"/>
                  </a:moveTo>
                  <a:cubicBezTo>
                    <a:pt x="2716" y="0"/>
                    <a:pt x="2690" y="6"/>
                    <a:pt x="2668" y="17"/>
                  </a:cubicBezTo>
                  <a:cubicBezTo>
                    <a:pt x="2596" y="64"/>
                    <a:pt x="2561" y="171"/>
                    <a:pt x="2608" y="243"/>
                  </a:cubicBezTo>
                  <a:lnTo>
                    <a:pt x="2763" y="493"/>
                  </a:lnTo>
                  <a:cubicBezTo>
                    <a:pt x="2549" y="433"/>
                    <a:pt x="2346" y="398"/>
                    <a:pt x="2120" y="398"/>
                  </a:cubicBezTo>
                  <a:cubicBezTo>
                    <a:pt x="953" y="398"/>
                    <a:pt x="1" y="1350"/>
                    <a:pt x="1" y="2505"/>
                  </a:cubicBezTo>
                  <a:cubicBezTo>
                    <a:pt x="1" y="3672"/>
                    <a:pt x="953" y="4624"/>
                    <a:pt x="2120" y="4624"/>
                  </a:cubicBezTo>
                  <a:cubicBezTo>
                    <a:pt x="3275" y="4624"/>
                    <a:pt x="4228" y="3672"/>
                    <a:pt x="4228" y="2505"/>
                  </a:cubicBezTo>
                  <a:cubicBezTo>
                    <a:pt x="4228" y="2362"/>
                    <a:pt x="4204" y="2195"/>
                    <a:pt x="4168" y="2029"/>
                  </a:cubicBezTo>
                  <a:cubicBezTo>
                    <a:pt x="4158" y="1958"/>
                    <a:pt x="4096" y="1904"/>
                    <a:pt x="4012" y="1904"/>
                  </a:cubicBezTo>
                  <a:cubicBezTo>
                    <a:pt x="3998" y="1904"/>
                    <a:pt x="3982" y="1906"/>
                    <a:pt x="3966" y="1910"/>
                  </a:cubicBezTo>
                  <a:cubicBezTo>
                    <a:pt x="3870" y="1922"/>
                    <a:pt x="3811" y="2017"/>
                    <a:pt x="3847" y="2124"/>
                  </a:cubicBezTo>
                  <a:cubicBezTo>
                    <a:pt x="3870" y="2255"/>
                    <a:pt x="3894" y="2386"/>
                    <a:pt x="3894" y="2517"/>
                  </a:cubicBezTo>
                  <a:cubicBezTo>
                    <a:pt x="3894" y="3505"/>
                    <a:pt x="3085" y="4303"/>
                    <a:pt x="2108" y="4303"/>
                  </a:cubicBezTo>
                  <a:cubicBezTo>
                    <a:pt x="1120" y="4303"/>
                    <a:pt x="322" y="3505"/>
                    <a:pt x="322" y="2517"/>
                  </a:cubicBezTo>
                  <a:cubicBezTo>
                    <a:pt x="322" y="1541"/>
                    <a:pt x="1120" y="731"/>
                    <a:pt x="2108" y="731"/>
                  </a:cubicBezTo>
                  <a:cubicBezTo>
                    <a:pt x="2299" y="731"/>
                    <a:pt x="2477" y="767"/>
                    <a:pt x="2656" y="826"/>
                  </a:cubicBezTo>
                  <a:lnTo>
                    <a:pt x="2299" y="910"/>
                  </a:lnTo>
                  <a:cubicBezTo>
                    <a:pt x="2204" y="933"/>
                    <a:pt x="2144" y="1017"/>
                    <a:pt x="2180" y="1124"/>
                  </a:cubicBezTo>
                  <a:cubicBezTo>
                    <a:pt x="2190" y="1195"/>
                    <a:pt x="2260" y="1248"/>
                    <a:pt x="2339" y="1248"/>
                  </a:cubicBezTo>
                  <a:cubicBezTo>
                    <a:pt x="2353" y="1248"/>
                    <a:pt x="2368" y="1247"/>
                    <a:pt x="2382" y="1243"/>
                  </a:cubicBezTo>
                  <a:lnTo>
                    <a:pt x="3204" y="1052"/>
                  </a:lnTo>
                  <a:cubicBezTo>
                    <a:pt x="3311" y="1017"/>
                    <a:pt x="3370" y="898"/>
                    <a:pt x="3311" y="791"/>
                  </a:cubicBezTo>
                  <a:lnTo>
                    <a:pt x="2894" y="76"/>
                  </a:lnTo>
                  <a:cubicBezTo>
                    <a:pt x="2861" y="27"/>
                    <a:pt x="2800" y="0"/>
                    <a:pt x="27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4220685" y="3840669"/>
              <a:ext cx="39632" cy="52462"/>
            </a:xfrm>
            <a:custGeom>
              <a:avLst/>
              <a:gdLst/>
              <a:ahLst/>
              <a:cxnLst/>
              <a:rect l="l" t="t" r="r" b="b"/>
              <a:pathLst>
                <a:path w="1251" h="1656" extrusionOk="0">
                  <a:moveTo>
                    <a:pt x="572" y="1"/>
                  </a:moveTo>
                  <a:cubicBezTo>
                    <a:pt x="274" y="1"/>
                    <a:pt x="12" y="239"/>
                    <a:pt x="12" y="524"/>
                  </a:cubicBezTo>
                  <a:cubicBezTo>
                    <a:pt x="12" y="608"/>
                    <a:pt x="96" y="679"/>
                    <a:pt x="179" y="679"/>
                  </a:cubicBezTo>
                  <a:cubicBezTo>
                    <a:pt x="274" y="679"/>
                    <a:pt x="346" y="608"/>
                    <a:pt x="346" y="524"/>
                  </a:cubicBezTo>
                  <a:cubicBezTo>
                    <a:pt x="346" y="417"/>
                    <a:pt x="429" y="322"/>
                    <a:pt x="548" y="322"/>
                  </a:cubicBezTo>
                  <a:lnTo>
                    <a:pt x="608" y="322"/>
                  </a:lnTo>
                  <a:cubicBezTo>
                    <a:pt x="655" y="322"/>
                    <a:pt x="667" y="358"/>
                    <a:pt x="691" y="370"/>
                  </a:cubicBezTo>
                  <a:cubicBezTo>
                    <a:pt x="703" y="382"/>
                    <a:pt x="703" y="417"/>
                    <a:pt x="691" y="429"/>
                  </a:cubicBezTo>
                  <a:lnTo>
                    <a:pt x="48" y="1382"/>
                  </a:lnTo>
                  <a:cubicBezTo>
                    <a:pt x="12" y="1429"/>
                    <a:pt x="1" y="1501"/>
                    <a:pt x="36" y="1560"/>
                  </a:cubicBezTo>
                  <a:cubicBezTo>
                    <a:pt x="60" y="1620"/>
                    <a:pt x="120" y="1656"/>
                    <a:pt x="179" y="1656"/>
                  </a:cubicBezTo>
                  <a:lnTo>
                    <a:pt x="1072" y="1656"/>
                  </a:lnTo>
                  <a:cubicBezTo>
                    <a:pt x="1167" y="1656"/>
                    <a:pt x="1239" y="1572"/>
                    <a:pt x="1239" y="1489"/>
                  </a:cubicBezTo>
                  <a:cubicBezTo>
                    <a:pt x="1251" y="1406"/>
                    <a:pt x="1179" y="1322"/>
                    <a:pt x="1084" y="1322"/>
                  </a:cubicBezTo>
                  <a:lnTo>
                    <a:pt x="513" y="1322"/>
                  </a:lnTo>
                  <a:lnTo>
                    <a:pt x="989" y="620"/>
                  </a:lnTo>
                  <a:cubicBezTo>
                    <a:pt x="1072" y="513"/>
                    <a:pt x="1072" y="358"/>
                    <a:pt x="1001" y="227"/>
                  </a:cubicBezTo>
                  <a:cubicBezTo>
                    <a:pt x="929" y="84"/>
                    <a:pt x="786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4259905" y="3840669"/>
              <a:ext cx="29082" cy="52082"/>
            </a:xfrm>
            <a:custGeom>
              <a:avLst/>
              <a:gdLst/>
              <a:ahLst/>
              <a:cxnLst/>
              <a:rect l="l" t="t" r="r" b="b"/>
              <a:pathLst>
                <a:path w="918" h="1644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870"/>
                  </a:lnTo>
                  <a:cubicBezTo>
                    <a:pt x="1" y="953"/>
                    <a:pt x="72" y="1025"/>
                    <a:pt x="156" y="1025"/>
                  </a:cubicBezTo>
                  <a:lnTo>
                    <a:pt x="596" y="1025"/>
                  </a:lnTo>
                  <a:lnTo>
                    <a:pt x="596" y="1477"/>
                  </a:lnTo>
                  <a:cubicBezTo>
                    <a:pt x="596" y="1560"/>
                    <a:pt x="668" y="1644"/>
                    <a:pt x="751" y="1644"/>
                  </a:cubicBezTo>
                  <a:cubicBezTo>
                    <a:pt x="846" y="1644"/>
                    <a:pt x="918" y="1560"/>
                    <a:pt x="918" y="1477"/>
                  </a:cubicBezTo>
                  <a:lnTo>
                    <a:pt x="918" y="846"/>
                  </a:lnTo>
                  <a:lnTo>
                    <a:pt x="918" y="155"/>
                  </a:lnTo>
                  <a:cubicBezTo>
                    <a:pt x="918" y="72"/>
                    <a:pt x="846" y="1"/>
                    <a:pt x="739" y="1"/>
                  </a:cubicBezTo>
                  <a:cubicBezTo>
                    <a:pt x="656" y="1"/>
                    <a:pt x="584" y="72"/>
                    <a:pt x="584" y="167"/>
                  </a:cubicBezTo>
                  <a:lnTo>
                    <a:pt x="584" y="703"/>
                  </a:lnTo>
                  <a:lnTo>
                    <a:pt x="322" y="703"/>
                  </a:lnTo>
                  <a:lnTo>
                    <a:pt x="322" y="167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40"/>
          <p:cNvGrpSpPr/>
          <p:nvPr/>
        </p:nvGrpSpPr>
        <p:grpSpPr>
          <a:xfrm>
            <a:off x="5144447" y="2766287"/>
            <a:ext cx="366664" cy="366981"/>
            <a:chOff x="2185372" y="1957799"/>
            <a:chExt cx="366664" cy="366981"/>
          </a:xfrm>
        </p:grpSpPr>
        <p:sp>
          <p:nvSpPr>
            <p:cNvPr id="697" name="Google Shape;697;p40"/>
            <p:cNvSpPr/>
            <p:nvPr/>
          </p:nvSpPr>
          <p:spPr>
            <a:xfrm>
              <a:off x="2228742" y="2000853"/>
              <a:ext cx="75082" cy="74226"/>
            </a:xfrm>
            <a:custGeom>
              <a:avLst/>
              <a:gdLst/>
              <a:ahLst/>
              <a:cxnLst/>
              <a:rect l="l" t="t" r="r" b="b"/>
              <a:pathLst>
                <a:path w="2370" h="2343" extrusionOk="0">
                  <a:moveTo>
                    <a:pt x="179" y="0"/>
                  </a:moveTo>
                  <a:cubicBezTo>
                    <a:pt x="135" y="0"/>
                    <a:pt x="90" y="15"/>
                    <a:pt x="60" y="45"/>
                  </a:cubicBezTo>
                  <a:cubicBezTo>
                    <a:pt x="1" y="104"/>
                    <a:pt x="1" y="223"/>
                    <a:pt x="60" y="283"/>
                  </a:cubicBezTo>
                  <a:lnTo>
                    <a:pt x="2072" y="2295"/>
                  </a:lnTo>
                  <a:cubicBezTo>
                    <a:pt x="2096" y="2331"/>
                    <a:pt x="2144" y="2343"/>
                    <a:pt x="2191" y="2343"/>
                  </a:cubicBezTo>
                  <a:cubicBezTo>
                    <a:pt x="2227" y="2343"/>
                    <a:pt x="2275" y="2331"/>
                    <a:pt x="2310" y="2295"/>
                  </a:cubicBezTo>
                  <a:cubicBezTo>
                    <a:pt x="2370" y="2235"/>
                    <a:pt x="2370" y="2116"/>
                    <a:pt x="2310" y="2057"/>
                  </a:cubicBezTo>
                  <a:lnTo>
                    <a:pt x="298" y="45"/>
                  </a:lnTo>
                  <a:cubicBezTo>
                    <a:pt x="269" y="15"/>
                    <a:pt x="224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2188001" y="2067159"/>
              <a:ext cx="98873" cy="35070"/>
            </a:xfrm>
            <a:custGeom>
              <a:avLst/>
              <a:gdLst/>
              <a:ahLst/>
              <a:cxnLst/>
              <a:rect l="l" t="t" r="r" b="b"/>
              <a:pathLst>
                <a:path w="3121" h="1107" extrusionOk="0">
                  <a:moveTo>
                    <a:pt x="188" y="1"/>
                  </a:moveTo>
                  <a:cubicBezTo>
                    <a:pt x="120" y="1"/>
                    <a:pt x="56" y="54"/>
                    <a:pt x="37" y="131"/>
                  </a:cubicBezTo>
                  <a:cubicBezTo>
                    <a:pt x="1" y="214"/>
                    <a:pt x="60" y="309"/>
                    <a:pt x="156" y="333"/>
                  </a:cubicBezTo>
                  <a:lnTo>
                    <a:pt x="2882" y="1107"/>
                  </a:lnTo>
                  <a:lnTo>
                    <a:pt x="2918" y="1107"/>
                  </a:lnTo>
                  <a:cubicBezTo>
                    <a:pt x="3001" y="1107"/>
                    <a:pt x="3073" y="1071"/>
                    <a:pt x="3085" y="988"/>
                  </a:cubicBezTo>
                  <a:cubicBezTo>
                    <a:pt x="3120" y="904"/>
                    <a:pt x="3061" y="809"/>
                    <a:pt x="2965" y="785"/>
                  </a:cubicBezTo>
                  <a:lnTo>
                    <a:pt x="239" y="11"/>
                  </a:lnTo>
                  <a:cubicBezTo>
                    <a:pt x="222" y="4"/>
                    <a:pt x="205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2185372" y="2119114"/>
              <a:ext cx="97733" cy="37066"/>
            </a:xfrm>
            <a:custGeom>
              <a:avLst/>
              <a:gdLst/>
              <a:ahLst/>
              <a:cxnLst/>
              <a:rect l="l" t="t" r="r" b="b"/>
              <a:pathLst>
                <a:path w="3085" h="1170" extrusionOk="0">
                  <a:moveTo>
                    <a:pt x="2872" y="1"/>
                  </a:moveTo>
                  <a:cubicBezTo>
                    <a:pt x="2863" y="1"/>
                    <a:pt x="2855" y="1"/>
                    <a:pt x="2846" y="3"/>
                  </a:cubicBezTo>
                  <a:lnTo>
                    <a:pt x="131" y="836"/>
                  </a:lnTo>
                  <a:cubicBezTo>
                    <a:pt x="48" y="872"/>
                    <a:pt x="0" y="955"/>
                    <a:pt x="12" y="1050"/>
                  </a:cubicBezTo>
                  <a:cubicBezTo>
                    <a:pt x="48" y="1122"/>
                    <a:pt x="108" y="1169"/>
                    <a:pt x="179" y="1169"/>
                  </a:cubicBezTo>
                  <a:cubicBezTo>
                    <a:pt x="191" y="1169"/>
                    <a:pt x="203" y="1169"/>
                    <a:pt x="227" y="1158"/>
                  </a:cubicBezTo>
                  <a:lnTo>
                    <a:pt x="2929" y="324"/>
                  </a:lnTo>
                  <a:cubicBezTo>
                    <a:pt x="3037" y="300"/>
                    <a:pt x="3084" y="217"/>
                    <a:pt x="3048" y="122"/>
                  </a:cubicBezTo>
                  <a:cubicBezTo>
                    <a:pt x="3027" y="47"/>
                    <a:pt x="2948" y="1"/>
                    <a:pt x="28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2294763" y="1960587"/>
              <a:ext cx="36242" cy="97131"/>
            </a:xfrm>
            <a:custGeom>
              <a:avLst/>
              <a:gdLst/>
              <a:ahLst/>
              <a:cxnLst/>
              <a:rect l="l" t="t" r="r" b="b"/>
              <a:pathLst>
                <a:path w="1144" h="3066" extrusionOk="0">
                  <a:moveTo>
                    <a:pt x="185" y="1"/>
                  </a:moveTo>
                  <a:cubicBezTo>
                    <a:pt x="172" y="1"/>
                    <a:pt x="158" y="2"/>
                    <a:pt x="143" y="6"/>
                  </a:cubicBezTo>
                  <a:cubicBezTo>
                    <a:pt x="60" y="42"/>
                    <a:pt x="0" y="125"/>
                    <a:pt x="24" y="220"/>
                  </a:cubicBezTo>
                  <a:lnTo>
                    <a:pt x="798" y="2947"/>
                  </a:lnTo>
                  <a:cubicBezTo>
                    <a:pt x="822" y="3018"/>
                    <a:pt x="893" y="3066"/>
                    <a:pt x="965" y="3066"/>
                  </a:cubicBezTo>
                  <a:lnTo>
                    <a:pt x="1012" y="3066"/>
                  </a:lnTo>
                  <a:cubicBezTo>
                    <a:pt x="1096" y="3030"/>
                    <a:pt x="1143" y="2947"/>
                    <a:pt x="1131" y="2852"/>
                  </a:cubicBezTo>
                  <a:lnTo>
                    <a:pt x="357" y="125"/>
                  </a:lnTo>
                  <a:cubicBezTo>
                    <a:pt x="327" y="54"/>
                    <a:pt x="262" y="1"/>
                    <a:pt x="18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2346433" y="1957799"/>
              <a:ext cx="38491" cy="96909"/>
            </a:xfrm>
            <a:custGeom>
              <a:avLst/>
              <a:gdLst/>
              <a:ahLst/>
              <a:cxnLst/>
              <a:rect l="l" t="t" r="r" b="b"/>
              <a:pathLst>
                <a:path w="1215" h="3059" extrusionOk="0">
                  <a:moveTo>
                    <a:pt x="1021" y="0"/>
                  </a:moveTo>
                  <a:cubicBezTo>
                    <a:pt x="953" y="0"/>
                    <a:pt x="889" y="54"/>
                    <a:pt x="870" y="130"/>
                  </a:cubicBezTo>
                  <a:lnTo>
                    <a:pt x="36" y="2832"/>
                  </a:lnTo>
                  <a:cubicBezTo>
                    <a:pt x="0" y="2928"/>
                    <a:pt x="60" y="3011"/>
                    <a:pt x="155" y="3047"/>
                  </a:cubicBezTo>
                  <a:cubicBezTo>
                    <a:pt x="167" y="3047"/>
                    <a:pt x="179" y="3059"/>
                    <a:pt x="203" y="3059"/>
                  </a:cubicBezTo>
                  <a:cubicBezTo>
                    <a:pt x="274" y="3059"/>
                    <a:pt x="334" y="3011"/>
                    <a:pt x="358" y="2940"/>
                  </a:cubicBezTo>
                  <a:lnTo>
                    <a:pt x="1191" y="237"/>
                  </a:lnTo>
                  <a:cubicBezTo>
                    <a:pt x="1215" y="130"/>
                    <a:pt x="1167" y="23"/>
                    <a:pt x="1072" y="11"/>
                  </a:cubicBezTo>
                  <a:cubicBezTo>
                    <a:pt x="1055" y="4"/>
                    <a:pt x="1038" y="0"/>
                    <a:pt x="10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2290993" y="2100391"/>
              <a:ext cx="37731" cy="121778"/>
            </a:xfrm>
            <a:custGeom>
              <a:avLst/>
              <a:gdLst/>
              <a:ahLst/>
              <a:cxnLst/>
              <a:rect l="l" t="t" r="r" b="b"/>
              <a:pathLst>
                <a:path w="1191" h="3844" extrusionOk="0">
                  <a:moveTo>
                    <a:pt x="721" y="1"/>
                  </a:moveTo>
                  <a:cubicBezTo>
                    <a:pt x="670" y="1"/>
                    <a:pt x="616" y="30"/>
                    <a:pt x="572" y="82"/>
                  </a:cubicBezTo>
                  <a:cubicBezTo>
                    <a:pt x="191" y="629"/>
                    <a:pt x="0" y="1296"/>
                    <a:pt x="60" y="1987"/>
                  </a:cubicBezTo>
                  <a:cubicBezTo>
                    <a:pt x="119" y="2665"/>
                    <a:pt x="417" y="3308"/>
                    <a:pt x="893" y="3796"/>
                  </a:cubicBezTo>
                  <a:cubicBezTo>
                    <a:pt x="917" y="3832"/>
                    <a:pt x="965" y="3844"/>
                    <a:pt x="1012" y="3844"/>
                  </a:cubicBezTo>
                  <a:cubicBezTo>
                    <a:pt x="1060" y="3844"/>
                    <a:pt x="1096" y="3832"/>
                    <a:pt x="1131" y="3796"/>
                  </a:cubicBezTo>
                  <a:cubicBezTo>
                    <a:pt x="1191" y="3725"/>
                    <a:pt x="1191" y="3618"/>
                    <a:pt x="1131" y="3546"/>
                  </a:cubicBezTo>
                  <a:cubicBezTo>
                    <a:pt x="250" y="2665"/>
                    <a:pt x="131" y="1284"/>
                    <a:pt x="857" y="272"/>
                  </a:cubicBezTo>
                  <a:cubicBezTo>
                    <a:pt x="917" y="201"/>
                    <a:pt x="893" y="94"/>
                    <a:pt x="810" y="34"/>
                  </a:cubicBezTo>
                  <a:cubicBezTo>
                    <a:pt x="783" y="12"/>
                    <a:pt x="752" y="1"/>
                    <a:pt x="7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2353592" y="2091362"/>
              <a:ext cx="68302" cy="20307"/>
            </a:xfrm>
            <a:custGeom>
              <a:avLst/>
              <a:gdLst/>
              <a:ahLst/>
              <a:cxnLst/>
              <a:rect l="l" t="t" r="r" b="b"/>
              <a:pathLst>
                <a:path w="2156" h="641" extrusionOk="0">
                  <a:moveTo>
                    <a:pt x="971" y="1"/>
                  </a:moveTo>
                  <a:cubicBezTo>
                    <a:pt x="708" y="1"/>
                    <a:pt x="417" y="59"/>
                    <a:pt x="120" y="224"/>
                  </a:cubicBezTo>
                  <a:cubicBezTo>
                    <a:pt x="24" y="271"/>
                    <a:pt x="1" y="379"/>
                    <a:pt x="60" y="462"/>
                  </a:cubicBezTo>
                  <a:cubicBezTo>
                    <a:pt x="90" y="522"/>
                    <a:pt x="144" y="554"/>
                    <a:pt x="201" y="554"/>
                  </a:cubicBezTo>
                  <a:cubicBezTo>
                    <a:pt x="234" y="554"/>
                    <a:pt x="268" y="543"/>
                    <a:pt x="298" y="521"/>
                  </a:cubicBezTo>
                  <a:cubicBezTo>
                    <a:pt x="537" y="391"/>
                    <a:pt x="771" y="345"/>
                    <a:pt x="982" y="345"/>
                  </a:cubicBezTo>
                  <a:cubicBezTo>
                    <a:pt x="1488" y="345"/>
                    <a:pt x="1869" y="608"/>
                    <a:pt x="1894" y="617"/>
                  </a:cubicBezTo>
                  <a:cubicBezTo>
                    <a:pt x="1918" y="629"/>
                    <a:pt x="1953" y="640"/>
                    <a:pt x="2001" y="640"/>
                  </a:cubicBezTo>
                  <a:cubicBezTo>
                    <a:pt x="2060" y="640"/>
                    <a:pt x="2096" y="617"/>
                    <a:pt x="2132" y="569"/>
                  </a:cubicBezTo>
                  <a:cubicBezTo>
                    <a:pt x="2156" y="498"/>
                    <a:pt x="2144" y="390"/>
                    <a:pt x="2072" y="331"/>
                  </a:cubicBezTo>
                  <a:cubicBezTo>
                    <a:pt x="2039" y="314"/>
                    <a:pt x="1581" y="1"/>
                    <a:pt x="97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2321532" y="2064434"/>
              <a:ext cx="230504" cy="260346"/>
            </a:xfrm>
            <a:custGeom>
              <a:avLst/>
              <a:gdLst/>
              <a:ahLst/>
              <a:cxnLst/>
              <a:rect l="l" t="t" r="r" b="b"/>
              <a:pathLst>
                <a:path w="7276" h="8218" extrusionOk="0">
                  <a:moveTo>
                    <a:pt x="3322" y="3038"/>
                  </a:moveTo>
                  <a:cubicBezTo>
                    <a:pt x="3394" y="3038"/>
                    <a:pt x="3489" y="3074"/>
                    <a:pt x="3549" y="3134"/>
                  </a:cubicBezTo>
                  <a:cubicBezTo>
                    <a:pt x="3668" y="3241"/>
                    <a:pt x="3668" y="3431"/>
                    <a:pt x="3525" y="3562"/>
                  </a:cubicBezTo>
                  <a:cubicBezTo>
                    <a:pt x="3465" y="3622"/>
                    <a:pt x="3388" y="3651"/>
                    <a:pt x="3311" y="3651"/>
                  </a:cubicBezTo>
                  <a:cubicBezTo>
                    <a:pt x="3233" y="3651"/>
                    <a:pt x="3156" y="3622"/>
                    <a:pt x="3096" y="3562"/>
                  </a:cubicBezTo>
                  <a:cubicBezTo>
                    <a:pt x="2977" y="3443"/>
                    <a:pt x="2977" y="3253"/>
                    <a:pt x="3096" y="3134"/>
                  </a:cubicBezTo>
                  <a:cubicBezTo>
                    <a:pt x="3156" y="3074"/>
                    <a:pt x="3227" y="3038"/>
                    <a:pt x="3322" y="3038"/>
                  </a:cubicBezTo>
                  <a:close/>
                  <a:moveTo>
                    <a:pt x="2441" y="3919"/>
                  </a:moveTo>
                  <a:cubicBezTo>
                    <a:pt x="2537" y="3919"/>
                    <a:pt x="2608" y="3955"/>
                    <a:pt x="2668" y="4015"/>
                  </a:cubicBezTo>
                  <a:cubicBezTo>
                    <a:pt x="2727" y="4074"/>
                    <a:pt x="2751" y="4146"/>
                    <a:pt x="2751" y="4229"/>
                  </a:cubicBezTo>
                  <a:cubicBezTo>
                    <a:pt x="2739" y="4312"/>
                    <a:pt x="2715" y="4384"/>
                    <a:pt x="2656" y="4443"/>
                  </a:cubicBezTo>
                  <a:cubicBezTo>
                    <a:pt x="2596" y="4503"/>
                    <a:pt x="2516" y="4533"/>
                    <a:pt x="2435" y="4533"/>
                  </a:cubicBezTo>
                  <a:cubicBezTo>
                    <a:pt x="2355" y="4533"/>
                    <a:pt x="2275" y="4503"/>
                    <a:pt x="2215" y="4443"/>
                  </a:cubicBezTo>
                  <a:cubicBezTo>
                    <a:pt x="2096" y="4324"/>
                    <a:pt x="2096" y="4134"/>
                    <a:pt x="2215" y="4015"/>
                  </a:cubicBezTo>
                  <a:cubicBezTo>
                    <a:pt x="2275" y="3955"/>
                    <a:pt x="2358" y="3919"/>
                    <a:pt x="2441" y="3919"/>
                  </a:cubicBezTo>
                  <a:close/>
                  <a:moveTo>
                    <a:pt x="6109" y="5062"/>
                  </a:moveTo>
                  <a:lnTo>
                    <a:pt x="6620" y="5586"/>
                  </a:lnTo>
                  <a:lnTo>
                    <a:pt x="4775" y="7432"/>
                  </a:lnTo>
                  <a:lnTo>
                    <a:pt x="4656" y="7551"/>
                  </a:lnTo>
                  <a:lnTo>
                    <a:pt x="4144" y="7027"/>
                  </a:lnTo>
                  <a:lnTo>
                    <a:pt x="4215" y="6955"/>
                  </a:lnTo>
                  <a:lnTo>
                    <a:pt x="4680" y="6491"/>
                  </a:lnTo>
                  <a:lnTo>
                    <a:pt x="5573" y="5598"/>
                  </a:lnTo>
                  <a:lnTo>
                    <a:pt x="6025" y="5146"/>
                  </a:lnTo>
                  <a:lnTo>
                    <a:pt x="6109" y="5062"/>
                  </a:lnTo>
                  <a:close/>
                  <a:moveTo>
                    <a:pt x="6644" y="6062"/>
                  </a:moveTo>
                  <a:lnTo>
                    <a:pt x="6668" y="6098"/>
                  </a:lnTo>
                  <a:cubicBezTo>
                    <a:pt x="6859" y="6289"/>
                    <a:pt x="6978" y="6551"/>
                    <a:pt x="6978" y="6836"/>
                  </a:cubicBezTo>
                  <a:cubicBezTo>
                    <a:pt x="6978" y="7122"/>
                    <a:pt x="6859" y="7384"/>
                    <a:pt x="6668" y="7586"/>
                  </a:cubicBezTo>
                  <a:cubicBezTo>
                    <a:pt x="6478" y="7777"/>
                    <a:pt x="6204" y="7896"/>
                    <a:pt x="5930" y="7896"/>
                  </a:cubicBezTo>
                  <a:cubicBezTo>
                    <a:pt x="5644" y="7896"/>
                    <a:pt x="5370" y="7789"/>
                    <a:pt x="5180" y="7586"/>
                  </a:cubicBezTo>
                  <a:lnTo>
                    <a:pt x="5156" y="7551"/>
                  </a:lnTo>
                  <a:lnTo>
                    <a:pt x="6644" y="6062"/>
                  </a:lnTo>
                  <a:close/>
                  <a:moveTo>
                    <a:pt x="1942" y="1"/>
                  </a:moveTo>
                  <a:cubicBezTo>
                    <a:pt x="1249" y="1"/>
                    <a:pt x="584" y="249"/>
                    <a:pt x="72" y="693"/>
                  </a:cubicBezTo>
                  <a:cubicBezTo>
                    <a:pt x="1" y="752"/>
                    <a:pt x="1" y="859"/>
                    <a:pt x="60" y="931"/>
                  </a:cubicBezTo>
                  <a:cubicBezTo>
                    <a:pt x="91" y="968"/>
                    <a:pt x="135" y="986"/>
                    <a:pt x="181" y="986"/>
                  </a:cubicBezTo>
                  <a:cubicBezTo>
                    <a:pt x="222" y="986"/>
                    <a:pt x="264" y="971"/>
                    <a:pt x="298" y="943"/>
                  </a:cubicBezTo>
                  <a:cubicBezTo>
                    <a:pt x="775" y="540"/>
                    <a:pt x="1365" y="340"/>
                    <a:pt x="1953" y="340"/>
                  </a:cubicBezTo>
                  <a:cubicBezTo>
                    <a:pt x="2601" y="340"/>
                    <a:pt x="3247" y="582"/>
                    <a:pt x="3739" y="1062"/>
                  </a:cubicBezTo>
                  <a:cubicBezTo>
                    <a:pt x="4144" y="1467"/>
                    <a:pt x="4406" y="1967"/>
                    <a:pt x="4477" y="2538"/>
                  </a:cubicBezTo>
                  <a:cubicBezTo>
                    <a:pt x="4620" y="3491"/>
                    <a:pt x="5013" y="4336"/>
                    <a:pt x="5668" y="5003"/>
                  </a:cubicBezTo>
                  <a:lnTo>
                    <a:pt x="5454" y="5229"/>
                  </a:lnTo>
                  <a:lnTo>
                    <a:pt x="3882" y="3669"/>
                  </a:lnTo>
                  <a:cubicBezTo>
                    <a:pt x="4037" y="3419"/>
                    <a:pt x="3989" y="3098"/>
                    <a:pt x="3787" y="2884"/>
                  </a:cubicBezTo>
                  <a:cubicBezTo>
                    <a:pt x="3656" y="2753"/>
                    <a:pt x="3486" y="2687"/>
                    <a:pt x="3318" y="2687"/>
                  </a:cubicBezTo>
                  <a:cubicBezTo>
                    <a:pt x="3150" y="2687"/>
                    <a:pt x="2983" y="2753"/>
                    <a:pt x="2858" y="2884"/>
                  </a:cubicBezTo>
                  <a:cubicBezTo>
                    <a:pt x="2656" y="3086"/>
                    <a:pt x="2608" y="3419"/>
                    <a:pt x="2751" y="3669"/>
                  </a:cubicBezTo>
                  <a:cubicBezTo>
                    <a:pt x="2656" y="3610"/>
                    <a:pt x="2549" y="3574"/>
                    <a:pt x="2429" y="3574"/>
                  </a:cubicBezTo>
                  <a:cubicBezTo>
                    <a:pt x="2251" y="3574"/>
                    <a:pt x="2084" y="3657"/>
                    <a:pt x="1965" y="3776"/>
                  </a:cubicBezTo>
                  <a:cubicBezTo>
                    <a:pt x="1715" y="4027"/>
                    <a:pt x="1715" y="4443"/>
                    <a:pt x="1965" y="4693"/>
                  </a:cubicBezTo>
                  <a:cubicBezTo>
                    <a:pt x="2096" y="4824"/>
                    <a:pt x="2263" y="4884"/>
                    <a:pt x="2429" y="4884"/>
                  </a:cubicBezTo>
                  <a:cubicBezTo>
                    <a:pt x="2537" y="4884"/>
                    <a:pt x="2656" y="4860"/>
                    <a:pt x="2739" y="4800"/>
                  </a:cubicBezTo>
                  <a:cubicBezTo>
                    <a:pt x="2834" y="4884"/>
                    <a:pt x="2906" y="4967"/>
                    <a:pt x="2989" y="5039"/>
                  </a:cubicBezTo>
                  <a:cubicBezTo>
                    <a:pt x="3025" y="5062"/>
                    <a:pt x="3072" y="5086"/>
                    <a:pt x="3108" y="5086"/>
                  </a:cubicBezTo>
                  <a:cubicBezTo>
                    <a:pt x="3156" y="5086"/>
                    <a:pt x="3203" y="5062"/>
                    <a:pt x="3227" y="5027"/>
                  </a:cubicBezTo>
                  <a:cubicBezTo>
                    <a:pt x="3287" y="4943"/>
                    <a:pt x="3287" y="4848"/>
                    <a:pt x="3215" y="4789"/>
                  </a:cubicBezTo>
                  <a:cubicBezTo>
                    <a:pt x="3144" y="4705"/>
                    <a:pt x="3049" y="4634"/>
                    <a:pt x="2977" y="4562"/>
                  </a:cubicBezTo>
                  <a:cubicBezTo>
                    <a:pt x="3037" y="4455"/>
                    <a:pt x="3072" y="4348"/>
                    <a:pt x="3072" y="4229"/>
                  </a:cubicBezTo>
                  <a:cubicBezTo>
                    <a:pt x="3072" y="4110"/>
                    <a:pt x="3037" y="3991"/>
                    <a:pt x="2977" y="3907"/>
                  </a:cubicBezTo>
                  <a:lnTo>
                    <a:pt x="2977" y="3907"/>
                  </a:lnTo>
                  <a:cubicBezTo>
                    <a:pt x="3084" y="3967"/>
                    <a:pt x="3203" y="3991"/>
                    <a:pt x="3311" y="3991"/>
                  </a:cubicBezTo>
                  <a:cubicBezTo>
                    <a:pt x="3430" y="3991"/>
                    <a:pt x="3525" y="3967"/>
                    <a:pt x="3632" y="3907"/>
                  </a:cubicBezTo>
                  <a:lnTo>
                    <a:pt x="5192" y="5467"/>
                  </a:lnTo>
                  <a:lnTo>
                    <a:pt x="4537" y="6122"/>
                  </a:lnTo>
                  <a:lnTo>
                    <a:pt x="3751" y="5336"/>
                  </a:lnTo>
                  <a:cubicBezTo>
                    <a:pt x="3721" y="5300"/>
                    <a:pt x="3677" y="5283"/>
                    <a:pt x="3632" y="5283"/>
                  </a:cubicBezTo>
                  <a:cubicBezTo>
                    <a:pt x="3587" y="5283"/>
                    <a:pt x="3543" y="5300"/>
                    <a:pt x="3513" y="5336"/>
                  </a:cubicBezTo>
                  <a:cubicBezTo>
                    <a:pt x="3442" y="5396"/>
                    <a:pt x="3442" y="5515"/>
                    <a:pt x="3513" y="5574"/>
                  </a:cubicBezTo>
                  <a:lnTo>
                    <a:pt x="4299" y="6360"/>
                  </a:lnTo>
                  <a:lnTo>
                    <a:pt x="4084" y="6586"/>
                  </a:lnTo>
                  <a:cubicBezTo>
                    <a:pt x="3394" y="5932"/>
                    <a:pt x="2537" y="5515"/>
                    <a:pt x="1620" y="5396"/>
                  </a:cubicBezTo>
                  <a:cubicBezTo>
                    <a:pt x="1286" y="5348"/>
                    <a:pt x="941" y="5229"/>
                    <a:pt x="644" y="5050"/>
                  </a:cubicBezTo>
                  <a:cubicBezTo>
                    <a:pt x="621" y="5035"/>
                    <a:pt x="595" y="5029"/>
                    <a:pt x="568" y="5029"/>
                  </a:cubicBezTo>
                  <a:cubicBezTo>
                    <a:pt x="510" y="5029"/>
                    <a:pt x="446" y="5061"/>
                    <a:pt x="405" y="5110"/>
                  </a:cubicBezTo>
                  <a:cubicBezTo>
                    <a:pt x="358" y="5181"/>
                    <a:pt x="394" y="5289"/>
                    <a:pt x="465" y="5348"/>
                  </a:cubicBezTo>
                  <a:cubicBezTo>
                    <a:pt x="810" y="5562"/>
                    <a:pt x="1179" y="5681"/>
                    <a:pt x="1560" y="5741"/>
                  </a:cubicBezTo>
                  <a:cubicBezTo>
                    <a:pt x="2394" y="5836"/>
                    <a:pt x="3191" y="6229"/>
                    <a:pt x="3823" y="6824"/>
                  </a:cubicBezTo>
                  <a:lnTo>
                    <a:pt x="3751" y="6896"/>
                  </a:lnTo>
                  <a:cubicBezTo>
                    <a:pt x="3692" y="6955"/>
                    <a:pt x="3692" y="7075"/>
                    <a:pt x="3751" y="7134"/>
                  </a:cubicBezTo>
                  <a:lnTo>
                    <a:pt x="4525" y="7908"/>
                  </a:lnTo>
                  <a:cubicBezTo>
                    <a:pt x="4561" y="7944"/>
                    <a:pt x="4596" y="7956"/>
                    <a:pt x="4644" y="7956"/>
                  </a:cubicBezTo>
                  <a:cubicBezTo>
                    <a:pt x="4692" y="7956"/>
                    <a:pt x="4739" y="7944"/>
                    <a:pt x="4763" y="7908"/>
                  </a:cubicBezTo>
                  <a:lnTo>
                    <a:pt x="4882" y="7789"/>
                  </a:lnTo>
                  <a:lnTo>
                    <a:pt x="4918" y="7825"/>
                  </a:lnTo>
                  <a:cubicBezTo>
                    <a:pt x="5180" y="8087"/>
                    <a:pt x="5525" y="8217"/>
                    <a:pt x="5894" y="8217"/>
                  </a:cubicBezTo>
                  <a:cubicBezTo>
                    <a:pt x="6263" y="8217"/>
                    <a:pt x="6620" y="8075"/>
                    <a:pt x="6882" y="7825"/>
                  </a:cubicBezTo>
                  <a:cubicBezTo>
                    <a:pt x="7144" y="7551"/>
                    <a:pt x="7275" y="7205"/>
                    <a:pt x="7275" y="6836"/>
                  </a:cubicBezTo>
                  <a:cubicBezTo>
                    <a:pt x="7275" y="6467"/>
                    <a:pt x="7180" y="6122"/>
                    <a:pt x="6906" y="5860"/>
                  </a:cubicBezTo>
                  <a:lnTo>
                    <a:pt x="6882" y="5824"/>
                  </a:lnTo>
                  <a:lnTo>
                    <a:pt x="6990" y="5705"/>
                  </a:lnTo>
                  <a:cubicBezTo>
                    <a:pt x="7049" y="5646"/>
                    <a:pt x="7049" y="5527"/>
                    <a:pt x="6990" y="5467"/>
                  </a:cubicBezTo>
                  <a:lnTo>
                    <a:pt x="6216" y="4693"/>
                  </a:lnTo>
                  <a:cubicBezTo>
                    <a:pt x="6192" y="4669"/>
                    <a:pt x="6144" y="4646"/>
                    <a:pt x="6097" y="4646"/>
                  </a:cubicBezTo>
                  <a:cubicBezTo>
                    <a:pt x="6061" y="4646"/>
                    <a:pt x="6013" y="4669"/>
                    <a:pt x="5989" y="4693"/>
                  </a:cubicBezTo>
                  <a:lnTo>
                    <a:pt x="5906" y="4765"/>
                  </a:lnTo>
                  <a:cubicBezTo>
                    <a:pt x="5311" y="4157"/>
                    <a:pt x="4942" y="3372"/>
                    <a:pt x="4823" y="2491"/>
                  </a:cubicBezTo>
                  <a:cubicBezTo>
                    <a:pt x="4739" y="1848"/>
                    <a:pt x="4454" y="1276"/>
                    <a:pt x="3977" y="824"/>
                  </a:cubicBezTo>
                  <a:cubicBezTo>
                    <a:pt x="3453" y="324"/>
                    <a:pt x="2775" y="26"/>
                    <a:pt x="2037" y="2"/>
                  </a:cubicBezTo>
                  <a:cubicBezTo>
                    <a:pt x="2005" y="1"/>
                    <a:pt x="1973" y="1"/>
                    <a:pt x="19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5" name="Google Shape;705;p40"/>
          <p:cNvGrpSpPr/>
          <p:nvPr/>
        </p:nvGrpSpPr>
        <p:grpSpPr>
          <a:xfrm>
            <a:off x="5146613" y="3586666"/>
            <a:ext cx="362320" cy="364230"/>
            <a:chOff x="6069423" y="2891892"/>
            <a:chExt cx="362320" cy="364230"/>
          </a:xfrm>
        </p:grpSpPr>
        <p:sp>
          <p:nvSpPr>
            <p:cNvPr id="706" name="Google Shape;706;p4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2" name="Google Shape;712;p40"/>
          <p:cNvSpPr/>
          <p:nvPr/>
        </p:nvSpPr>
        <p:spPr>
          <a:xfrm>
            <a:off x="3893225" y="2597713"/>
            <a:ext cx="764402" cy="335724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A5B7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66223-249D-BCF1-3255-661C997E4E9B}"/>
              </a:ext>
            </a:extLst>
          </p:cNvPr>
          <p:cNvSpPr txBox="1"/>
          <p:nvPr/>
        </p:nvSpPr>
        <p:spPr>
          <a:xfrm>
            <a:off x="4038061" y="2245490"/>
            <a:ext cx="97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1"/>
          <p:cNvSpPr txBox="1"/>
          <p:nvPr/>
        </p:nvSpPr>
        <p:spPr>
          <a:xfrm>
            <a:off x="703775" y="339505"/>
            <a:ext cx="3119052" cy="1901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zh-CN" sz="3000" b="1"/>
              <a:t>Demo</a:t>
            </a:r>
            <a:endParaRPr sz="3300" b="1"/>
          </a:p>
        </p:txBody>
      </p:sp>
      <p:sp>
        <p:nvSpPr>
          <p:cNvPr id="718" name="Google Shape;718;p41"/>
          <p:cNvSpPr txBox="1"/>
          <p:nvPr/>
        </p:nvSpPr>
        <p:spPr>
          <a:xfrm>
            <a:off x="4873046" y="2907427"/>
            <a:ext cx="3356555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demonstration showcases </a:t>
            </a:r>
            <a:r>
              <a:rPr lang="en-US" altLang="zh-CN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CommuniqElevate's</a:t>
            </a:r>
            <a:r>
              <a:rPr lang="en-US" altLang="zh-CN" sz="11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intelligent language assessment system. Users can log in as a teacher or student, upload their submissions, and instantly receive AI-generated evaluations. Our platform analyzes grammar, fluency, coherence, and relevance, providing actionable feedback to support continuous language improvement.</a:t>
            </a:r>
            <a:endParaRPr sz="1100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Placeholder 1">
            <a:hlinkClick r:id="rId3" action="ppaction://hlinkfile"/>
            <a:extLst>
              <a:ext uri="{FF2B5EF4-FFF2-40B4-BE49-F238E27FC236}">
                <a16:creationId xmlns:a16="http://schemas.microsoft.com/office/drawing/2014/main" id="{95164598-1472-1AAE-7D8D-67782EA3E56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l="23905" t="33555" r="19100" b="2590"/>
          <a:stretch/>
        </p:blipFill>
        <p:spPr>
          <a:xfrm>
            <a:off x="620551" y="2325981"/>
            <a:ext cx="3408365" cy="2116974"/>
          </a:xfrm>
          <a:prstGeom prst="rect">
            <a:avLst/>
          </a:prstGeom>
        </p:spPr>
      </p:pic>
      <p:grpSp>
        <p:nvGrpSpPr>
          <p:cNvPr id="8" name="Google Shape;1396;p59">
            <a:extLst>
              <a:ext uri="{FF2B5EF4-FFF2-40B4-BE49-F238E27FC236}">
                <a16:creationId xmlns:a16="http://schemas.microsoft.com/office/drawing/2014/main" id="{FA6C6A4D-F7A9-AF31-A3D9-4D212514504A}"/>
              </a:ext>
            </a:extLst>
          </p:cNvPr>
          <p:cNvGrpSpPr/>
          <p:nvPr/>
        </p:nvGrpSpPr>
        <p:grpSpPr>
          <a:xfrm>
            <a:off x="4710671" y="120276"/>
            <a:ext cx="1577201" cy="1743501"/>
            <a:chOff x="1244925" y="2303614"/>
            <a:chExt cx="1410352" cy="1695780"/>
          </a:xfrm>
        </p:grpSpPr>
        <p:sp>
          <p:nvSpPr>
            <p:cNvPr id="9" name="Google Shape;1397;p59">
              <a:extLst>
                <a:ext uri="{FF2B5EF4-FFF2-40B4-BE49-F238E27FC236}">
                  <a16:creationId xmlns:a16="http://schemas.microsoft.com/office/drawing/2014/main" id="{F1CFBFD7-7955-D7B0-A6C0-F2807506F81B}"/>
                </a:ext>
              </a:extLst>
            </p:cNvPr>
            <p:cNvSpPr/>
            <p:nvPr/>
          </p:nvSpPr>
          <p:spPr>
            <a:xfrm>
              <a:off x="1244925" y="2303614"/>
              <a:ext cx="1410352" cy="1695780"/>
            </a:xfrm>
            <a:custGeom>
              <a:avLst/>
              <a:gdLst/>
              <a:ahLst/>
              <a:cxnLst/>
              <a:rect l="l" t="t" r="r" b="b"/>
              <a:pathLst>
                <a:path w="800100" h="962025" extrusionOk="0">
                  <a:moveTo>
                    <a:pt x="198332" y="961703"/>
                  </a:moveTo>
                  <a:lnTo>
                    <a:pt x="646959" y="961703"/>
                  </a:lnTo>
                  <a:cubicBezTo>
                    <a:pt x="633624" y="935986"/>
                    <a:pt x="619337" y="903601"/>
                    <a:pt x="610764" y="885503"/>
                  </a:cubicBezTo>
                  <a:cubicBezTo>
                    <a:pt x="586952" y="829306"/>
                    <a:pt x="604097" y="706433"/>
                    <a:pt x="686964" y="625471"/>
                  </a:cubicBezTo>
                  <a:cubicBezTo>
                    <a:pt x="766022" y="548318"/>
                    <a:pt x="817457" y="398776"/>
                    <a:pt x="786024" y="283523"/>
                  </a:cubicBezTo>
                  <a:cubicBezTo>
                    <a:pt x="734589" y="93023"/>
                    <a:pt x="563139" y="-25087"/>
                    <a:pt x="359304" y="14918"/>
                  </a:cubicBezTo>
                  <a:cubicBezTo>
                    <a:pt x="359304" y="14918"/>
                    <a:pt x="183092" y="36826"/>
                    <a:pt x="124037" y="211133"/>
                  </a:cubicBezTo>
                  <a:cubicBezTo>
                    <a:pt x="124037" y="211133"/>
                    <a:pt x="114512" y="236851"/>
                    <a:pt x="116417" y="270188"/>
                  </a:cubicBezTo>
                  <a:cubicBezTo>
                    <a:pt x="121179" y="323528"/>
                    <a:pt x="83079" y="354961"/>
                    <a:pt x="59267" y="367343"/>
                  </a:cubicBezTo>
                  <a:cubicBezTo>
                    <a:pt x="34502" y="380678"/>
                    <a:pt x="-9313" y="402586"/>
                    <a:pt x="13547" y="427351"/>
                  </a:cubicBezTo>
                  <a:cubicBezTo>
                    <a:pt x="41169" y="457831"/>
                    <a:pt x="39264" y="496883"/>
                    <a:pt x="24024" y="515933"/>
                  </a:cubicBezTo>
                  <a:cubicBezTo>
                    <a:pt x="4974" y="538793"/>
                    <a:pt x="60219" y="539746"/>
                    <a:pt x="63077" y="552128"/>
                  </a:cubicBezTo>
                  <a:cubicBezTo>
                    <a:pt x="65934" y="565463"/>
                    <a:pt x="22119" y="554986"/>
                    <a:pt x="18309" y="570226"/>
                  </a:cubicBezTo>
                  <a:cubicBezTo>
                    <a:pt x="14499" y="586418"/>
                    <a:pt x="26882" y="590228"/>
                    <a:pt x="30692" y="609278"/>
                  </a:cubicBezTo>
                  <a:cubicBezTo>
                    <a:pt x="34502" y="628328"/>
                    <a:pt x="31644" y="663571"/>
                    <a:pt x="29739" y="673096"/>
                  </a:cubicBezTo>
                  <a:cubicBezTo>
                    <a:pt x="27834" y="682621"/>
                    <a:pt x="33549" y="739771"/>
                    <a:pt x="85937" y="744533"/>
                  </a:cubicBezTo>
                  <a:cubicBezTo>
                    <a:pt x="138324" y="749296"/>
                    <a:pt x="204047" y="738818"/>
                    <a:pt x="225002" y="764536"/>
                  </a:cubicBezTo>
                  <a:cubicBezTo>
                    <a:pt x="244052" y="790253"/>
                    <a:pt x="222144" y="890266"/>
                    <a:pt x="198332" y="9617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" name="Google Shape;1398;p59">
              <a:extLst>
                <a:ext uri="{FF2B5EF4-FFF2-40B4-BE49-F238E27FC236}">
                  <a16:creationId xmlns:a16="http://schemas.microsoft.com/office/drawing/2014/main" id="{60D1D57A-B103-AA1F-C974-0C0D14C4E25C}"/>
                </a:ext>
              </a:extLst>
            </p:cNvPr>
            <p:cNvGrpSpPr/>
            <p:nvPr/>
          </p:nvGrpSpPr>
          <p:grpSpPr>
            <a:xfrm>
              <a:off x="1684786" y="2516290"/>
              <a:ext cx="702035" cy="687994"/>
              <a:chOff x="1684786" y="2516290"/>
              <a:chExt cx="702035" cy="687994"/>
            </a:xfrm>
          </p:grpSpPr>
          <p:sp>
            <p:nvSpPr>
              <p:cNvPr id="11" name="Google Shape;1399;p59">
                <a:extLst>
                  <a:ext uri="{FF2B5EF4-FFF2-40B4-BE49-F238E27FC236}">
                    <a16:creationId xmlns:a16="http://schemas.microsoft.com/office/drawing/2014/main" id="{48E6A2D5-B2F8-8F68-FB25-53672A0F0B36}"/>
                  </a:ext>
                </a:extLst>
              </p:cNvPr>
              <p:cNvSpPr/>
              <p:nvPr/>
            </p:nvSpPr>
            <p:spPr>
              <a:xfrm>
                <a:off x="1684786" y="2516290"/>
                <a:ext cx="702035" cy="687994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66725" extrusionOk="0">
                    <a:moveTo>
                      <a:pt x="462439" y="160496"/>
                    </a:moveTo>
                    <a:cubicBezTo>
                      <a:pt x="466249" y="160496"/>
                      <a:pt x="469106" y="157639"/>
                      <a:pt x="469106" y="153829"/>
                    </a:cubicBezTo>
                    <a:lnTo>
                      <a:pt x="469106" y="149066"/>
                    </a:lnTo>
                    <a:cubicBezTo>
                      <a:pt x="469106" y="145256"/>
                      <a:pt x="466249" y="142399"/>
                      <a:pt x="462439" y="142399"/>
                    </a:cubicBezTo>
                    <a:lnTo>
                      <a:pt x="415766" y="142399"/>
                    </a:lnTo>
                    <a:lnTo>
                      <a:pt x="415766" y="93821"/>
                    </a:lnTo>
                    <a:cubicBezTo>
                      <a:pt x="415766" y="80486"/>
                      <a:pt x="405289" y="70009"/>
                      <a:pt x="391954" y="70009"/>
                    </a:cubicBezTo>
                    <a:lnTo>
                      <a:pt x="333851" y="70009"/>
                    </a:lnTo>
                    <a:lnTo>
                      <a:pt x="333851" y="13811"/>
                    </a:lnTo>
                    <a:cubicBezTo>
                      <a:pt x="333851" y="10001"/>
                      <a:pt x="330994" y="7144"/>
                      <a:pt x="327184" y="7144"/>
                    </a:cubicBezTo>
                    <a:lnTo>
                      <a:pt x="322421" y="7144"/>
                    </a:lnTo>
                    <a:cubicBezTo>
                      <a:pt x="318611" y="7144"/>
                      <a:pt x="315754" y="10001"/>
                      <a:pt x="315754" y="13811"/>
                    </a:cubicBezTo>
                    <a:lnTo>
                      <a:pt x="315754" y="70009"/>
                    </a:lnTo>
                    <a:lnTo>
                      <a:pt x="290989" y="70009"/>
                    </a:lnTo>
                    <a:lnTo>
                      <a:pt x="290989" y="13811"/>
                    </a:lnTo>
                    <a:cubicBezTo>
                      <a:pt x="290989" y="10001"/>
                      <a:pt x="287179" y="7144"/>
                      <a:pt x="283369" y="7144"/>
                    </a:cubicBezTo>
                    <a:lnTo>
                      <a:pt x="278606" y="7144"/>
                    </a:lnTo>
                    <a:cubicBezTo>
                      <a:pt x="274796" y="7144"/>
                      <a:pt x="271939" y="10001"/>
                      <a:pt x="271939" y="13811"/>
                    </a:cubicBezTo>
                    <a:lnTo>
                      <a:pt x="271939" y="70009"/>
                    </a:lnTo>
                    <a:lnTo>
                      <a:pt x="247174" y="70009"/>
                    </a:lnTo>
                    <a:lnTo>
                      <a:pt x="247174" y="13811"/>
                    </a:lnTo>
                    <a:cubicBezTo>
                      <a:pt x="247174" y="10001"/>
                      <a:pt x="244316" y="7144"/>
                      <a:pt x="240506" y="7144"/>
                    </a:cubicBezTo>
                    <a:lnTo>
                      <a:pt x="235744" y="7144"/>
                    </a:lnTo>
                    <a:cubicBezTo>
                      <a:pt x="231934" y="7144"/>
                      <a:pt x="229076" y="10001"/>
                      <a:pt x="229076" y="13811"/>
                    </a:cubicBezTo>
                    <a:lnTo>
                      <a:pt x="229076" y="70009"/>
                    </a:lnTo>
                    <a:lnTo>
                      <a:pt x="204311" y="70009"/>
                    </a:lnTo>
                    <a:lnTo>
                      <a:pt x="204311" y="13811"/>
                    </a:lnTo>
                    <a:cubicBezTo>
                      <a:pt x="204311" y="10001"/>
                      <a:pt x="201454" y="7144"/>
                      <a:pt x="197644" y="7144"/>
                    </a:cubicBezTo>
                    <a:lnTo>
                      <a:pt x="192881" y="7144"/>
                    </a:lnTo>
                    <a:cubicBezTo>
                      <a:pt x="189071" y="7144"/>
                      <a:pt x="186214" y="10001"/>
                      <a:pt x="186214" y="13811"/>
                    </a:cubicBezTo>
                    <a:lnTo>
                      <a:pt x="186214" y="70009"/>
                    </a:lnTo>
                    <a:lnTo>
                      <a:pt x="161449" y="70009"/>
                    </a:lnTo>
                    <a:lnTo>
                      <a:pt x="161449" y="13811"/>
                    </a:lnTo>
                    <a:cubicBezTo>
                      <a:pt x="161449" y="10001"/>
                      <a:pt x="158591" y="7144"/>
                      <a:pt x="154781" y="7144"/>
                    </a:cubicBezTo>
                    <a:lnTo>
                      <a:pt x="150019" y="7144"/>
                    </a:lnTo>
                    <a:cubicBezTo>
                      <a:pt x="146209" y="7144"/>
                      <a:pt x="143351" y="10001"/>
                      <a:pt x="143351" y="13811"/>
                    </a:cubicBezTo>
                    <a:lnTo>
                      <a:pt x="143351" y="70009"/>
                    </a:lnTo>
                    <a:lnTo>
                      <a:pt x="88106" y="70009"/>
                    </a:lnTo>
                    <a:cubicBezTo>
                      <a:pt x="74771" y="70009"/>
                      <a:pt x="64294" y="81439"/>
                      <a:pt x="64294" y="93821"/>
                    </a:cubicBezTo>
                    <a:lnTo>
                      <a:pt x="64294" y="142399"/>
                    </a:lnTo>
                    <a:lnTo>
                      <a:pt x="13811" y="142399"/>
                    </a:lnTo>
                    <a:cubicBezTo>
                      <a:pt x="10001" y="142399"/>
                      <a:pt x="7144" y="145256"/>
                      <a:pt x="7144" y="149066"/>
                    </a:cubicBezTo>
                    <a:lnTo>
                      <a:pt x="7144" y="153829"/>
                    </a:lnTo>
                    <a:cubicBezTo>
                      <a:pt x="7144" y="157639"/>
                      <a:pt x="10001" y="160496"/>
                      <a:pt x="13811" y="160496"/>
                    </a:cubicBezTo>
                    <a:lnTo>
                      <a:pt x="64294" y="160496"/>
                    </a:lnTo>
                    <a:lnTo>
                      <a:pt x="64294" y="185261"/>
                    </a:lnTo>
                    <a:lnTo>
                      <a:pt x="13811" y="185261"/>
                    </a:lnTo>
                    <a:cubicBezTo>
                      <a:pt x="10001" y="185261"/>
                      <a:pt x="7144" y="188119"/>
                      <a:pt x="7144" y="191929"/>
                    </a:cubicBezTo>
                    <a:lnTo>
                      <a:pt x="7144" y="196691"/>
                    </a:lnTo>
                    <a:cubicBezTo>
                      <a:pt x="7144" y="200501"/>
                      <a:pt x="10001" y="203359"/>
                      <a:pt x="13811" y="203359"/>
                    </a:cubicBezTo>
                    <a:lnTo>
                      <a:pt x="64294" y="203359"/>
                    </a:lnTo>
                    <a:lnTo>
                      <a:pt x="64294" y="228124"/>
                    </a:lnTo>
                    <a:lnTo>
                      <a:pt x="13811" y="228124"/>
                    </a:lnTo>
                    <a:cubicBezTo>
                      <a:pt x="10001" y="229076"/>
                      <a:pt x="7144" y="231934"/>
                      <a:pt x="7144" y="235744"/>
                    </a:cubicBezTo>
                    <a:lnTo>
                      <a:pt x="7144" y="240506"/>
                    </a:lnTo>
                    <a:cubicBezTo>
                      <a:pt x="7144" y="244316"/>
                      <a:pt x="10001" y="247174"/>
                      <a:pt x="13811" y="247174"/>
                    </a:cubicBezTo>
                    <a:lnTo>
                      <a:pt x="64294" y="247174"/>
                    </a:lnTo>
                    <a:lnTo>
                      <a:pt x="64294" y="271939"/>
                    </a:lnTo>
                    <a:lnTo>
                      <a:pt x="13811" y="271939"/>
                    </a:lnTo>
                    <a:cubicBezTo>
                      <a:pt x="10001" y="271939"/>
                      <a:pt x="7144" y="274796"/>
                      <a:pt x="7144" y="278606"/>
                    </a:cubicBezTo>
                    <a:lnTo>
                      <a:pt x="7144" y="283369"/>
                    </a:lnTo>
                    <a:cubicBezTo>
                      <a:pt x="7144" y="287179"/>
                      <a:pt x="10001" y="290036"/>
                      <a:pt x="13811" y="290036"/>
                    </a:cubicBezTo>
                    <a:lnTo>
                      <a:pt x="64294" y="290036"/>
                    </a:lnTo>
                    <a:lnTo>
                      <a:pt x="64294" y="314801"/>
                    </a:lnTo>
                    <a:lnTo>
                      <a:pt x="13811" y="314801"/>
                    </a:lnTo>
                    <a:cubicBezTo>
                      <a:pt x="10001" y="314801"/>
                      <a:pt x="7144" y="317659"/>
                      <a:pt x="7144" y="321469"/>
                    </a:cubicBezTo>
                    <a:lnTo>
                      <a:pt x="7144" y="326231"/>
                    </a:lnTo>
                    <a:cubicBezTo>
                      <a:pt x="7144" y="330041"/>
                      <a:pt x="10001" y="332899"/>
                      <a:pt x="13811" y="332899"/>
                    </a:cubicBezTo>
                    <a:lnTo>
                      <a:pt x="64294" y="332899"/>
                    </a:lnTo>
                    <a:lnTo>
                      <a:pt x="64294" y="380524"/>
                    </a:lnTo>
                    <a:cubicBezTo>
                      <a:pt x="64294" y="393859"/>
                      <a:pt x="74771" y="404336"/>
                      <a:pt x="88106" y="404336"/>
                    </a:cubicBezTo>
                    <a:lnTo>
                      <a:pt x="142399" y="404336"/>
                    </a:lnTo>
                    <a:lnTo>
                      <a:pt x="142399" y="461486"/>
                    </a:lnTo>
                    <a:cubicBezTo>
                      <a:pt x="142399" y="465296"/>
                      <a:pt x="145256" y="468154"/>
                      <a:pt x="149066" y="468154"/>
                    </a:cubicBezTo>
                    <a:lnTo>
                      <a:pt x="153829" y="468154"/>
                    </a:lnTo>
                    <a:cubicBezTo>
                      <a:pt x="157639" y="468154"/>
                      <a:pt x="160496" y="465296"/>
                      <a:pt x="160496" y="461486"/>
                    </a:cubicBezTo>
                    <a:lnTo>
                      <a:pt x="160496" y="404336"/>
                    </a:lnTo>
                    <a:lnTo>
                      <a:pt x="185261" y="404336"/>
                    </a:lnTo>
                    <a:lnTo>
                      <a:pt x="185261" y="461486"/>
                    </a:lnTo>
                    <a:cubicBezTo>
                      <a:pt x="185261" y="465296"/>
                      <a:pt x="188119" y="468154"/>
                      <a:pt x="191929" y="468154"/>
                    </a:cubicBezTo>
                    <a:lnTo>
                      <a:pt x="196691" y="468154"/>
                    </a:lnTo>
                    <a:cubicBezTo>
                      <a:pt x="200501" y="468154"/>
                      <a:pt x="203359" y="465296"/>
                      <a:pt x="203359" y="461486"/>
                    </a:cubicBezTo>
                    <a:lnTo>
                      <a:pt x="203359" y="404336"/>
                    </a:lnTo>
                    <a:lnTo>
                      <a:pt x="228124" y="404336"/>
                    </a:lnTo>
                    <a:lnTo>
                      <a:pt x="228124" y="461486"/>
                    </a:lnTo>
                    <a:cubicBezTo>
                      <a:pt x="228124" y="465296"/>
                      <a:pt x="230981" y="468154"/>
                      <a:pt x="234791" y="468154"/>
                    </a:cubicBezTo>
                    <a:lnTo>
                      <a:pt x="239554" y="468154"/>
                    </a:lnTo>
                    <a:cubicBezTo>
                      <a:pt x="243364" y="468154"/>
                      <a:pt x="246221" y="465296"/>
                      <a:pt x="246221" y="461486"/>
                    </a:cubicBezTo>
                    <a:lnTo>
                      <a:pt x="246221" y="404336"/>
                    </a:lnTo>
                    <a:lnTo>
                      <a:pt x="270986" y="404336"/>
                    </a:lnTo>
                    <a:lnTo>
                      <a:pt x="270986" y="461486"/>
                    </a:lnTo>
                    <a:cubicBezTo>
                      <a:pt x="270986" y="465296"/>
                      <a:pt x="273844" y="468154"/>
                      <a:pt x="277654" y="468154"/>
                    </a:cubicBezTo>
                    <a:lnTo>
                      <a:pt x="283369" y="468154"/>
                    </a:lnTo>
                    <a:cubicBezTo>
                      <a:pt x="287179" y="468154"/>
                      <a:pt x="290036" y="465296"/>
                      <a:pt x="290036" y="461486"/>
                    </a:cubicBezTo>
                    <a:lnTo>
                      <a:pt x="290036" y="404336"/>
                    </a:lnTo>
                    <a:lnTo>
                      <a:pt x="314801" y="404336"/>
                    </a:lnTo>
                    <a:lnTo>
                      <a:pt x="314801" y="461486"/>
                    </a:lnTo>
                    <a:cubicBezTo>
                      <a:pt x="314801" y="465296"/>
                      <a:pt x="317659" y="468154"/>
                      <a:pt x="321469" y="468154"/>
                    </a:cubicBezTo>
                    <a:lnTo>
                      <a:pt x="326231" y="468154"/>
                    </a:lnTo>
                    <a:cubicBezTo>
                      <a:pt x="330041" y="468154"/>
                      <a:pt x="332899" y="465296"/>
                      <a:pt x="332899" y="461486"/>
                    </a:cubicBezTo>
                    <a:lnTo>
                      <a:pt x="332899" y="404336"/>
                    </a:lnTo>
                    <a:lnTo>
                      <a:pt x="391001" y="404336"/>
                    </a:lnTo>
                    <a:cubicBezTo>
                      <a:pt x="404336" y="404336"/>
                      <a:pt x="414814" y="393859"/>
                      <a:pt x="414814" y="380524"/>
                    </a:cubicBezTo>
                    <a:lnTo>
                      <a:pt x="414814" y="332899"/>
                    </a:lnTo>
                    <a:lnTo>
                      <a:pt x="461486" y="332899"/>
                    </a:lnTo>
                    <a:cubicBezTo>
                      <a:pt x="465296" y="332899"/>
                      <a:pt x="468154" y="330041"/>
                      <a:pt x="468154" y="326231"/>
                    </a:cubicBezTo>
                    <a:lnTo>
                      <a:pt x="468154" y="321469"/>
                    </a:lnTo>
                    <a:cubicBezTo>
                      <a:pt x="468154" y="317659"/>
                      <a:pt x="465296" y="314801"/>
                      <a:pt x="461486" y="314801"/>
                    </a:cubicBezTo>
                    <a:lnTo>
                      <a:pt x="414814" y="314801"/>
                    </a:lnTo>
                    <a:lnTo>
                      <a:pt x="414814" y="290036"/>
                    </a:lnTo>
                    <a:lnTo>
                      <a:pt x="461486" y="290036"/>
                    </a:lnTo>
                    <a:cubicBezTo>
                      <a:pt x="465296" y="290036"/>
                      <a:pt x="468154" y="287179"/>
                      <a:pt x="468154" y="283369"/>
                    </a:cubicBezTo>
                    <a:lnTo>
                      <a:pt x="468154" y="278606"/>
                    </a:lnTo>
                    <a:cubicBezTo>
                      <a:pt x="468154" y="274796"/>
                      <a:pt x="465296" y="271939"/>
                      <a:pt x="461486" y="271939"/>
                    </a:cubicBezTo>
                    <a:lnTo>
                      <a:pt x="414814" y="271939"/>
                    </a:lnTo>
                    <a:lnTo>
                      <a:pt x="414814" y="247174"/>
                    </a:lnTo>
                    <a:lnTo>
                      <a:pt x="461486" y="247174"/>
                    </a:lnTo>
                    <a:cubicBezTo>
                      <a:pt x="465296" y="247174"/>
                      <a:pt x="468154" y="244316"/>
                      <a:pt x="468154" y="240506"/>
                    </a:cubicBezTo>
                    <a:lnTo>
                      <a:pt x="468154" y="235744"/>
                    </a:lnTo>
                    <a:cubicBezTo>
                      <a:pt x="468154" y="231934"/>
                      <a:pt x="465296" y="229076"/>
                      <a:pt x="461486" y="229076"/>
                    </a:cubicBezTo>
                    <a:lnTo>
                      <a:pt x="414814" y="229076"/>
                    </a:lnTo>
                    <a:lnTo>
                      <a:pt x="414814" y="204311"/>
                    </a:lnTo>
                    <a:lnTo>
                      <a:pt x="461486" y="204311"/>
                    </a:lnTo>
                    <a:cubicBezTo>
                      <a:pt x="465296" y="204311"/>
                      <a:pt x="468154" y="201454"/>
                      <a:pt x="468154" y="197644"/>
                    </a:cubicBezTo>
                    <a:lnTo>
                      <a:pt x="468154" y="192881"/>
                    </a:lnTo>
                    <a:cubicBezTo>
                      <a:pt x="468154" y="189071"/>
                      <a:pt x="465296" y="186214"/>
                      <a:pt x="461486" y="186214"/>
                    </a:cubicBezTo>
                    <a:lnTo>
                      <a:pt x="414814" y="186214"/>
                    </a:lnTo>
                    <a:lnTo>
                      <a:pt x="414814" y="161449"/>
                    </a:lnTo>
                    <a:lnTo>
                      <a:pt x="462439" y="16144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400;p59">
                <a:extLst>
                  <a:ext uri="{FF2B5EF4-FFF2-40B4-BE49-F238E27FC236}">
                    <a16:creationId xmlns:a16="http://schemas.microsoft.com/office/drawing/2014/main" id="{69880744-CA3D-E668-4DDC-38438E01BD2D}"/>
                  </a:ext>
                </a:extLst>
              </p:cNvPr>
              <p:cNvSpPr/>
              <p:nvPr/>
            </p:nvSpPr>
            <p:spPr>
              <a:xfrm>
                <a:off x="1855157" y="2765044"/>
                <a:ext cx="330249" cy="218182"/>
              </a:xfrm>
              <a:custGeom>
                <a:avLst/>
                <a:gdLst/>
                <a:ahLst/>
                <a:cxnLst/>
                <a:rect l="l" t="t" r="r" b="b"/>
                <a:pathLst>
                  <a:path w="330249" h="218182" extrusionOk="0">
                    <a:moveTo>
                      <a:pt x="117946" y="56554"/>
                    </a:moveTo>
                    <a:lnTo>
                      <a:pt x="94115" y="134987"/>
                    </a:lnTo>
                    <a:lnTo>
                      <a:pt x="142028" y="134987"/>
                    </a:lnTo>
                    <a:close/>
                    <a:moveTo>
                      <a:pt x="262681" y="0"/>
                    </a:moveTo>
                    <a:lnTo>
                      <a:pt x="330249" y="0"/>
                    </a:lnTo>
                    <a:lnTo>
                      <a:pt x="330249" y="218182"/>
                    </a:lnTo>
                    <a:lnTo>
                      <a:pt x="262681" y="218182"/>
                    </a:lnTo>
                    <a:close/>
                    <a:moveTo>
                      <a:pt x="82004" y="0"/>
                    </a:moveTo>
                    <a:lnTo>
                      <a:pt x="155544" y="0"/>
                    </a:lnTo>
                    <a:lnTo>
                      <a:pt x="237529" y="218182"/>
                    </a:lnTo>
                    <a:lnTo>
                      <a:pt x="166929" y="218182"/>
                    </a:lnTo>
                    <a:lnTo>
                      <a:pt x="156013" y="182165"/>
                    </a:lnTo>
                    <a:lnTo>
                      <a:pt x="79472" y="182165"/>
                    </a:lnTo>
                    <a:lnTo>
                      <a:pt x="68837" y="218182"/>
                    </a:lnTo>
                    <a:lnTo>
                      <a:pt x="0" y="2181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2"/>
          <p:cNvSpPr txBox="1">
            <a:spLocks noGrp="1"/>
          </p:cNvSpPr>
          <p:nvPr>
            <p:ph type="body" idx="1"/>
          </p:nvPr>
        </p:nvSpPr>
        <p:spPr>
          <a:xfrm>
            <a:off x="1590550" y="624225"/>
            <a:ext cx="73320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r>
              <a:rPr lang="zh-CN" sz="3000"/>
              <a:t>Project Objective &amp; Scope</a:t>
            </a:r>
            <a:endParaRPr sz="3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endParaRPr sz="3000"/>
          </a:p>
        </p:txBody>
      </p:sp>
      <p:grpSp>
        <p:nvGrpSpPr>
          <p:cNvPr id="727" name="Google Shape;727;p42"/>
          <p:cNvGrpSpPr/>
          <p:nvPr/>
        </p:nvGrpSpPr>
        <p:grpSpPr>
          <a:xfrm>
            <a:off x="8196710" y="2571750"/>
            <a:ext cx="994438" cy="2484989"/>
            <a:chOff x="4348215" y="-3215"/>
            <a:chExt cx="3492932" cy="6862715"/>
          </a:xfrm>
        </p:grpSpPr>
        <p:sp>
          <p:nvSpPr>
            <p:cNvPr id="728" name="Google Shape;728;p42"/>
            <p:cNvSpPr/>
            <p:nvPr/>
          </p:nvSpPr>
          <p:spPr>
            <a:xfrm>
              <a:off x="7175064" y="2830854"/>
              <a:ext cx="227171" cy="124301"/>
            </a:xfrm>
            <a:custGeom>
              <a:avLst/>
              <a:gdLst/>
              <a:ahLst/>
              <a:cxnLst/>
              <a:rect l="l" t="t" r="r" b="b"/>
              <a:pathLst>
                <a:path w="227171" h="124301" extrusionOk="0">
                  <a:moveTo>
                    <a:pt x="127516" y="32790"/>
                  </a:moveTo>
                  <a:lnTo>
                    <a:pt x="124087" y="37505"/>
                  </a:lnTo>
                  <a:lnTo>
                    <a:pt x="118515" y="36647"/>
                  </a:lnTo>
                  <a:lnTo>
                    <a:pt x="79081" y="32361"/>
                  </a:lnTo>
                  <a:lnTo>
                    <a:pt x="3215" y="93226"/>
                  </a:lnTo>
                  <a:cubicBezTo>
                    <a:pt x="11359" y="102656"/>
                    <a:pt x="19502" y="112514"/>
                    <a:pt x="27218" y="121944"/>
                  </a:cubicBezTo>
                  <a:lnTo>
                    <a:pt x="114657" y="51221"/>
                  </a:lnTo>
                  <a:lnTo>
                    <a:pt x="120229" y="52935"/>
                  </a:lnTo>
                  <a:lnTo>
                    <a:pt x="120229" y="52935"/>
                  </a:lnTo>
                  <a:lnTo>
                    <a:pt x="179379" y="76081"/>
                  </a:lnTo>
                  <a:lnTo>
                    <a:pt x="223957" y="40934"/>
                  </a:lnTo>
                  <a:cubicBezTo>
                    <a:pt x="218385" y="28932"/>
                    <a:pt x="212812" y="17359"/>
                    <a:pt x="207240" y="5358"/>
                  </a:cubicBezTo>
                  <a:cubicBezTo>
                    <a:pt x="206812" y="5786"/>
                    <a:pt x="206812" y="5786"/>
                    <a:pt x="206383" y="6215"/>
                  </a:cubicBezTo>
                  <a:cubicBezTo>
                    <a:pt x="189238" y="19931"/>
                    <a:pt x="164806" y="18645"/>
                    <a:pt x="149376" y="3215"/>
                  </a:cubicBezTo>
                  <a:lnTo>
                    <a:pt x="127516" y="3279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2"/>
            <p:cNvSpPr/>
            <p:nvPr/>
          </p:nvSpPr>
          <p:spPr>
            <a:xfrm>
              <a:off x="7212354" y="2887004"/>
              <a:ext cx="210026" cy="128587"/>
            </a:xfrm>
            <a:custGeom>
              <a:avLst/>
              <a:gdLst/>
              <a:ahLst/>
              <a:cxnLst/>
              <a:rect l="l" t="t" r="r" b="b"/>
              <a:pathLst>
                <a:path w="210026" h="128587" extrusionOk="0">
                  <a:moveTo>
                    <a:pt x="140803" y="40934"/>
                  </a:moveTo>
                  <a:lnTo>
                    <a:pt x="81653" y="17788"/>
                  </a:lnTo>
                  <a:lnTo>
                    <a:pt x="3215" y="81224"/>
                  </a:lnTo>
                  <a:cubicBezTo>
                    <a:pt x="15216" y="95798"/>
                    <a:pt x="28075" y="110371"/>
                    <a:pt x="39219" y="126230"/>
                  </a:cubicBezTo>
                  <a:lnTo>
                    <a:pt x="88940" y="86368"/>
                  </a:lnTo>
                  <a:lnTo>
                    <a:pt x="93226" y="86368"/>
                  </a:lnTo>
                  <a:lnTo>
                    <a:pt x="141661" y="91940"/>
                  </a:lnTo>
                  <a:lnTo>
                    <a:pt x="210669" y="36219"/>
                  </a:lnTo>
                  <a:cubicBezTo>
                    <a:pt x="205526" y="25075"/>
                    <a:pt x="200382" y="14359"/>
                    <a:pt x="195667" y="3215"/>
                  </a:cubicBezTo>
                  <a:lnTo>
                    <a:pt x="146804" y="42648"/>
                  </a:lnTo>
                  <a:lnTo>
                    <a:pt x="140803" y="409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42"/>
            <p:cNvSpPr/>
            <p:nvPr/>
          </p:nvSpPr>
          <p:spPr>
            <a:xfrm>
              <a:off x="6676144" y="3952137"/>
              <a:ext cx="98583" cy="334327"/>
            </a:xfrm>
            <a:custGeom>
              <a:avLst/>
              <a:gdLst/>
              <a:ahLst/>
              <a:cxnLst/>
              <a:rect l="l" t="t" r="r" b="b"/>
              <a:pathLst>
                <a:path w="98583" h="334327" extrusionOk="0">
                  <a:moveTo>
                    <a:pt x="34076" y="331970"/>
                  </a:moveTo>
                  <a:lnTo>
                    <a:pt x="34076" y="107371"/>
                  </a:lnTo>
                  <a:lnTo>
                    <a:pt x="34076" y="103084"/>
                  </a:lnTo>
                  <a:lnTo>
                    <a:pt x="98798" y="38362"/>
                  </a:lnTo>
                  <a:cubicBezTo>
                    <a:pt x="95798" y="26789"/>
                    <a:pt x="92369" y="14788"/>
                    <a:pt x="89368" y="3215"/>
                  </a:cubicBezTo>
                  <a:lnTo>
                    <a:pt x="3215" y="89368"/>
                  </a:lnTo>
                  <a:lnTo>
                    <a:pt x="3215" y="319969"/>
                  </a:lnTo>
                  <a:cubicBezTo>
                    <a:pt x="13502" y="323826"/>
                    <a:pt x="23789" y="328112"/>
                    <a:pt x="34076" y="3319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42"/>
            <p:cNvSpPr/>
            <p:nvPr/>
          </p:nvSpPr>
          <p:spPr>
            <a:xfrm>
              <a:off x="7238500" y="5847945"/>
              <a:ext cx="55721" cy="197167"/>
            </a:xfrm>
            <a:custGeom>
              <a:avLst/>
              <a:gdLst/>
              <a:ahLst/>
              <a:cxnLst/>
              <a:rect l="l" t="t" r="r" b="b"/>
              <a:pathLst>
                <a:path w="55721" h="197167" extrusionOk="0">
                  <a:moveTo>
                    <a:pt x="3215" y="3215"/>
                  </a:moveTo>
                  <a:lnTo>
                    <a:pt x="34933" y="184952"/>
                  </a:lnTo>
                  <a:lnTo>
                    <a:pt x="34933" y="184952"/>
                  </a:lnTo>
                  <a:lnTo>
                    <a:pt x="53364" y="197811"/>
                  </a:lnTo>
                  <a:cubicBezTo>
                    <a:pt x="40934" y="153233"/>
                    <a:pt x="27646" y="109085"/>
                    <a:pt x="17359" y="64080"/>
                  </a:cubicBezTo>
                  <a:cubicBezTo>
                    <a:pt x="12216" y="43934"/>
                    <a:pt x="7930" y="23789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2"/>
            <p:cNvSpPr/>
            <p:nvPr/>
          </p:nvSpPr>
          <p:spPr>
            <a:xfrm>
              <a:off x="7258645" y="2938439"/>
              <a:ext cx="180022" cy="115728"/>
            </a:xfrm>
            <a:custGeom>
              <a:avLst/>
              <a:gdLst/>
              <a:ahLst/>
              <a:cxnLst/>
              <a:rect l="l" t="t" r="r" b="b"/>
              <a:pathLst>
                <a:path w="180022" h="115728" extrusionOk="0">
                  <a:moveTo>
                    <a:pt x="97512" y="60222"/>
                  </a:moveTo>
                  <a:lnTo>
                    <a:pt x="48649" y="55078"/>
                  </a:lnTo>
                  <a:lnTo>
                    <a:pt x="3215" y="91512"/>
                  </a:lnTo>
                  <a:cubicBezTo>
                    <a:pt x="5786" y="95798"/>
                    <a:pt x="7929" y="100084"/>
                    <a:pt x="9644" y="104799"/>
                  </a:cubicBezTo>
                  <a:cubicBezTo>
                    <a:pt x="11359" y="108228"/>
                    <a:pt x="12216" y="112086"/>
                    <a:pt x="12216" y="115514"/>
                  </a:cubicBezTo>
                  <a:lnTo>
                    <a:pt x="21217" y="108228"/>
                  </a:lnTo>
                  <a:lnTo>
                    <a:pt x="25074" y="108657"/>
                  </a:lnTo>
                  <a:lnTo>
                    <a:pt x="25074" y="108657"/>
                  </a:lnTo>
                  <a:lnTo>
                    <a:pt x="63222" y="112943"/>
                  </a:lnTo>
                  <a:lnTo>
                    <a:pt x="179808" y="19074"/>
                  </a:lnTo>
                  <a:cubicBezTo>
                    <a:pt x="177236" y="13930"/>
                    <a:pt x="174665" y="8358"/>
                    <a:pt x="172522" y="3215"/>
                  </a:cubicBezTo>
                  <a:lnTo>
                    <a:pt x="100941" y="61079"/>
                  </a:lnTo>
                  <a:lnTo>
                    <a:pt x="97512" y="60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2"/>
            <p:cNvSpPr/>
            <p:nvPr/>
          </p:nvSpPr>
          <p:spPr>
            <a:xfrm>
              <a:off x="7200699" y="3407783"/>
              <a:ext cx="21431" cy="42862"/>
            </a:xfrm>
            <a:custGeom>
              <a:avLst/>
              <a:gdLst/>
              <a:ahLst/>
              <a:cxnLst/>
              <a:rect l="l" t="t" r="r" b="b"/>
              <a:pathLst>
                <a:path w="21431" h="42862" extrusionOk="0">
                  <a:moveTo>
                    <a:pt x="3297" y="11359"/>
                  </a:moveTo>
                  <a:cubicBezTo>
                    <a:pt x="2868" y="21217"/>
                    <a:pt x="4154" y="31075"/>
                    <a:pt x="6297" y="40505"/>
                  </a:cubicBezTo>
                  <a:lnTo>
                    <a:pt x="19584" y="27218"/>
                  </a:lnTo>
                  <a:lnTo>
                    <a:pt x="13155" y="3215"/>
                  </a:lnTo>
                  <a:lnTo>
                    <a:pt x="3297" y="113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2"/>
            <p:cNvSpPr/>
            <p:nvPr/>
          </p:nvSpPr>
          <p:spPr>
            <a:xfrm>
              <a:off x="7208068" y="3045595"/>
              <a:ext cx="300037" cy="458628"/>
            </a:xfrm>
            <a:custGeom>
              <a:avLst/>
              <a:gdLst/>
              <a:ahLst/>
              <a:cxnLst/>
              <a:rect l="l" t="t" r="r" b="b"/>
              <a:pathLst>
                <a:path w="300037" h="458628" extrusionOk="0">
                  <a:moveTo>
                    <a:pt x="127944" y="163092"/>
                  </a:moveTo>
                  <a:lnTo>
                    <a:pt x="127087" y="165235"/>
                  </a:lnTo>
                  <a:lnTo>
                    <a:pt x="22931" y="249246"/>
                  </a:lnTo>
                  <a:cubicBezTo>
                    <a:pt x="18645" y="268962"/>
                    <a:pt x="13930" y="288679"/>
                    <a:pt x="8787" y="308396"/>
                  </a:cubicBezTo>
                  <a:lnTo>
                    <a:pt x="10930" y="310539"/>
                  </a:lnTo>
                  <a:lnTo>
                    <a:pt x="11358" y="313111"/>
                  </a:lnTo>
                  <a:lnTo>
                    <a:pt x="16073" y="331542"/>
                  </a:lnTo>
                  <a:lnTo>
                    <a:pt x="202525" y="181523"/>
                  </a:lnTo>
                  <a:cubicBezTo>
                    <a:pt x="196096" y="178951"/>
                    <a:pt x="190095" y="174665"/>
                    <a:pt x="185380" y="169093"/>
                  </a:cubicBezTo>
                  <a:cubicBezTo>
                    <a:pt x="170378" y="150662"/>
                    <a:pt x="173807" y="123658"/>
                    <a:pt x="192238" y="108657"/>
                  </a:cubicBezTo>
                  <a:cubicBezTo>
                    <a:pt x="210669" y="93655"/>
                    <a:pt x="237673" y="96655"/>
                    <a:pt x="252675" y="115086"/>
                  </a:cubicBezTo>
                  <a:cubicBezTo>
                    <a:pt x="267676" y="133517"/>
                    <a:pt x="264676" y="160520"/>
                    <a:pt x="246245" y="175522"/>
                  </a:cubicBezTo>
                  <a:cubicBezTo>
                    <a:pt x="241530" y="179380"/>
                    <a:pt x="236387" y="181523"/>
                    <a:pt x="231243" y="183237"/>
                  </a:cubicBezTo>
                  <a:cubicBezTo>
                    <a:pt x="230814" y="184094"/>
                    <a:pt x="229957" y="184523"/>
                    <a:pt x="229100" y="185380"/>
                  </a:cubicBezTo>
                  <a:lnTo>
                    <a:pt x="21646" y="352544"/>
                  </a:lnTo>
                  <a:lnTo>
                    <a:pt x="31933" y="390263"/>
                  </a:lnTo>
                  <a:lnTo>
                    <a:pt x="33218" y="395407"/>
                  </a:lnTo>
                  <a:lnTo>
                    <a:pt x="3215" y="425410"/>
                  </a:lnTo>
                  <a:cubicBezTo>
                    <a:pt x="4501" y="430125"/>
                    <a:pt x="5786" y="435269"/>
                    <a:pt x="7072" y="439984"/>
                  </a:cubicBezTo>
                  <a:cubicBezTo>
                    <a:pt x="9644" y="453700"/>
                    <a:pt x="25074" y="456700"/>
                    <a:pt x="36647" y="458415"/>
                  </a:cubicBezTo>
                  <a:cubicBezTo>
                    <a:pt x="48220" y="460129"/>
                    <a:pt x="63651" y="457986"/>
                    <a:pt x="67508" y="445127"/>
                  </a:cubicBezTo>
                  <a:cubicBezTo>
                    <a:pt x="88940" y="394978"/>
                    <a:pt x="101798" y="341828"/>
                    <a:pt x="124087" y="291679"/>
                  </a:cubicBezTo>
                  <a:cubicBezTo>
                    <a:pt x="127516" y="284393"/>
                    <a:pt x="131373" y="274963"/>
                    <a:pt x="140375" y="273677"/>
                  </a:cubicBezTo>
                  <a:cubicBezTo>
                    <a:pt x="163949" y="267676"/>
                    <a:pt x="186238" y="280964"/>
                    <a:pt x="209812" y="279678"/>
                  </a:cubicBezTo>
                  <a:cubicBezTo>
                    <a:pt x="214955" y="278821"/>
                    <a:pt x="220099" y="281821"/>
                    <a:pt x="220956" y="286965"/>
                  </a:cubicBezTo>
                  <a:cubicBezTo>
                    <a:pt x="228243" y="309682"/>
                    <a:pt x="232529" y="333685"/>
                    <a:pt x="234243" y="357688"/>
                  </a:cubicBezTo>
                  <a:cubicBezTo>
                    <a:pt x="234243" y="358545"/>
                    <a:pt x="234243" y="359831"/>
                    <a:pt x="234243" y="360688"/>
                  </a:cubicBezTo>
                  <a:lnTo>
                    <a:pt x="271105" y="330684"/>
                  </a:lnTo>
                  <a:lnTo>
                    <a:pt x="299823" y="63222"/>
                  </a:lnTo>
                  <a:lnTo>
                    <a:pt x="299823" y="63222"/>
                  </a:lnTo>
                  <a:cubicBezTo>
                    <a:pt x="290393" y="43077"/>
                    <a:pt x="281392" y="22932"/>
                    <a:pt x="271963" y="3215"/>
                  </a:cubicBezTo>
                  <a:lnTo>
                    <a:pt x="152376" y="100513"/>
                  </a:lnTo>
                  <a:lnTo>
                    <a:pt x="127944" y="1630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42"/>
            <p:cNvSpPr/>
            <p:nvPr/>
          </p:nvSpPr>
          <p:spPr>
            <a:xfrm>
              <a:off x="6726722" y="4008715"/>
              <a:ext cx="60007" cy="287178"/>
            </a:xfrm>
            <a:custGeom>
              <a:avLst/>
              <a:gdLst/>
              <a:ahLst/>
              <a:cxnLst/>
              <a:rect l="l" t="t" r="r" b="b"/>
              <a:pathLst>
                <a:path w="60007" h="287178" extrusionOk="0">
                  <a:moveTo>
                    <a:pt x="54221" y="3215"/>
                  </a:moveTo>
                  <a:lnTo>
                    <a:pt x="3215" y="54221"/>
                  </a:lnTo>
                  <a:lnTo>
                    <a:pt x="3215" y="282678"/>
                  </a:lnTo>
                  <a:cubicBezTo>
                    <a:pt x="6215" y="283964"/>
                    <a:pt x="9215" y="284821"/>
                    <a:pt x="12216" y="286107"/>
                  </a:cubicBezTo>
                  <a:lnTo>
                    <a:pt x="12216" y="65794"/>
                  </a:lnTo>
                  <a:lnTo>
                    <a:pt x="11787" y="61508"/>
                  </a:lnTo>
                  <a:lnTo>
                    <a:pt x="57650" y="15645"/>
                  </a:lnTo>
                  <a:cubicBezTo>
                    <a:pt x="56364" y="11787"/>
                    <a:pt x="55078" y="7501"/>
                    <a:pt x="54221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42"/>
            <p:cNvSpPr/>
            <p:nvPr/>
          </p:nvSpPr>
          <p:spPr>
            <a:xfrm>
              <a:off x="6777728" y="400871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42"/>
            <p:cNvSpPr/>
            <p:nvPr/>
          </p:nvSpPr>
          <p:spPr>
            <a:xfrm>
              <a:off x="7228642" y="3014305"/>
              <a:ext cx="244316" cy="252888"/>
            </a:xfrm>
            <a:custGeom>
              <a:avLst/>
              <a:gdLst/>
              <a:ahLst/>
              <a:cxnLst/>
              <a:rect l="l" t="t" r="r" b="b"/>
              <a:pathLst>
                <a:path w="244316" h="252888" extrusionOk="0">
                  <a:moveTo>
                    <a:pt x="3215" y="192667"/>
                  </a:moveTo>
                  <a:cubicBezTo>
                    <a:pt x="4072" y="212384"/>
                    <a:pt x="9216" y="232101"/>
                    <a:pt x="7501" y="251389"/>
                  </a:cubicBezTo>
                  <a:lnTo>
                    <a:pt x="89797" y="184952"/>
                  </a:lnTo>
                  <a:lnTo>
                    <a:pt x="89797" y="184952"/>
                  </a:lnTo>
                  <a:lnTo>
                    <a:pt x="114229" y="122372"/>
                  </a:lnTo>
                  <a:lnTo>
                    <a:pt x="115086" y="119801"/>
                  </a:lnTo>
                  <a:lnTo>
                    <a:pt x="243673" y="16073"/>
                  </a:lnTo>
                  <a:cubicBezTo>
                    <a:pt x="241530" y="11787"/>
                    <a:pt x="239816" y="7501"/>
                    <a:pt x="237673" y="3215"/>
                  </a:cubicBezTo>
                  <a:cubicBezTo>
                    <a:pt x="229529" y="9644"/>
                    <a:pt x="220528" y="16931"/>
                    <a:pt x="211526" y="24217"/>
                  </a:cubicBezTo>
                  <a:cubicBezTo>
                    <a:pt x="152805" y="70937"/>
                    <a:pt x="78224" y="131802"/>
                    <a:pt x="3215" y="1926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42"/>
            <p:cNvSpPr/>
            <p:nvPr/>
          </p:nvSpPr>
          <p:spPr>
            <a:xfrm>
              <a:off x="6984325" y="2508528"/>
              <a:ext cx="265747" cy="257175"/>
            </a:xfrm>
            <a:custGeom>
              <a:avLst/>
              <a:gdLst/>
              <a:ahLst/>
              <a:cxnLst/>
              <a:rect l="l" t="t" r="r" b="b"/>
              <a:pathLst>
                <a:path w="265747" h="257175" extrusionOk="0">
                  <a:moveTo>
                    <a:pt x="49506" y="254389"/>
                  </a:moveTo>
                  <a:lnTo>
                    <a:pt x="64937" y="241959"/>
                  </a:lnTo>
                  <a:lnTo>
                    <a:pt x="94512" y="165664"/>
                  </a:lnTo>
                  <a:lnTo>
                    <a:pt x="94512" y="165664"/>
                  </a:lnTo>
                  <a:lnTo>
                    <a:pt x="96226" y="160520"/>
                  </a:lnTo>
                  <a:lnTo>
                    <a:pt x="262533" y="26361"/>
                  </a:lnTo>
                  <a:cubicBezTo>
                    <a:pt x="259104" y="18645"/>
                    <a:pt x="255675" y="10930"/>
                    <a:pt x="251817" y="3215"/>
                  </a:cubicBezTo>
                  <a:lnTo>
                    <a:pt x="3215" y="203811"/>
                  </a:lnTo>
                  <a:cubicBezTo>
                    <a:pt x="19074" y="220956"/>
                    <a:pt x="34076" y="237673"/>
                    <a:pt x="49506" y="25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42"/>
            <p:cNvSpPr/>
            <p:nvPr/>
          </p:nvSpPr>
          <p:spPr>
            <a:xfrm>
              <a:off x="6799588" y="2266355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 extrusionOk="0">
                  <a:moveTo>
                    <a:pt x="25932" y="265962"/>
                  </a:moveTo>
                  <a:lnTo>
                    <a:pt x="190524" y="133088"/>
                  </a:lnTo>
                  <a:cubicBezTo>
                    <a:pt x="191810" y="132231"/>
                    <a:pt x="192667" y="131374"/>
                    <a:pt x="193953" y="130516"/>
                  </a:cubicBezTo>
                  <a:cubicBezTo>
                    <a:pt x="195239" y="119801"/>
                    <a:pt x="200382" y="109942"/>
                    <a:pt x="209383" y="102656"/>
                  </a:cubicBezTo>
                  <a:cubicBezTo>
                    <a:pt x="227814" y="87654"/>
                    <a:pt x="254817" y="90654"/>
                    <a:pt x="269819" y="109085"/>
                  </a:cubicBezTo>
                  <a:cubicBezTo>
                    <a:pt x="284821" y="127516"/>
                    <a:pt x="281821" y="154519"/>
                    <a:pt x="263390" y="169521"/>
                  </a:cubicBezTo>
                  <a:cubicBezTo>
                    <a:pt x="253103" y="177665"/>
                    <a:pt x="240244" y="180237"/>
                    <a:pt x="228243" y="178094"/>
                  </a:cubicBezTo>
                  <a:cubicBezTo>
                    <a:pt x="227814" y="178522"/>
                    <a:pt x="227814" y="178522"/>
                    <a:pt x="227386" y="178951"/>
                  </a:cubicBezTo>
                  <a:lnTo>
                    <a:pt x="64508" y="310110"/>
                  </a:lnTo>
                  <a:cubicBezTo>
                    <a:pt x="73938" y="320826"/>
                    <a:pt x="83367" y="331113"/>
                    <a:pt x="92797" y="341400"/>
                  </a:cubicBezTo>
                  <a:lnTo>
                    <a:pt x="333256" y="147661"/>
                  </a:lnTo>
                  <a:lnTo>
                    <a:pt x="341400" y="73509"/>
                  </a:lnTo>
                  <a:lnTo>
                    <a:pt x="341400" y="73509"/>
                  </a:lnTo>
                  <a:cubicBezTo>
                    <a:pt x="334113" y="61936"/>
                    <a:pt x="327255" y="50363"/>
                    <a:pt x="319968" y="39219"/>
                  </a:cubicBezTo>
                  <a:cubicBezTo>
                    <a:pt x="312253" y="26789"/>
                    <a:pt x="304109" y="14788"/>
                    <a:pt x="295537" y="3215"/>
                  </a:cubicBezTo>
                  <a:lnTo>
                    <a:pt x="3215" y="238958"/>
                  </a:lnTo>
                  <a:cubicBezTo>
                    <a:pt x="10501" y="247959"/>
                    <a:pt x="18217" y="256961"/>
                    <a:pt x="25932" y="2659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42"/>
            <p:cNvSpPr/>
            <p:nvPr/>
          </p:nvSpPr>
          <p:spPr>
            <a:xfrm>
              <a:off x="7057620" y="2570678"/>
              <a:ext cx="261461" cy="295751"/>
            </a:xfrm>
            <a:custGeom>
              <a:avLst/>
              <a:gdLst/>
              <a:ahLst/>
              <a:cxnLst/>
              <a:rect l="l" t="t" r="r" b="b"/>
              <a:pathLst>
                <a:path w="261461" h="295751" extrusionOk="0">
                  <a:moveTo>
                    <a:pt x="26361" y="198668"/>
                  </a:moveTo>
                  <a:lnTo>
                    <a:pt x="24646" y="203811"/>
                  </a:lnTo>
                  <a:lnTo>
                    <a:pt x="3215" y="221385"/>
                  </a:lnTo>
                  <a:cubicBezTo>
                    <a:pt x="13073" y="232101"/>
                    <a:pt x="22932" y="243245"/>
                    <a:pt x="32790" y="253960"/>
                  </a:cubicBezTo>
                  <a:lnTo>
                    <a:pt x="112086" y="190095"/>
                  </a:lnTo>
                  <a:lnTo>
                    <a:pt x="131374" y="139946"/>
                  </a:lnTo>
                  <a:lnTo>
                    <a:pt x="132660" y="137374"/>
                  </a:lnTo>
                  <a:lnTo>
                    <a:pt x="156663" y="118086"/>
                  </a:lnTo>
                  <a:cubicBezTo>
                    <a:pt x="142947" y="99655"/>
                    <a:pt x="145518" y="73509"/>
                    <a:pt x="163521" y="58936"/>
                  </a:cubicBezTo>
                  <a:cubicBezTo>
                    <a:pt x="181951" y="43934"/>
                    <a:pt x="209384" y="47363"/>
                    <a:pt x="223957" y="65794"/>
                  </a:cubicBezTo>
                  <a:cubicBezTo>
                    <a:pt x="238958" y="84225"/>
                    <a:pt x="235958" y="111228"/>
                    <a:pt x="217527" y="126230"/>
                  </a:cubicBezTo>
                  <a:cubicBezTo>
                    <a:pt x="204240" y="136946"/>
                    <a:pt x="186238" y="138232"/>
                    <a:pt x="171665" y="131374"/>
                  </a:cubicBezTo>
                  <a:lnTo>
                    <a:pt x="148519" y="150233"/>
                  </a:lnTo>
                  <a:lnTo>
                    <a:pt x="129231" y="200382"/>
                  </a:lnTo>
                  <a:lnTo>
                    <a:pt x="128373" y="202525"/>
                  </a:lnTo>
                  <a:lnTo>
                    <a:pt x="46077" y="268962"/>
                  </a:lnTo>
                  <a:cubicBezTo>
                    <a:pt x="53793" y="277535"/>
                    <a:pt x="61508" y="286107"/>
                    <a:pt x="69223" y="294680"/>
                  </a:cubicBezTo>
                  <a:lnTo>
                    <a:pt x="259961" y="141232"/>
                  </a:lnTo>
                  <a:cubicBezTo>
                    <a:pt x="255246" y="131802"/>
                    <a:pt x="250960" y="121944"/>
                    <a:pt x="247102" y="112086"/>
                  </a:cubicBezTo>
                  <a:lnTo>
                    <a:pt x="247102" y="112086"/>
                  </a:lnTo>
                  <a:cubicBezTo>
                    <a:pt x="232958" y="75652"/>
                    <a:pt x="220099" y="39219"/>
                    <a:pt x="205526" y="3215"/>
                  </a:cubicBezTo>
                  <a:lnTo>
                    <a:pt x="56364" y="123658"/>
                  </a:lnTo>
                  <a:lnTo>
                    <a:pt x="26361" y="1986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42"/>
            <p:cNvSpPr/>
            <p:nvPr/>
          </p:nvSpPr>
          <p:spPr>
            <a:xfrm>
              <a:off x="6592562" y="3826121"/>
              <a:ext cx="154305" cy="424338"/>
            </a:xfrm>
            <a:custGeom>
              <a:avLst/>
              <a:gdLst/>
              <a:ahLst/>
              <a:cxnLst/>
              <a:rect l="l" t="t" r="r" b="b"/>
              <a:pathLst>
                <a:path w="154305" h="424338" extrusionOk="0">
                  <a:moveTo>
                    <a:pt x="136088" y="8358"/>
                  </a:moveTo>
                  <a:lnTo>
                    <a:pt x="136088" y="8358"/>
                  </a:lnTo>
                  <a:cubicBezTo>
                    <a:pt x="135660" y="6644"/>
                    <a:pt x="134803" y="4929"/>
                    <a:pt x="134374" y="3215"/>
                  </a:cubicBezTo>
                  <a:lnTo>
                    <a:pt x="3215" y="134374"/>
                  </a:lnTo>
                  <a:lnTo>
                    <a:pt x="3215" y="409980"/>
                  </a:lnTo>
                  <a:cubicBezTo>
                    <a:pt x="11787" y="413837"/>
                    <a:pt x="20360" y="417695"/>
                    <a:pt x="28504" y="421553"/>
                  </a:cubicBezTo>
                  <a:lnTo>
                    <a:pt x="28504" y="193524"/>
                  </a:lnTo>
                  <a:lnTo>
                    <a:pt x="28504" y="189667"/>
                  </a:lnTo>
                  <a:lnTo>
                    <a:pt x="153662" y="64508"/>
                  </a:lnTo>
                  <a:cubicBezTo>
                    <a:pt x="148090" y="45220"/>
                    <a:pt x="142089" y="26789"/>
                    <a:pt x="136088" y="83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42"/>
            <p:cNvSpPr/>
            <p:nvPr/>
          </p:nvSpPr>
          <p:spPr>
            <a:xfrm>
              <a:off x="6637139" y="3908417"/>
              <a:ext cx="124301" cy="355758"/>
            </a:xfrm>
            <a:custGeom>
              <a:avLst/>
              <a:gdLst/>
              <a:ahLst/>
              <a:cxnLst/>
              <a:rect l="l" t="t" r="r" b="b"/>
              <a:pathLst>
                <a:path w="124301" h="355758" extrusionOk="0">
                  <a:moveTo>
                    <a:pt x="115515" y="3215"/>
                  </a:moveTo>
                  <a:lnTo>
                    <a:pt x="115515" y="3215"/>
                  </a:lnTo>
                  <a:lnTo>
                    <a:pt x="3215" y="115514"/>
                  </a:lnTo>
                  <a:lnTo>
                    <a:pt x="3215" y="347401"/>
                  </a:lnTo>
                  <a:cubicBezTo>
                    <a:pt x="9644" y="349972"/>
                    <a:pt x="16073" y="352973"/>
                    <a:pt x="22503" y="355545"/>
                  </a:cubicBezTo>
                  <a:lnTo>
                    <a:pt x="22503" y="129231"/>
                  </a:lnTo>
                  <a:lnTo>
                    <a:pt x="22074" y="125373"/>
                  </a:lnTo>
                  <a:lnTo>
                    <a:pt x="121944" y="25503"/>
                  </a:lnTo>
                  <a:cubicBezTo>
                    <a:pt x="120229" y="17788"/>
                    <a:pt x="118086" y="10501"/>
                    <a:pt x="1155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42"/>
            <p:cNvSpPr/>
            <p:nvPr/>
          </p:nvSpPr>
          <p:spPr>
            <a:xfrm>
              <a:off x="6496122" y="3624667"/>
              <a:ext cx="175736" cy="587216"/>
            </a:xfrm>
            <a:custGeom>
              <a:avLst/>
              <a:gdLst/>
              <a:ahLst/>
              <a:cxnLst/>
              <a:rect l="l" t="t" r="r" b="b"/>
              <a:pathLst>
                <a:path w="175736" h="587216" extrusionOk="0">
                  <a:moveTo>
                    <a:pt x="172093" y="47792"/>
                  </a:moveTo>
                  <a:lnTo>
                    <a:pt x="172521" y="43505"/>
                  </a:lnTo>
                  <a:lnTo>
                    <a:pt x="172950" y="43077"/>
                  </a:lnTo>
                  <a:cubicBezTo>
                    <a:pt x="167807" y="29789"/>
                    <a:pt x="162235" y="16502"/>
                    <a:pt x="156663" y="3215"/>
                  </a:cubicBezTo>
                  <a:lnTo>
                    <a:pt x="122373" y="37505"/>
                  </a:lnTo>
                  <a:lnTo>
                    <a:pt x="122373" y="178522"/>
                  </a:lnTo>
                  <a:lnTo>
                    <a:pt x="122373" y="182808"/>
                  </a:lnTo>
                  <a:lnTo>
                    <a:pt x="3215" y="301966"/>
                  </a:lnTo>
                  <a:lnTo>
                    <a:pt x="3215" y="565571"/>
                  </a:lnTo>
                  <a:cubicBezTo>
                    <a:pt x="16073" y="572000"/>
                    <a:pt x="29361" y="578429"/>
                    <a:pt x="42648" y="584430"/>
                  </a:cubicBezTo>
                  <a:lnTo>
                    <a:pt x="42648" y="328541"/>
                  </a:lnTo>
                  <a:lnTo>
                    <a:pt x="42648" y="324255"/>
                  </a:lnTo>
                  <a:lnTo>
                    <a:pt x="172521" y="194381"/>
                  </a:lnTo>
                  <a:lnTo>
                    <a:pt x="172093" y="477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42"/>
            <p:cNvSpPr/>
            <p:nvPr/>
          </p:nvSpPr>
          <p:spPr>
            <a:xfrm>
              <a:off x="7136916" y="2725412"/>
              <a:ext cx="210026" cy="184308"/>
            </a:xfrm>
            <a:custGeom>
              <a:avLst/>
              <a:gdLst/>
              <a:ahLst/>
              <a:cxnLst/>
              <a:rect l="l" t="t" r="r" b="b"/>
              <a:pathLst>
                <a:path w="210026" h="184308" extrusionOk="0">
                  <a:moveTo>
                    <a:pt x="29361" y="184094"/>
                  </a:moveTo>
                  <a:lnTo>
                    <a:pt x="112086" y="117658"/>
                  </a:lnTo>
                  <a:lnTo>
                    <a:pt x="115943" y="118086"/>
                  </a:lnTo>
                  <a:lnTo>
                    <a:pt x="115943" y="118086"/>
                  </a:lnTo>
                  <a:lnTo>
                    <a:pt x="153662" y="121944"/>
                  </a:lnTo>
                  <a:lnTo>
                    <a:pt x="176808" y="90226"/>
                  </a:lnTo>
                  <a:cubicBezTo>
                    <a:pt x="172093" y="73938"/>
                    <a:pt x="177237" y="56364"/>
                    <a:pt x="190953" y="44791"/>
                  </a:cubicBezTo>
                  <a:cubicBezTo>
                    <a:pt x="196096" y="40505"/>
                    <a:pt x="202097" y="37933"/>
                    <a:pt x="208098" y="36648"/>
                  </a:cubicBezTo>
                  <a:cubicBezTo>
                    <a:pt x="201668" y="25503"/>
                    <a:pt x="195667" y="14359"/>
                    <a:pt x="189667" y="3215"/>
                  </a:cubicBezTo>
                  <a:lnTo>
                    <a:pt x="3215" y="153662"/>
                  </a:lnTo>
                  <a:cubicBezTo>
                    <a:pt x="11787" y="163949"/>
                    <a:pt x="20360" y="173808"/>
                    <a:pt x="29361" y="1840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42"/>
            <p:cNvSpPr/>
            <p:nvPr/>
          </p:nvSpPr>
          <p:spPr>
            <a:xfrm>
              <a:off x="6915745" y="2392799"/>
              <a:ext cx="295751" cy="278606"/>
            </a:xfrm>
            <a:custGeom>
              <a:avLst/>
              <a:gdLst/>
              <a:ahLst/>
              <a:cxnLst/>
              <a:rect l="l" t="t" r="r" b="b"/>
              <a:pathLst>
                <a:path w="295751" h="278606" extrusionOk="0">
                  <a:moveTo>
                    <a:pt x="24217" y="267676"/>
                  </a:moveTo>
                  <a:cubicBezTo>
                    <a:pt x="26789" y="270677"/>
                    <a:pt x="29789" y="273677"/>
                    <a:pt x="32361" y="276677"/>
                  </a:cubicBezTo>
                  <a:lnTo>
                    <a:pt x="293394" y="66223"/>
                  </a:lnTo>
                  <a:cubicBezTo>
                    <a:pt x="281821" y="44791"/>
                    <a:pt x="270248" y="23789"/>
                    <a:pt x="258247" y="3215"/>
                  </a:cubicBezTo>
                  <a:lnTo>
                    <a:pt x="258247" y="3215"/>
                  </a:lnTo>
                  <a:lnTo>
                    <a:pt x="254818" y="33647"/>
                  </a:lnTo>
                  <a:lnTo>
                    <a:pt x="253960" y="41791"/>
                  </a:lnTo>
                  <a:lnTo>
                    <a:pt x="3215" y="244102"/>
                  </a:lnTo>
                  <a:cubicBezTo>
                    <a:pt x="10073" y="251817"/>
                    <a:pt x="17359" y="259961"/>
                    <a:pt x="24217" y="2676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42"/>
            <p:cNvSpPr/>
            <p:nvPr/>
          </p:nvSpPr>
          <p:spPr>
            <a:xfrm>
              <a:off x="6819305" y="4280464"/>
              <a:ext cx="12858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9216" y="3215"/>
                  </a:moveTo>
                  <a:lnTo>
                    <a:pt x="9216" y="3215"/>
                  </a:lnTo>
                  <a:cubicBezTo>
                    <a:pt x="7072" y="5358"/>
                    <a:pt x="5358" y="7501"/>
                    <a:pt x="3215" y="9644"/>
                  </a:cubicBezTo>
                  <a:lnTo>
                    <a:pt x="10501" y="14787"/>
                  </a:lnTo>
                  <a:cubicBezTo>
                    <a:pt x="10073" y="10930"/>
                    <a:pt x="9644" y="7072"/>
                    <a:pt x="921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42"/>
            <p:cNvSpPr/>
            <p:nvPr/>
          </p:nvSpPr>
          <p:spPr>
            <a:xfrm>
              <a:off x="6338387" y="2212348"/>
              <a:ext cx="64293" cy="55721"/>
            </a:xfrm>
            <a:custGeom>
              <a:avLst/>
              <a:gdLst/>
              <a:ahLst/>
              <a:cxnLst/>
              <a:rect l="l" t="t" r="r" b="b"/>
              <a:pathLst>
                <a:path w="64293" h="55721" extrusionOk="0">
                  <a:moveTo>
                    <a:pt x="60222" y="56364"/>
                  </a:moveTo>
                  <a:cubicBezTo>
                    <a:pt x="60222" y="49077"/>
                    <a:pt x="60651" y="41362"/>
                    <a:pt x="60651" y="34075"/>
                  </a:cubicBezTo>
                  <a:cubicBezTo>
                    <a:pt x="61079" y="25932"/>
                    <a:pt x="61079" y="17788"/>
                    <a:pt x="61508" y="9644"/>
                  </a:cubicBezTo>
                  <a:lnTo>
                    <a:pt x="3215" y="3215"/>
                  </a:lnTo>
                  <a:cubicBezTo>
                    <a:pt x="7930" y="19502"/>
                    <a:pt x="13073" y="35362"/>
                    <a:pt x="17788" y="51649"/>
                  </a:cubicBezTo>
                  <a:lnTo>
                    <a:pt x="60222" y="563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42"/>
            <p:cNvSpPr/>
            <p:nvPr/>
          </p:nvSpPr>
          <p:spPr>
            <a:xfrm>
              <a:off x="6814161" y="4192167"/>
              <a:ext cx="12858" cy="68580"/>
            </a:xfrm>
            <a:custGeom>
              <a:avLst/>
              <a:gdLst/>
              <a:ahLst/>
              <a:cxnLst/>
              <a:rect l="l" t="t" r="r" b="b"/>
              <a:pathLst>
                <a:path w="12858" h="68580" extrusionOk="0">
                  <a:moveTo>
                    <a:pt x="3215" y="69223"/>
                  </a:moveTo>
                  <a:lnTo>
                    <a:pt x="3215" y="69223"/>
                  </a:lnTo>
                  <a:cubicBezTo>
                    <a:pt x="5787" y="66223"/>
                    <a:pt x="8358" y="63651"/>
                    <a:pt x="10930" y="60651"/>
                  </a:cubicBezTo>
                  <a:cubicBezTo>
                    <a:pt x="8358" y="41362"/>
                    <a:pt x="5787" y="22074"/>
                    <a:pt x="3215" y="3215"/>
                  </a:cubicBezTo>
                  <a:lnTo>
                    <a:pt x="3215" y="692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42"/>
            <p:cNvSpPr/>
            <p:nvPr/>
          </p:nvSpPr>
          <p:spPr>
            <a:xfrm>
              <a:off x="6362390" y="2291644"/>
              <a:ext cx="38576" cy="90011"/>
            </a:xfrm>
            <a:custGeom>
              <a:avLst/>
              <a:gdLst/>
              <a:ahLst/>
              <a:cxnLst/>
              <a:rect l="l" t="t" r="r" b="b"/>
              <a:pathLst>
                <a:path w="38576" h="90011" extrusionOk="0">
                  <a:moveTo>
                    <a:pt x="38362" y="87225"/>
                  </a:moveTo>
                  <a:lnTo>
                    <a:pt x="38362" y="87225"/>
                  </a:lnTo>
                  <a:cubicBezTo>
                    <a:pt x="37076" y="60222"/>
                    <a:pt x="36219" y="33647"/>
                    <a:pt x="35790" y="6644"/>
                  </a:cubicBezTo>
                  <a:lnTo>
                    <a:pt x="3215" y="3215"/>
                  </a:lnTo>
                  <a:cubicBezTo>
                    <a:pt x="12216" y="31075"/>
                    <a:pt x="21646" y="58936"/>
                    <a:pt x="31504" y="86368"/>
                  </a:cubicBezTo>
                  <a:lnTo>
                    <a:pt x="38362" y="872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42"/>
            <p:cNvSpPr/>
            <p:nvPr/>
          </p:nvSpPr>
          <p:spPr>
            <a:xfrm>
              <a:off x="6814161" y="4318611"/>
              <a:ext cx="8572" cy="8572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3215" y="5358"/>
                  </a:moveTo>
                  <a:cubicBezTo>
                    <a:pt x="4929" y="5787"/>
                    <a:pt x="6644" y="6644"/>
                    <a:pt x="8358" y="7072"/>
                  </a:cubicBezTo>
                  <a:lnTo>
                    <a:pt x="3215" y="3215"/>
                  </a:lnTo>
                  <a:lnTo>
                    <a:pt x="3215" y="53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42"/>
            <p:cNvSpPr/>
            <p:nvPr/>
          </p:nvSpPr>
          <p:spPr>
            <a:xfrm>
              <a:off x="6554843" y="3714250"/>
              <a:ext cx="167163" cy="514350"/>
            </a:xfrm>
            <a:custGeom>
              <a:avLst/>
              <a:gdLst/>
              <a:ahLst/>
              <a:cxnLst/>
              <a:rect l="l" t="t" r="r" b="b"/>
              <a:pathLst>
                <a:path w="167163" h="514350" extrusionOk="0">
                  <a:moveTo>
                    <a:pt x="21217" y="241530"/>
                  </a:moveTo>
                  <a:lnTo>
                    <a:pt x="21217" y="241530"/>
                  </a:lnTo>
                  <a:lnTo>
                    <a:pt x="21217" y="237673"/>
                  </a:lnTo>
                  <a:lnTo>
                    <a:pt x="164806" y="94083"/>
                  </a:lnTo>
                  <a:cubicBezTo>
                    <a:pt x="154519" y="63651"/>
                    <a:pt x="143804" y="33218"/>
                    <a:pt x="132660" y="3215"/>
                  </a:cubicBezTo>
                  <a:lnTo>
                    <a:pt x="132660" y="109942"/>
                  </a:lnTo>
                  <a:lnTo>
                    <a:pt x="132660" y="113800"/>
                  </a:lnTo>
                  <a:lnTo>
                    <a:pt x="3215" y="243245"/>
                  </a:lnTo>
                  <a:lnTo>
                    <a:pt x="3215" y="504277"/>
                  </a:lnTo>
                  <a:cubicBezTo>
                    <a:pt x="9216" y="506849"/>
                    <a:pt x="15216" y="509850"/>
                    <a:pt x="20788" y="512850"/>
                  </a:cubicBezTo>
                  <a:lnTo>
                    <a:pt x="20788" y="241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42"/>
            <p:cNvSpPr/>
            <p:nvPr/>
          </p:nvSpPr>
          <p:spPr>
            <a:xfrm>
              <a:off x="6783300" y="4332327"/>
              <a:ext cx="55721" cy="38576"/>
            </a:xfrm>
            <a:custGeom>
              <a:avLst/>
              <a:gdLst/>
              <a:ahLst/>
              <a:cxnLst/>
              <a:rect l="l" t="t" r="r" b="b"/>
              <a:pathLst>
                <a:path w="55721" h="38576" extrusionOk="0">
                  <a:moveTo>
                    <a:pt x="52935" y="38362"/>
                  </a:moveTo>
                  <a:cubicBezTo>
                    <a:pt x="52935" y="32361"/>
                    <a:pt x="52507" y="26361"/>
                    <a:pt x="52078" y="20360"/>
                  </a:cubicBezTo>
                  <a:cubicBezTo>
                    <a:pt x="35790" y="14788"/>
                    <a:pt x="19503" y="9216"/>
                    <a:pt x="3215" y="3215"/>
                  </a:cubicBezTo>
                  <a:lnTo>
                    <a:pt x="52935" y="38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42"/>
            <p:cNvSpPr/>
            <p:nvPr/>
          </p:nvSpPr>
          <p:spPr>
            <a:xfrm>
              <a:off x="6560415" y="3424499"/>
              <a:ext cx="8572" cy="12858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7072"/>
                  </a:moveTo>
                  <a:lnTo>
                    <a:pt x="6644" y="10501"/>
                  </a:lnTo>
                  <a:cubicBezTo>
                    <a:pt x="5358" y="7929"/>
                    <a:pt x="4072" y="5358"/>
                    <a:pt x="3215" y="3215"/>
                  </a:cubicBezTo>
                  <a:lnTo>
                    <a:pt x="3215" y="70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2"/>
            <p:cNvSpPr/>
            <p:nvPr/>
          </p:nvSpPr>
          <p:spPr>
            <a:xfrm>
              <a:off x="7492246" y="3442073"/>
              <a:ext cx="145732" cy="210026"/>
            </a:xfrm>
            <a:custGeom>
              <a:avLst/>
              <a:gdLst/>
              <a:ahLst/>
              <a:cxnLst/>
              <a:rect l="l" t="t" r="r" b="b"/>
              <a:pathLst>
                <a:path w="145732" h="210026" extrusionOk="0">
                  <a:moveTo>
                    <a:pt x="13930" y="108657"/>
                  </a:moveTo>
                  <a:lnTo>
                    <a:pt x="3215" y="209383"/>
                  </a:lnTo>
                  <a:cubicBezTo>
                    <a:pt x="12644" y="200811"/>
                    <a:pt x="19502" y="189667"/>
                    <a:pt x="28932" y="181523"/>
                  </a:cubicBezTo>
                  <a:lnTo>
                    <a:pt x="36219" y="113800"/>
                  </a:lnTo>
                  <a:lnTo>
                    <a:pt x="36219" y="109514"/>
                  </a:lnTo>
                  <a:lnTo>
                    <a:pt x="36219" y="109514"/>
                  </a:lnTo>
                  <a:lnTo>
                    <a:pt x="146376" y="20788"/>
                  </a:lnTo>
                  <a:cubicBezTo>
                    <a:pt x="144661" y="14788"/>
                    <a:pt x="143375" y="9216"/>
                    <a:pt x="141661" y="3215"/>
                  </a:cubicBezTo>
                  <a:lnTo>
                    <a:pt x="17788" y="103084"/>
                  </a:lnTo>
                  <a:cubicBezTo>
                    <a:pt x="16502" y="105227"/>
                    <a:pt x="15216" y="106942"/>
                    <a:pt x="13930" y="108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42"/>
            <p:cNvSpPr/>
            <p:nvPr/>
          </p:nvSpPr>
          <p:spPr>
            <a:xfrm>
              <a:off x="7343942" y="3174611"/>
              <a:ext cx="235743" cy="394335"/>
            </a:xfrm>
            <a:custGeom>
              <a:avLst/>
              <a:gdLst/>
              <a:ahLst/>
              <a:cxnLst/>
              <a:rect l="l" t="t" r="r" b="b"/>
              <a:pathLst>
                <a:path w="235743" h="394335" extrusionOk="0">
                  <a:moveTo>
                    <a:pt x="66222" y="310539"/>
                  </a:moveTo>
                  <a:cubicBezTo>
                    <a:pt x="61079" y="315254"/>
                    <a:pt x="55078" y="319111"/>
                    <a:pt x="49077" y="322540"/>
                  </a:cubicBezTo>
                  <a:lnTo>
                    <a:pt x="4929" y="358116"/>
                  </a:lnTo>
                  <a:cubicBezTo>
                    <a:pt x="3215" y="364546"/>
                    <a:pt x="2786" y="371832"/>
                    <a:pt x="3643" y="378262"/>
                  </a:cubicBezTo>
                  <a:cubicBezTo>
                    <a:pt x="4501" y="385548"/>
                    <a:pt x="10073" y="393692"/>
                    <a:pt x="18217" y="392835"/>
                  </a:cubicBezTo>
                  <a:cubicBezTo>
                    <a:pt x="22074" y="392406"/>
                    <a:pt x="25932" y="391549"/>
                    <a:pt x="29789" y="390692"/>
                  </a:cubicBezTo>
                  <a:lnTo>
                    <a:pt x="30647" y="383405"/>
                  </a:lnTo>
                  <a:lnTo>
                    <a:pt x="215384" y="234672"/>
                  </a:lnTo>
                  <a:lnTo>
                    <a:pt x="215384" y="234672"/>
                  </a:lnTo>
                  <a:lnTo>
                    <a:pt x="233386" y="66222"/>
                  </a:lnTo>
                  <a:cubicBezTo>
                    <a:pt x="226100" y="58079"/>
                    <a:pt x="218813" y="50363"/>
                    <a:pt x="214527" y="40076"/>
                  </a:cubicBezTo>
                  <a:cubicBezTo>
                    <a:pt x="208526" y="27646"/>
                    <a:pt x="202954" y="15645"/>
                    <a:pt x="196953" y="3215"/>
                  </a:cubicBezTo>
                  <a:lnTo>
                    <a:pt x="174236" y="213669"/>
                  </a:lnTo>
                  <a:lnTo>
                    <a:pt x="173379" y="221813"/>
                  </a:lnTo>
                  <a:lnTo>
                    <a:pt x="72652" y="302823"/>
                  </a:lnTo>
                  <a:cubicBezTo>
                    <a:pt x="70509" y="305824"/>
                    <a:pt x="68366" y="308395"/>
                    <a:pt x="66222" y="310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42"/>
            <p:cNvSpPr/>
            <p:nvPr/>
          </p:nvSpPr>
          <p:spPr>
            <a:xfrm>
              <a:off x="7538538" y="3481935"/>
              <a:ext cx="102870" cy="132873"/>
            </a:xfrm>
            <a:custGeom>
              <a:avLst/>
              <a:gdLst/>
              <a:ahLst/>
              <a:cxnLst/>
              <a:rect l="l" t="t" r="r" b="b"/>
              <a:pathLst>
                <a:path w="102870" h="132873" extrusionOk="0">
                  <a:moveTo>
                    <a:pt x="3215" y="133088"/>
                  </a:moveTo>
                  <a:cubicBezTo>
                    <a:pt x="7501" y="132231"/>
                    <a:pt x="12216" y="131802"/>
                    <a:pt x="16073" y="130516"/>
                  </a:cubicBezTo>
                  <a:lnTo>
                    <a:pt x="18645" y="107371"/>
                  </a:lnTo>
                  <a:lnTo>
                    <a:pt x="19074" y="103513"/>
                  </a:lnTo>
                  <a:lnTo>
                    <a:pt x="19074" y="103513"/>
                  </a:lnTo>
                  <a:lnTo>
                    <a:pt x="70937" y="61508"/>
                  </a:lnTo>
                  <a:cubicBezTo>
                    <a:pt x="79510" y="46934"/>
                    <a:pt x="87654" y="31504"/>
                    <a:pt x="95369" y="16502"/>
                  </a:cubicBezTo>
                  <a:cubicBezTo>
                    <a:pt x="97512" y="11787"/>
                    <a:pt x="101798" y="7930"/>
                    <a:pt x="103513" y="3215"/>
                  </a:cubicBezTo>
                  <a:lnTo>
                    <a:pt x="8787" y="79939"/>
                  </a:lnTo>
                  <a:lnTo>
                    <a:pt x="3215" y="133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42"/>
            <p:cNvSpPr/>
            <p:nvPr/>
          </p:nvSpPr>
          <p:spPr>
            <a:xfrm>
              <a:off x="6316956" y="2133910"/>
              <a:ext cx="90011" cy="60007"/>
            </a:xfrm>
            <a:custGeom>
              <a:avLst/>
              <a:gdLst/>
              <a:ahLst/>
              <a:cxnLst/>
              <a:rect l="l" t="t" r="r" b="b"/>
              <a:pathLst>
                <a:path w="90011" h="60007" extrusionOk="0">
                  <a:moveTo>
                    <a:pt x="85082" y="58936"/>
                  </a:moveTo>
                  <a:cubicBezTo>
                    <a:pt x="85939" y="43505"/>
                    <a:pt x="87225" y="27646"/>
                    <a:pt x="88511" y="12216"/>
                  </a:cubicBezTo>
                  <a:lnTo>
                    <a:pt x="3215" y="3215"/>
                  </a:lnTo>
                  <a:cubicBezTo>
                    <a:pt x="7501" y="19502"/>
                    <a:pt x="11787" y="35362"/>
                    <a:pt x="16502" y="51649"/>
                  </a:cubicBezTo>
                  <a:lnTo>
                    <a:pt x="85082" y="58936"/>
                  </a:lnTo>
                  <a:lnTo>
                    <a:pt x="85082" y="589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42"/>
            <p:cNvSpPr/>
            <p:nvPr/>
          </p:nvSpPr>
          <p:spPr>
            <a:xfrm>
              <a:off x="7449812" y="3579233"/>
              <a:ext cx="34290" cy="81438"/>
            </a:xfrm>
            <a:custGeom>
              <a:avLst/>
              <a:gdLst/>
              <a:ahLst/>
              <a:cxnLst/>
              <a:rect l="l" t="t" r="r" b="b"/>
              <a:pathLst>
                <a:path w="34290" h="81438" extrusionOk="0">
                  <a:moveTo>
                    <a:pt x="25075" y="79510"/>
                  </a:moveTo>
                  <a:lnTo>
                    <a:pt x="33218" y="3215"/>
                  </a:lnTo>
                  <a:cubicBezTo>
                    <a:pt x="31933" y="5358"/>
                    <a:pt x="30647" y="7072"/>
                    <a:pt x="29361" y="9216"/>
                  </a:cubicBezTo>
                  <a:cubicBezTo>
                    <a:pt x="19931" y="23360"/>
                    <a:pt x="7930" y="36647"/>
                    <a:pt x="3215" y="53364"/>
                  </a:cubicBezTo>
                  <a:cubicBezTo>
                    <a:pt x="4929" y="64079"/>
                    <a:pt x="13930" y="75652"/>
                    <a:pt x="25075" y="795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42"/>
            <p:cNvSpPr/>
            <p:nvPr/>
          </p:nvSpPr>
          <p:spPr>
            <a:xfrm>
              <a:off x="6270665" y="1672709"/>
              <a:ext cx="458628" cy="291465"/>
            </a:xfrm>
            <a:custGeom>
              <a:avLst/>
              <a:gdLst/>
              <a:ahLst/>
              <a:cxnLst/>
              <a:rect l="l" t="t" r="r" b="b"/>
              <a:pathLst>
                <a:path w="458628" h="291465" extrusionOk="0">
                  <a:moveTo>
                    <a:pt x="361974" y="68366"/>
                  </a:moveTo>
                  <a:lnTo>
                    <a:pt x="246245" y="55936"/>
                  </a:lnTo>
                  <a:lnTo>
                    <a:pt x="3215" y="251817"/>
                  </a:lnTo>
                  <a:cubicBezTo>
                    <a:pt x="5358" y="264247"/>
                    <a:pt x="7501" y="276677"/>
                    <a:pt x="10073" y="289536"/>
                  </a:cubicBezTo>
                  <a:lnTo>
                    <a:pt x="260390" y="88082"/>
                  </a:lnTo>
                  <a:lnTo>
                    <a:pt x="260390" y="88082"/>
                  </a:lnTo>
                  <a:lnTo>
                    <a:pt x="266819" y="88511"/>
                  </a:lnTo>
                  <a:lnTo>
                    <a:pt x="412123" y="103942"/>
                  </a:lnTo>
                  <a:lnTo>
                    <a:pt x="431840" y="88082"/>
                  </a:lnTo>
                  <a:cubicBezTo>
                    <a:pt x="430554" y="74366"/>
                    <a:pt x="435697" y="60222"/>
                    <a:pt x="447270" y="51221"/>
                  </a:cubicBezTo>
                  <a:cubicBezTo>
                    <a:pt x="449842" y="49078"/>
                    <a:pt x="452842" y="47363"/>
                    <a:pt x="455843" y="46077"/>
                  </a:cubicBezTo>
                  <a:cubicBezTo>
                    <a:pt x="453700" y="31933"/>
                    <a:pt x="451556" y="17788"/>
                    <a:pt x="450271" y="3215"/>
                  </a:cubicBezTo>
                  <a:lnTo>
                    <a:pt x="368403" y="69223"/>
                  </a:lnTo>
                  <a:lnTo>
                    <a:pt x="361974" y="683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42"/>
            <p:cNvSpPr/>
            <p:nvPr/>
          </p:nvSpPr>
          <p:spPr>
            <a:xfrm>
              <a:off x="6295096" y="1940171"/>
              <a:ext cx="132873" cy="180022"/>
            </a:xfrm>
            <a:custGeom>
              <a:avLst/>
              <a:gdLst/>
              <a:ahLst/>
              <a:cxnLst/>
              <a:rect l="l" t="t" r="r" b="b"/>
              <a:pathLst>
                <a:path w="132873" h="180022" extrusionOk="0">
                  <a:moveTo>
                    <a:pt x="3215" y="106513"/>
                  </a:moveTo>
                  <a:cubicBezTo>
                    <a:pt x="7501" y="126659"/>
                    <a:pt x="12644" y="146375"/>
                    <a:pt x="17359" y="166521"/>
                  </a:cubicBezTo>
                  <a:lnTo>
                    <a:pt x="112943" y="176808"/>
                  </a:lnTo>
                  <a:cubicBezTo>
                    <a:pt x="114229" y="161377"/>
                    <a:pt x="115943" y="146375"/>
                    <a:pt x="117658" y="130945"/>
                  </a:cubicBezTo>
                  <a:cubicBezTo>
                    <a:pt x="121944" y="88511"/>
                    <a:pt x="128373" y="45649"/>
                    <a:pt x="131802" y="3215"/>
                  </a:cubicBezTo>
                  <a:lnTo>
                    <a:pt x="3215" y="106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2"/>
            <p:cNvSpPr/>
            <p:nvPr/>
          </p:nvSpPr>
          <p:spPr>
            <a:xfrm>
              <a:off x="6283952" y="1785866"/>
              <a:ext cx="531495" cy="261461"/>
            </a:xfrm>
            <a:custGeom>
              <a:avLst/>
              <a:gdLst/>
              <a:ahLst/>
              <a:cxnLst/>
              <a:rect l="l" t="t" r="r" b="b"/>
              <a:pathLst>
                <a:path w="531495" h="261461" extrusionOk="0">
                  <a:moveTo>
                    <a:pt x="407408" y="21646"/>
                  </a:moveTo>
                  <a:lnTo>
                    <a:pt x="401407" y="20788"/>
                  </a:lnTo>
                  <a:lnTo>
                    <a:pt x="256532" y="5358"/>
                  </a:lnTo>
                  <a:lnTo>
                    <a:pt x="4929" y="207669"/>
                  </a:lnTo>
                  <a:lnTo>
                    <a:pt x="3215" y="207669"/>
                  </a:lnTo>
                  <a:cubicBezTo>
                    <a:pt x="4501" y="214527"/>
                    <a:pt x="6215" y="221385"/>
                    <a:pt x="7501" y="228243"/>
                  </a:cubicBezTo>
                  <a:lnTo>
                    <a:pt x="145518" y="117229"/>
                  </a:lnTo>
                  <a:cubicBezTo>
                    <a:pt x="145518" y="113800"/>
                    <a:pt x="145947" y="110371"/>
                    <a:pt x="145947" y="107371"/>
                  </a:cubicBezTo>
                  <a:cubicBezTo>
                    <a:pt x="146804" y="109942"/>
                    <a:pt x="147661" y="112514"/>
                    <a:pt x="148519" y="115086"/>
                  </a:cubicBezTo>
                  <a:lnTo>
                    <a:pt x="215384" y="61508"/>
                  </a:lnTo>
                  <a:lnTo>
                    <a:pt x="221385" y="61936"/>
                  </a:lnTo>
                  <a:lnTo>
                    <a:pt x="289108" y="69223"/>
                  </a:lnTo>
                  <a:cubicBezTo>
                    <a:pt x="291679" y="61508"/>
                    <a:pt x="296394" y="54650"/>
                    <a:pt x="302824" y="49078"/>
                  </a:cubicBezTo>
                  <a:cubicBezTo>
                    <a:pt x="321254" y="34076"/>
                    <a:pt x="347829" y="37076"/>
                    <a:pt x="362831" y="55507"/>
                  </a:cubicBezTo>
                  <a:cubicBezTo>
                    <a:pt x="377833" y="73938"/>
                    <a:pt x="375261" y="100941"/>
                    <a:pt x="356830" y="115943"/>
                  </a:cubicBezTo>
                  <a:cubicBezTo>
                    <a:pt x="338399" y="130945"/>
                    <a:pt x="310968" y="127945"/>
                    <a:pt x="296394" y="109514"/>
                  </a:cubicBezTo>
                  <a:cubicBezTo>
                    <a:pt x="293823" y="106085"/>
                    <a:pt x="292108" y="102656"/>
                    <a:pt x="290393" y="99227"/>
                  </a:cubicBezTo>
                  <a:lnTo>
                    <a:pt x="224385" y="92369"/>
                  </a:lnTo>
                  <a:lnTo>
                    <a:pt x="157091" y="146804"/>
                  </a:lnTo>
                  <a:cubicBezTo>
                    <a:pt x="160091" y="157948"/>
                    <a:pt x="163949" y="169093"/>
                    <a:pt x="169950" y="179380"/>
                  </a:cubicBezTo>
                  <a:cubicBezTo>
                    <a:pt x="185809" y="208526"/>
                    <a:pt x="205526" y="235101"/>
                    <a:pt x="228243" y="259104"/>
                  </a:cubicBezTo>
                  <a:lnTo>
                    <a:pt x="440841" y="88083"/>
                  </a:lnTo>
                  <a:lnTo>
                    <a:pt x="446842" y="88940"/>
                  </a:lnTo>
                  <a:lnTo>
                    <a:pt x="527852" y="97512"/>
                  </a:lnTo>
                  <a:cubicBezTo>
                    <a:pt x="528280" y="96226"/>
                    <a:pt x="528280" y="95369"/>
                    <a:pt x="528709" y="94083"/>
                  </a:cubicBezTo>
                  <a:cubicBezTo>
                    <a:pt x="517136" y="70509"/>
                    <a:pt x="504706" y="47363"/>
                    <a:pt x="487990" y="26789"/>
                  </a:cubicBezTo>
                  <a:cubicBezTo>
                    <a:pt x="484132" y="22074"/>
                    <a:pt x="480274" y="17359"/>
                    <a:pt x="476845" y="12644"/>
                  </a:cubicBezTo>
                  <a:cubicBezTo>
                    <a:pt x="461843" y="18217"/>
                    <a:pt x="444270" y="14788"/>
                    <a:pt x="432697" y="3215"/>
                  </a:cubicBezTo>
                  <a:lnTo>
                    <a:pt x="407408" y="216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2"/>
            <p:cNvSpPr/>
            <p:nvPr/>
          </p:nvSpPr>
          <p:spPr>
            <a:xfrm>
              <a:off x="6773442" y="2205490"/>
              <a:ext cx="304323" cy="278606"/>
            </a:xfrm>
            <a:custGeom>
              <a:avLst/>
              <a:gdLst/>
              <a:ahLst/>
              <a:cxnLst/>
              <a:rect l="l" t="t" r="r" b="b"/>
              <a:pathLst>
                <a:path w="304323" h="278606" extrusionOk="0">
                  <a:moveTo>
                    <a:pt x="250960" y="64079"/>
                  </a:moveTo>
                  <a:lnTo>
                    <a:pt x="249674" y="67937"/>
                  </a:lnTo>
                  <a:lnTo>
                    <a:pt x="3215" y="266819"/>
                  </a:lnTo>
                  <a:cubicBezTo>
                    <a:pt x="5358" y="270248"/>
                    <a:pt x="7930" y="273677"/>
                    <a:pt x="10501" y="277106"/>
                  </a:cubicBezTo>
                  <a:lnTo>
                    <a:pt x="304110" y="40505"/>
                  </a:lnTo>
                  <a:cubicBezTo>
                    <a:pt x="294680" y="27646"/>
                    <a:pt x="284393" y="15216"/>
                    <a:pt x="274106" y="3215"/>
                  </a:cubicBezTo>
                  <a:lnTo>
                    <a:pt x="274106" y="3215"/>
                  </a:lnTo>
                  <a:lnTo>
                    <a:pt x="250960" y="640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42"/>
            <p:cNvSpPr/>
            <p:nvPr/>
          </p:nvSpPr>
          <p:spPr>
            <a:xfrm>
              <a:off x="5728454" y="3630239"/>
              <a:ext cx="8572" cy="17145"/>
            </a:xfrm>
            <a:custGeom>
              <a:avLst/>
              <a:gdLst/>
              <a:ahLst/>
              <a:cxnLst/>
              <a:rect l="l" t="t" r="r" b="b"/>
              <a:pathLst>
                <a:path w="8572" h="17145" extrusionOk="0">
                  <a:moveTo>
                    <a:pt x="8358" y="13930"/>
                  </a:moveTo>
                  <a:cubicBezTo>
                    <a:pt x="8358" y="10073"/>
                    <a:pt x="8358" y="6644"/>
                    <a:pt x="8358" y="3215"/>
                  </a:cubicBezTo>
                  <a:lnTo>
                    <a:pt x="3215" y="8787"/>
                  </a:lnTo>
                  <a:lnTo>
                    <a:pt x="3215" y="8787"/>
                  </a:lnTo>
                  <a:cubicBezTo>
                    <a:pt x="4929" y="10501"/>
                    <a:pt x="6644" y="12216"/>
                    <a:pt x="8358" y="13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2"/>
            <p:cNvSpPr/>
            <p:nvPr/>
          </p:nvSpPr>
          <p:spPr>
            <a:xfrm>
              <a:off x="5454563" y="3259907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 extrusionOk="0">
                  <a:moveTo>
                    <a:pt x="11787" y="77796"/>
                  </a:moveTo>
                  <a:lnTo>
                    <a:pt x="11787" y="77796"/>
                  </a:lnTo>
                  <a:lnTo>
                    <a:pt x="76081" y="13502"/>
                  </a:lnTo>
                  <a:cubicBezTo>
                    <a:pt x="72652" y="10073"/>
                    <a:pt x="69223" y="6644"/>
                    <a:pt x="65794" y="3215"/>
                  </a:cubicBezTo>
                  <a:lnTo>
                    <a:pt x="3215" y="65794"/>
                  </a:lnTo>
                  <a:cubicBezTo>
                    <a:pt x="5786" y="69652"/>
                    <a:pt x="8787" y="73938"/>
                    <a:pt x="11787" y="77796"/>
                  </a:cubicBezTo>
                  <a:lnTo>
                    <a:pt x="11787" y="777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2"/>
            <p:cNvSpPr/>
            <p:nvPr/>
          </p:nvSpPr>
          <p:spPr>
            <a:xfrm>
              <a:off x="5704022" y="346650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2"/>
            <p:cNvSpPr/>
            <p:nvPr/>
          </p:nvSpPr>
          <p:spPr>
            <a:xfrm>
              <a:off x="5610582" y="3440359"/>
              <a:ext cx="98583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6655" y="29361"/>
                  </a:moveTo>
                  <a:cubicBezTo>
                    <a:pt x="89368" y="20360"/>
                    <a:pt x="82510" y="11787"/>
                    <a:pt x="75224" y="3215"/>
                  </a:cubicBezTo>
                  <a:cubicBezTo>
                    <a:pt x="74795" y="3215"/>
                    <a:pt x="74366" y="3215"/>
                    <a:pt x="73938" y="3643"/>
                  </a:cubicBezTo>
                  <a:lnTo>
                    <a:pt x="3215" y="74366"/>
                  </a:lnTo>
                  <a:cubicBezTo>
                    <a:pt x="10930" y="82939"/>
                    <a:pt x="18645" y="91511"/>
                    <a:pt x="26360" y="100084"/>
                  </a:cubicBezTo>
                  <a:lnTo>
                    <a:pt x="96655" y="293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2"/>
            <p:cNvSpPr/>
            <p:nvPr/>
          </p:nvSpPr>
          <p:spPr>
            <a:xfrm>
              <a:off x="5334548" y="3122319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64293" h="64293" extrusionOk="0">
                  <a:moveTo>
                    <a:pt x="61079" y="25932"/>
                  </a:moveTo>
                  <a:lnTo>
                    <a:pt x="61079" y="25932"/>
                  </a:lnTo>
                  <a:cubicBezTo>
                    <a:pt x="52078" y="18217"/>
                    <a:pt x="43077" y="10501"/>
                    <a:pt x="34076" y="3215"/>
                  </a:cubicBezTo>
                  <a:lnTo>
                    <a:pt x="3215" y="34076"/>
                  </a:lnTo>
                  <a:cubicBezTo>
                    <a:pt x="9644" y="43934"/>
                    <a:pt x="16502" y="53792"/>
                    <a:pt x="22931" y="64079"/>
                  </a:cubicBezTo>
                  <a:lnTo>
                    <a:pt x="61079" y="259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42"/>
            <p:cNvSpPr/>
            <p:nvPr/>
          </p:nvSpPr>
          <p:spPr>
            <a:xfrm>
              <a:off x="5388126" y="3184041"/>
              <a:ext cx="85725" cy="90011"/>
            </a:xfrm>
            <a:custGeom>
              <a:avLst/>
              <a:gdLst/>
              <a:ahLst/>
              <a:cxnLst/>
              <a:rect l="l" t="t" r="r" b="b"/>
              <a:pathLst>
                <a:path w="85725" h="90011" extrusionOk="0">
                  <a:moveTo>
                    <a:pt x="82939" y="31933"/>
                  </a:moveTo>
                  <a:cubicBezTo>
                    <a:pt x="72652" y="22503"/>
                    <a:pt x="62365" y="12644"/>
                    <a:pt x="51649" y="3215"/>
                  </a:cubicBezTo>
                  <a:lnTo>
                    <a:pt x="3215" y="51650"/>
                  </a:lnTo>
                  <a:cubicBezTo>
                    <a:pt x="11359" y="63222"/>
                    <a:pt x="19502" y="75224"/>
                    <a:pt x="28075" y="86797"/>
                  </a:cubicBezTo>
                  <a:lnTo>
                    <a:pt x="82939" y="319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42"/>
            <p:cNvSpPr/>
            <p:nvPr/>
          </p:nvSpPr>
          <p:spPr>
            <a:xfrm>
              <a:off x="5520142" y="3312200"/>
              <a:ext cx="55721" cy="55721"/>
            </a:xfrm>
            <a:custGeom>
              <a:avLst/>
              <a:gdLst/>
              <a:ahLst/>
              <a:cxnLst/>
              <a:rect l="l" t="t" r="r" b="b"/>
              <a:pathLst>
                <a:path w="55721" h="55721" extrusionOk="0">
                  <a:moveTo>
                    <a:pt x="55078" y="6644"/>
                  </a:moveTo>
                  <a:cubicBezTo>
                    <a:pt x="53793" y="5358"/>
                    <a:pt x="52935" y="4072"/>
                    <a:pt x="51649" y="3215"/>
                  </a:cubicBezTo>
                  <a:lnTo>
                    <a:pt x="3215" y="51649"/>
                  </a:lnTo>
                  <a:cubicBezTo>
                    <a:pt x="4501" y="52507"/>
                    <a:pt x="6215" y="53364"/>
                    <a:pt x="7501" y="54221"/>
                  </a:cubicBezTo>
                  <a:lnTo>
                    <a:pt x="55078" y="66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42"/>
            <p:cNvSpPr/>
            <p:nvPr/>
          </p:nvSpPr>
          <p:spPr>
            <a:xfrm>
              <a:off x="5568577" y="3402639"/>
              <a:ext cx="90011" cy="98583"/>
            </a:xfrm>
            <a:custGeom>
              <a:avLst/>
              <a:gdLst/>
              <a:ahLst/>
              <a:cxnLst/>
              <a:rect l="l" t="t" r="r" b="b"/>
              <a:pathLst>
                <a:path w="90011" h="98583" extrusionOk="0">
                  <a:moveTo>
                    <a:pt x="90654" y="39219"/>
                  </a:moveTo>
                  <a:cubicBezTo>
                    <a:pt x="76081" y="33218"/>
                    <a:pt x="65794" y="19503"/>
                    <a:pt x="64508" y="3215"/>
                  </a:cubicBezTo>
                  <a:lnTo>
                    <a:pt x="3215" y="64508"/>
                  </a:lnTo>
                  <a:cubicBezTo>
                    <a:pt x="12644" y="75652"/>
                    <a:pt x="22503" y="86797"/>
                    <a:pt x="32361" y="97512"/>
                  </a:cubicBezTo>
                  <a:lnTo>
                    <a:pt x="90654" y="392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2"/>
            <p:cNvSpPr/>
            <p:nvPr/>
          </p:nvSpPr>
          <p:spPr>
            <a:xfrm>
              <a:off x="5535144" y="3337060"/>
              <a:ext cx="85725" cy="102870"/>
            </a:xfrm>
            <a:custGeom>
              <a:avLst/>
              <a:gdLst/>
              <a:ahLst/>
              <a:cxnLst/>
              <a:rect l="l" t="t" r="r" b="b"/>
              <a:pathLst>
                <a:path w="85725" h="102870" extrusionOk="0">
                  <a:moveTo>
                    <a:pt x="10930" y="100084"/>
                  </a:moveTo>
                  <a:lnTo>
                    <a:pt x="10930" y="100084"/>
                  </a:lnTo>
                  <a:lnTo>
                    <a:pt x="82939" y="28075"/>
                  </a:lnTo>
                  <a:cubicBezTo>
                    <a:pt x="75224" y="19931"/>
                    <a:pt x="67937" y="11359"/>
                    <a:pt x="60222" y="3215"/>
                  </a:cubicBezTo>
                  <a:lnTo>
                    <a:pt x="9644" y="53792"/>
                  </a:lnTo>
                  <a:cubicBezTo>
                    <a:pt x="10501" y="57222"/>
                    <a:pt x="11359" y="61079"/>
                    <a:pt x="11359" y="64937"/>
                  </a:cubicBezTo>
                  <a:cubicBezTo>
                    <a:pt x="11359" y="74367"/>
                    <a:pt x="8358" y="82939"/>
                    <a:pt x="3215" y="90226"/>
                  </a:cubicBezTo>
                  <a:cubicBezTo>
                    <a:pt x="5786" y="93655"/>
                    <a:pt x="8358" y="96655"/>
                    <a:pt x="10930" y="1000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2"/>
            <p:cNvSpPr/>
            <p:nvPr/>
          </p:nvSpPr>
          <p:spPr>
            <a:xfrm>
              <a:off x="5310973" y="3095316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24646"/>
                  </a:moveTo>
                  <a:cubicBezTo>
                    <a:pt x="5358" y="28503"/>
                    <a:pt x="7930" y="31932"/>
                    <a:pt x="10501" y="35790"/>
                  </a:cubicBezTo>
                  <a:lnTo>
                    <a:pt x="34933" y="11358"/>
                  </a:lnTo>
                  <a:cubicBezTo>
                    <a:pt x="31504" y="8787"/>
                    <a:pt x="28075" y="6215"/>
                    <a:pt x="24646" y="3215"/>
                  </a:cubicBezTo>
                  <a:lnTo>
                    <a:pt x="3215" y="246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2"/>
            <p:cNvSpPr/>
            <p:nvPr/>
          </p:nvSpPr>
          <p:spPr>
            <a:xfrm>
              <a:off x="6202085" y="3276624"/>
              <a:ext cx="304323" cy="780097"/>
            </a:xfrm>
            <a:custGeom>
              <a:avLst/>
              <a:gdLst/>
              <a:ahLst/>
              <a:cxnLst/>
              <a:rect l="l" t="t" r="r" b="b"/>
              <a:pathLst>
                <a:path w="304323" h="780097" extrusionOk="0">
                  <a:moveTo>
                    <a:pt x="54650" y="627293"/>
                  </a:moveTo>
                  <a:lnTo>
                    <a:pt x="222242" y="459700"/>
                  </a:lnTo>
                  <a:lnTo>
                    <a:pt x="222242" y="459700"/>
                  </a:lnTo>
                  <a:lnTo>
                    <a:pt x="222242" y="126230"/>
                  </a:lnTo>
                  <a:lnTo>
                    <a:pt x="222242" y="118086"/>
                  </a:lnTo>
                  <a:lnTo>
                    <a:pt x="302824" y="37505"/>
                  </a:lnTo>
                  <a:cubicBezTo>
                    <a:pt x="296823" y="25932"/>
                    <a:pt x="291251" y="14788"/>
                    <a:pt x="285679" y="3215"/>
                  </a:cubicBezTo>
                  <a:lnTo>
                    <a:pt x="179808" y="109514"/>
                  </a:lnTo>
                  <a:lnTo>
                    <a:pt x="179808" y="443841"/>
                  </a:lnTo>
                  <a:lnTo>
                    <a:pt x="179808" y="451985"/>
                  </a:lnTo>
                  <a:lnTo>
                    <a:pt x="3215" y="628150"/>
                  </a:lnTo>
                  <a:lnTo>
                    <a:pt x="3215" y="746022"/>
                  </a:lnTo>
                  <a:cubicBezTo>
                    <a:pt x="20360" y="757166"/>
                    <a:pt x="37076" y="767882"/>
                    <a:pt x="54221" y="778597"/>
                  </a:cubicBezTo>
                  <a:lnTo>
                    <a:pt x="54221" y="6272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2"/>
            <p:cNvSpPr/>
            <p:nvPr/>
          </p:nvSpPr>
          <p:spPr>
            <a:xfrm>
              <a:off x="6292525" y="3346918"/>
              <a:ext cx="317182" cy="797242"/>
            </a:xfrm>
            <a:custGeom>
              <a:avLst/>
              <a:gdLst/>
              <a:ahLst/>
              <a:cxnLst/>
              <a:rect l="l" t="t" r="r" b="b"/>
              <a:pathLst>
                <a:path w="317182" h="797242" extrusionOk="0">
                  <a:moveTo>
                    <a:pt x="222671" y="286536"/>
                  </a:moveTo>
                  <a:lnTo>
                    <a:pt x="222671" y="286536"/>
                  </a:lnTo>
                  <a:lnTo>
                    <a:pt x="222671" y="282678"/>
                  </a:lnTo>
                  <a:lnTo>
                    <a:pt x="314825" y="190524"/>
                  </a:lnTo>
                  <a:lnTo>
                    <a:pt x="304538" y="152805"/>
                  </a:lnTo>
                  <a:cubicBezTo>
                    <a:pt x="302395" y="148519"/>
                    <a:pt x="300680" y="143804"/>
                    <a:pt x="298537" y="139518"/>
                  </a:cubicBezTo>
                  <a:lnTo>
                    <a:pt x="251817" y="92797"/>
                  </a:lnTo>
                  <a:lnTo>
                    <a:pt x="251817" y="88940"/>
                  </a:lnTo>
                  <a:lnTo>
                    <a:pt x="251817" y="41791"/>
                  </a:lnTo>
                  <a:cubicBezTo>
                    <a:pt x="250531" y="39648"/>
                    <a:pt x="249674" y="37076"/>
                    <a:pt x="248388" y="34933"/>
                  </a:cubicBezTo>
                  <a:cubicBezTo>
                    <a:pt x="242816" y="24217"/>
                    <a:pt x="237244" y="13930"/>
                    <a:pt x="231672" y="3215"/>
                  </a:cubicBezTo>
                  <a:lnTo>
                    <a:pt x="171236" y="63651"/>
                  </a:lnTo>
                  <a:lnTo>
                    <a:pt x="171236" y="397121"/>
                  </a:lnTo>
                  <a:lnTo>
                    <a:pt x="171236" y="405265"/>
                  </a:lnTo>
                  <a:lnTo>
                    <a:pt x="3215" y="573286"/>
                  </a:lnTo>
                  <a:lnTo>
                    <a:pt x="3215" y="731877"/>
                  </a:lnTo>
                  <a:cubicBezTo>
                    <a:pt x="26789" y="746022"/>
                    <a:pt x="50792" y="759738"/>
                    <a:pt x="74795" y="773454"/>
                  </a:cubicBezTo>
                  <a:lnTo>
                    <a:pt x="74795" y="528709"/>
                  </a:lnTo>
                  <a:lnTo>
                    <a:pt x="74795" y="524851"/>
                  </a:lnTo>
                  <a:lnTo>
                    <a:pt x="190524" y="409123"/>
                  </a:lnTo>
                  <a:lnTo>
                    <a:pt x="190524" y="257390"/>
                  </a:lnTo>
                  <a:lnTo>
                    <a:pt x="190524" y="253103"/>
                  </a:lnTo>
                  <a:lnTo>
                    <a:pt x="223099" y="220528"/>
                  </a:lnTo>
                  <a:cubicBezTo>
                    <a:pt x="219242" y="218384"/>
                    <a:pt x="215384" y="215813"/>
                    <a:pt x="212384" y="212812"/>
                  </a:cubicBezTo>
                  <a:cubicBezTo>
                    <a:pt x="195667" y="196096"/>
                    <a:pt x="195667" y="169093"/>
                    <a:pt x="212384" y="152376"/>
                  </a:cubicBezTo>
                  <a:cubicBezTo>
                    <a:pt x="229100" y="135660"/>
                    <a:pt x="256103" y="135231"/>
                    <a:pt x="273248" y="151948"/>
                  </a:cubicBezTo>
                  <a:cubicBezTo>
                    <a:pt x="289965" y="168664"/>
                    <a:pt x="289965" y="196096"/>
                    <a:pt x="273248" y="212812"/>
                  </a:cubicBezTo>
                  <a:cubicBezTo>
                    <a:pt x="265962" y="220099"/>
                    <a:pt x="256532" y="223957"/>
                    <a:pt x="247102" y="224814"/>
                  </a:cubicBezTo>
                  <a:lnTo>
                    <a:pt x="211098" y="260818"/>
                  </a:lnTo>
                  <a:lnTo>
                    <a:pt x="211098" y="412552"/>
                  </a:lnTo>
                  <a:lnTo>
                    <a:pt x="210669" y="416838"/>
                  </a:lnTo>
                  <a:lnTo>
                    <a:pt x="94940" y="532567"/>
                  </a:lnTo>
                  <a:lnTo>
                    <a:pt x="94940" y="784170"/>
                  </a:lnTo>
                  <a:cubicBezTo>
                    <a:pt x="102656" y="788456"/>
                    <a:pt x="109942" y="792742"/>
                    <a:pt x="117658" y="796600"/>
                  </a:cubicBezTo>
                  <a:lnTo>
                    <a:pt x="117658" y="538139"/>
                  </a:lnTo>
                  <a:lnTo>
                    <a:pt x="117229" y="533853"/>
                  </a:lnTo>
                  <a:lnTo>
                    <a:pt x="222671" y="428411"/>
                  </a:lnTo>
                  <a:lnTo>
                    <a:pt x="222671" y="2865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2"/>
            <p:cNvSpPr/>
            <p:nvPr/>
          </p:nvSpPr>
          <p:spPr>
            <a:xfrm>
              <a:off x="6458402" y="3594664"/>
              <a:ext cx="188595" cy="587216"/>
            </a:xfrm>
            <a:custGeom>
              <a:avLst/>
              <a:gdLst/>
              <a:ahLst/>
              <a:cxnLst/>
              <a:rect l="l" t="t" r="r" b="b"/>
              <a:pathLst>
                <a:path w="188595" h="587216" extrusionOk="0">
                  <a:moveTo>
                    <a:pt x="21217" y="585716"/>
                  </a:moveTo>
                  <a:lnTo>
                    <a:pt x="21217" y="327684"/>
                  </a:lnTo>
                  <a:lnTo>
                    <a:pt x="21646" y="323397"/>
                  </a:lnTo>
                  <a:lnTo>
                    <a:pt x="140375" y="204668"/>
                  </a:lnTo>
                  <a:lnTo>
                    <a:pt x="140375" y="62793"/>
                  </a:lnTo>
                  <a:lnTo>
                    <a:pt x="140803" y="58936"/>
                  </a:lnTo>
                  <a:lnTo>
                    <a:pt x="186238" y="13502"/>
                  </a:lnTo>
                  <a:cubicBezTo>
                    <a:pt x="184952" y="10073"/>
                    <a:pt x="183237" y="6644"/>
                    <a:pt x="181951" y="3215"/>
                  </a:cubicBezTo>
                  <a:lnTo>
                    <a:pt x="124944" y="60222"/>
                  </a:lnTo>
                  <a:lnTo>
                    <a:pt x="124944" y="199096"/>
                  </a:lnTo>
                  <a:lnTo>
                    <a:pt x="125373" y="203382"/>
                  </a:lnTo>
                  <a:lnTo>
                    <a:pt x="3215" y="325540"/>
                  </a:lnTo>
                  <a:lnTo>
                    <a:pt x="3215" y="576715"/>
                  </a:lnTo>
                  <a:cubicBezTo>
                    <a:pt x="9216" y="579715"/>
                    <a:pt x="15216" y="582716"/>
                    <a:pt x="21217" y="5857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2"/>
            <p:cNvSpPr/>
            <p:nvPr/>
          </p:nvSpPr>
          <p:spPr>
            <a:xfrm>
              <a:off x="5688163" y="3529513"/>
              <a:ext cx="94297" cy="98583"/>
            </a:xfrm>
            <a:custGeom>
              <a:avLst/>
              <a:gdLst/>
              <a:ahLst/>
              <a:cxnLst/>
              <a:rect l="l" t="t" r="r" b="b"/>
              <a:pathLst>
                <a:path w="94297" h="98583" extrusionOk="0">
                  <a:moveTo>
                    <a:pt x="68366" y="3215"/>
                  </a:moveTo>
                  <a:lnTo>
                    <a:pt x="3215" y="68366"/>
                  </a:lnTo>
                  <a:cubicBezTo>
                    <a:pt x="11787" y="77367"/>
                    <a:pt x="20360" y="86368"/>
                    <a:pt x="29361" y="95369"/>
                  </a:cubicBezTo>
                  <a:lnTo>
                    <a:pt x="91083" y="33647"/>
                  </a:lnTo>
                  <a:cubicBezTo>
                    <a:pt x="83796" y="23789"/>
                    <a:pt x="76081" y="13502"/>
                    <a:pt x="6836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2"/>
            <p:cNvSpPr/>
            <p:nvPr/>
          </p:nvSpPr>
          <p:spPr>
            <a:xfrm>
              <a:off x="5582293" y="2463951"/>
              <a:ext cx="840105" cy="1084421"/>
            </a:xfrm>
            <a:custGeom>
              <a:avLst/>
              <a:gdLst/>
              <a:ahLst/>
              <a:cxnLst/>
              <a:rect l="l" t="t" r="r" b="b"/>
              <a:pathLst>
                <a:path w="840105" h="1084421" extrusionOk="0">
                  <a:moveTo>
                    <a:pt x="689443" y="436555"/>
                  </a:moveTo>
                  <a:lnTo>
                    <a:pt x="773454" y="436555"/>
                  </a:lnTo>
                  <a:cubicBezTo>
                    <a:pt x="775597" y="432268"/>
                    <a:pt x="778597" y="427982"/>
                    <a:pt x="782027" y="424125"/>
                  </a:cubicBezTo>
                  <a:cubicBezTo>
                    <a:pt x="797886" y="408265"/>
                    <a:pt x="822746" y="407408"/>
                    <a:pt x="839462" y="421124"/>
                  </a:cubicBezTo>
                  <a:cubicBezTo>
                    <a:pt x="836462" y="392835"/>
                    <a:pt x="834747" y="364974"/>
                    <a:pt x="835605" y="336685"/>
                  </a:cubicBezTo>
                  <a:cubicBezTo>
                    <a:pt x="836033" y="304538"/>
                    <a:pt x="837319" y="271963"/>
                    <a:pt x="837748" y="239816"/>
                  </a:cubicBezTo>
                  <a:cubicBezTo>
                    <a:pt x="836890" y="240673"/>
                    <a:pt x="836462" y="241530"/>
                    <a:pt x="835605" y="241959"/>
                  </a:cubicBezTo>
                  <a:cubicBezTo>
                    <a:pt x="818888" y="258675"/>
                    <a:pt x="791885" y="258675"/>
                    <a:pt x="774740" y="241959"/>
                  </a:cubicBezTo>
                  <a:cubicBezTo>
                    <a:pt x="758023" y="225243"/>
                    <a:pt x="757595" y="197811"/>
                    <a:pt x="774311" y="181094"/>
                  </a:cubicBezTo>
                  <a:cubicBezTo>
                    <a:pt x="791028" y="164378"/>
                    <a:pt x="818888" y="164378"/>
                    <a:pt x="835605" y="181094"/>
                  </a:cubicBezTo>
                  <a:cubicBezTo>
                    <a:pt x="836033" y="181523"/>
                    <a:pt x="836462" y="182380"/>
                    <a:pt x="837319" y="182809"/>
                  </a:cubicBezTo>
                  <a:cubicBezTo>
                    <a:pt x="836890" y="171665"/>
                    <a:pt x="836462" y="160520"/>
                    <a:pt x="835605" y="149376"/>
                  </a:cubicBezTo>
                  <a:cubicBezTo>
                    <a:pt x="835176" y="140375"/>
                    <a:pt x="834319" y="131802"/>
                    <a:pt x="833462" y="122801"/>
                  </a:cubicBezTo>
                  <a:lnTo>
                    <a:pt x="809458" y="98798"/>
                  </a:lnTo>
                  <a:lnTo>
                    <a:pt x="731449" y="98798"/>
                  </a:lnTo>
                  <a:cubicBezTo>
                    <a:pt x="729734" y="106513"/>
                    <a:pt x="726305" y="113800"/>
                    <a:pt x="720305" y="120230"/>
                  </a:cubicBezTo>
                  <a:cubicBezTo>
                    <a:pt x="703588" y="136946"/>
                    <a:pt x="676156" y="136946"/>
                    <a:pt x="659440" y="120230"/>
                  </a:cubicBezTo>
                  <a:cubicBezTo>
                    <a:pt x="642723" y="103513"/>
                    <a:pt x="642723" y="76081"/>
                    <a:pt x="659440" y="59365"/>
                  </a:cubicBezTo>
                  <a:cubicBezTo>
                    <a:pt x="676156" y="42648"/>
                    <a:pt x="703160" y="42648"/>
                    <a:pt x="719876" y="59793"/>
                  </a:cubicBezTo>
                  <a:cubicBezTo>
                    <a:pt x="725448" y="65365"/>
                    <a:pt x="729306" y="72223"/>
                    <a:pt x="731020" y="79510"/>
                  </a:cubicBezTo>
                  <a:lnTo>
                    <a:pt x="813745" y="79081"/>
                  </a:lnTo>
                  <a:lnTo>
                    <a:pt x="817602" y="79081"/>
                  </a:lnTo>
                  <a:lnTo>
                    <a:pt x="830890" y="92369"/>
                  </a:lnTo>
                  <a:cubicBezTo>
                    <a:pt x="828747" y="64508"/>
                    <a:pt x="826175" y="36648"/>
                    <a:pt x="824032" y="8787"/>
                  </a:cubicBezTo>
                  <a:cubicBezTo>
                    <a:pt x="823175" y="7072"/>
                    <a:pt x="822746" y="4929"/>
                    <a:pt x="821889" y="3215"/>
                  </a:cubicBezTo>
                  <a:lnTo>
                    <a:pt x="818888" y="5787"/>
                  </a:lnTo>
                  <a:lnTo>
                    <a:pt x="818888" y="5787"/>
                  </a:lnTo>
                  <a:lnTo>
                    <a:pt x="806458" y="5787"/>
                  </a:lnTo>
                  <a:lnTo>
                    <a:pt x="670155" y="6215"/>
                  </a:lnTo>
                  <a:lnTo>
                    <a:pt x="616149" y="60222"/>
                  </a:lnTo>
                  <a:lnTo>
                    <a:pt x="616149" y="211955"/>
                  </a:lnTo>
                  <a:lnTo>
                    <a:pt x="616149" y="223957"/>
                  </a:lnTo>
                  <a:lnTo>
                    <a:pt x="3215" y="836890"/>
                  </a:lnTo>
                  <a:cubicBezTo>
                    <a:pt x="18645" y="853178"/>
                    <a:pt x="34076" y="869895"/>
                    <a:pt x="49506" y="886611"/>
                  </a:cubicBezTo>
                  <a:lnTo>
                    <a:pt x="263819" y="672299"/>
                  </a:lnTo>
                  <a:lnTo>
                    <a:pt x="285250" y="593431"/>
                  </a:lnTo>
                  <a:lnTo>
                    <a:pt x="286536" y="588288"/>
                  </a:lnTo>
                  <a:lnTo>
                    <a:pt x="563856" y="310968"/>
                  </a:lnTo>
                  <a:lnTo>
                    <a:pt x="572000" y="310968"/>
                  </a:lnTo>
                  <a:lnTo>
                    <a:pt x="650439" y="311396"/>
                  </a:lnTo>
                  <a:cubicBezTo>
                    <a:pt x="652582" y="305395"/>
                    <a:pt x="655582" y="299823"/>
                    <a:pt x="660297" y="295108"/>
                  </a:cubicBezTo>
                  <a:cubicBezTo>
                    <a:pt x="677013" y="278392"/>
                    <a:pt x="704445" y="278392"/>
                    <a:pt x="721162" y="295108"/>
                  </a:cubicBezTo>
                  <a:cubicBezTo>
                    <a:pt x="737878" y="311825"/>
                    <a:pt x="737878" y="339257"/>
                    <a:pt x="721162" y="355973"/>
                  </a:cubicBezTo>
                  <a:cubicBezTo>
                    <a:pt x="704445" y="372690"/>
                    <a:pt x="677013" y="372690"/>
                    <a:pt x="660297" y="355973"/>
                  </a:cubicBezTo>
                  <a:cubicBezTo>
                    <a:pt x="658582" y="354259"/>
                    <a:pt x="656868" y="352116"/>
                    <a:pt x="655582" y="349972"/>
                  </a:cubicBezTo>
                  <a:lnTo>
                    <a:pt x="579715" y="350401"/>
                  </a:lnTo>
                  <a:lnTo>
                    <a:pt x="321683" y="608433"/>
                  </a:lnTo>
                  <a:lnTo>
                    <a:pt x="300252" y="687300"/>
                  </a:lnTo>
                  <a:lnTo>
                    <a:pt x="298966" y="692444"/>
                  </a:lnTo>
                  <a:lnTo>
                    <a:pt x="75652" y="915757"/>
                  </a:lnTo>
                  <a:cubicBezTo>
                    <a:pt x="85511" y="926902"/>
                    <a:pt x="94940" y="938046"/>
                    <a:pt x="104370" y="949190"/>
                  </a:cubicBezTo>
                  <a:lnTo>
                    <a:pt x="384691" y="668870"/>
                  </a:lnTo>
                  <a:lnTo>
                    <a:pt x="398407" y="617006"/>
                  </a:lnTo>
                  <a:lnTo>
                    <a:pt x="399264" y="614434"/>
                  </a:lnTo>
                  <a:lnTo>
                    <a:pt x="421124" y="592574"/>
                  </a:lnTo>
                  <a:cubicBezTo>
                    <a:pt x="405265" y="575858"/>
                    <a:pt x="405265" y="549283"/>
                    <a:pt x="421981" y="532995"/>
                  </a:cubicBezTo>
                  <a:cubicBezTo>
                    <a:pt x="438698" y="516279"/>
                    <a:pt x="466130" y="516279"/>
                    <a:pt x="482846" y="533424"/>
                  </a:cubicBezTo>
                  <a:cubicBezTo>
                    <a:pt x="499563" y="550140"/>
                    <a:pt x="499563" y="577144"/>
                    <a:pt x="482846" y="594289"/>
                  </a:cubicBezTo>
                  <a:cubicBezTo>
                    <a:pt x="470416" y="606719"/>
                    <a:pt x="452842" y="609719"/>
                    <a:pt x="437840" y="604147"/>
                  </a:cubicBezTo>
                  <a:lnTo>
                    <a:pt x="416838" y="625150"/>
                  </a:lnTo>
                  <a:lnTo>
                    <a:pt x="403122" y="677013"/>
                  </a:lnTo>
                  <a:lnTo>
                    <a:pt x="402265" y="679585"/>
                  </a:lnTo>
                  <a:lnTo>
                    <a:pt x="117229" y="964621"/>
                  </a:lnTo>
                  <a:cubicBezTo>
                    <a:pt x="124516" y="973622"/>
                    <a:pt x="131802" y="982194"/>
                    <a:pt x="139089" y="991195"/>
                  </a:cubicBezTo>
                  <a:lnTo>
                    <a:pt x="532567" y="597718"/>
                  </a:lnTo>
                  <a:lnTo>
                    <a:pt x="532567" y="466130"/>
                  </a:lnTo>
                  <a:cubicBezTo>
                    <a:pt x="532567" y="463987"/>
                    <a:pt x="532995" y="461843"/>
                    <a:pt x="534281" y="460129"/>
                  </a:cubicBezTo>
                  <a:cubicBezTo>
                    <a:pt x="525280" y="443841"/>
                    <a:pt x="526995" y="422410"/>
                    <a:pt x="541139" y="408694"/>
                  </a:cubicBezTo>
                  <a:cubicBezTo>
                    <a:pt x="557856" y="391978"/>
                    <a:pt x="585288" y="392406"/>
                    <a:pt x="602004" y="409123"/>
                  </a:cubicBezTo>
                  <a:cubicBezTo>
                    <a:pt x="618720" y="425839"/>
                    <a:pt x="618720" y="452842"/>
                    <a:pt x="602004" y="469559"/>
                  </a:cubicBezTo>
                  <a:cubicBezTo>
                    <a:pt x="588288" y="483275"/>
                    <a:pt x="568143" y="485847"/>
                    <a:pt x="552283" y="477274"/>
                  </a:cubicBezTo>
                  <a:lnTo>
                    <a:pt x="552283" y="601575"/>
                  </a:lnTo>
                  <a:lnTo>
                    <a:pt x="551855" y="605862"/>
                  </a:lnTo>
                  <a:lnTo>
                    <a:pt x="151090" y="1006626"/>
                  </a:lnTo>
                  <a:cubicBezTo>
                    <a:pt x="159663" y="1017342"/>
                    <a:pt x="167807" y="1028057"/>
                    <a:pt x="176379" y="1038773"/>
                  </a:cubicBezTo>
                  <a:lnTo>
                    <a:pt x="471702" y="743450"/>
                  </a:lnTo>
                  <a:lnTo>
                    <a:pt x="475560" y="743450"/>
                  </a:lnTo>
                  <a:lnTo>
                    <a:pt x="513279" y="743022"/>
                  </a:lnTo>
                  <a:lnTo>
                    <a:pt x="532995" y="709160"/>
                  </a:lnTo>
                  <a:cubicBezTo>
                    <a:pt x="526566" y="693730"/>
                    <a:pt x="529566" y="675299"/>
                    <a:pt x="542425" y="662440"/>
                  </a:cubicBezTo>
                  <a:cubicBezTo>
                    <a:pt x="559141" y="645724"/>
                    <a:pt x="586145" y="645724"/>
                    <a:pt x="602861" y="662440"/>
                  </a:cubicBezTo>
                  <a:cubicBezTo>
                    <a:pt x="619578" y="679156"/>
                    <a:pt x="620006" y="706160"/>
                    <a:pt x="603290" y="722876"/>
                  </a:cubicBezTo>
                  <a:cubicBezTo>
                    <a:pt x="587859" y="738735"/>
                    <a:pt x="562999" y="739593"/>
                    <a:pt x="546283" y="725877"/>
                  </a:cubicBezTo>
                  <a:lnTo>
                    <a:pt x="527852" y="757595"/>
                  </a:lnTo>
                  <a:lnTo>
                    <a:pt x="525280" y="762738"/>
                  </a:lnTo>
                  <a:lnTo>
                    <a:pt x="519708" y="762738"/>
                  </a:lnTo>
                  <a:lnTo>
                    <a:pt x="480274" y="762738"/>
                  </a:lnTo>
                  <a:lnTo>
                    <a:pt x="188809" y="1054203"/>
                  </a:lnTo>
                  <a:cubicBezTo>
                    <a:pt x="196525" y="1064062"/>
                    <a:pt x="203811" y="1074349"/>
                    <a:pt x="211527" y="1084636"/>
                  </a:cubicBezTo>
                  <a:lnTo>
                    <a:pt x="517993" y="778169"/>
                  </a:lnTo>
                  <a:lnTo>
                    <a:pt x="523566" y="779455"/>
                  </a:lnTo>
                  <a:lnTo>
                    <a:pt x="584859" y="796171"/>
                  </a:lnTo>
                  <a:lnTo>
                    <a:pt x="646152" y="734878"/>
                  </a:lnTo>
                  <a:lnTo>
                    <a:pt x="646152" y="669727"/>
                  </a:lnTo>
                  <a:lnTo>
                    <a:pt x="583573" y="605004"/>
                  </a:lnTo>
                  <a:lnTo>
                    <a:pt x="584002" y="600718"/>
                  </a:lnTo>
                  <a:lnTo>
                    <a:pt x="584002" y="541996"/>
                  </a:lnTo>
                  <a:lnTo>
                    <a:pt x="583573" y="537710"/>
                  </a:lnTo>
                  <a:lnTo>
                    <a:pt x="684729" y="436555"/>
                  </a:lnTo>
                  <a:lnTo>
                    <a:pt x="689443" y="4365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2"/>
            <p:cNvSpPr/>
            <p:nvPr/>
          </p:nvSpPr>
          <p:spPr>
            <a:xfrm>
              <a:off x="5947053" y="3832551"/>
              <a:ext cx="12858" cy="12858"/>
            </a:xfrm>
            <a:custGeom>
              <a:avLst/>
              <a:gdLst/>
              <a:ahLst/>
              <a:cxnLst/>
              <a:rect l="l" t="t" r="r" b="b"/>
              <a:pathLst>
                <a:path w="12858" h="12858" extrusionOk="0">
                  <a:moveTo>
                    <a:pt x="12644" y="10930"/>
                  </a:moveTo>
                  <a:cubicBezTo>
                    <a:pt x="11359" y="8358"/>
                    <a:pt x="9644" y="5786"/>
                    <a:pt x="8358" y="3215"/>
                  </a:cubicBezTo>
                  <a:lnTo>
                    <a:pt x="3215" y="3215"/>
                  </a:lnTo>
                  <a:cubicBezTo>
                    <a:pt x="6215" y="5786"/>
                    <a:pt x="9215" y="8358"/>
                    <a:pt x="12644" y="10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2"/>
            <p:cNvSpPr/>
            <p:nvPr/>
          </p:nvSpPr>
          <p:spPr>
            <a:xfrm>
              <a:off x="5950053" y="3225617"/>
              <a:ext cx="522922" cy="771525"/>
            </a:xfrm>
            <a:custGeom>
              <a:avLst/>
              <a:gdLst/>
              <a:ahLst/>
              <a:cxnLst/>
              <a:rect l="l" t="t" r="r" b="b"/>
              <a:pathLst>
                <a:path w="522922" h="771525" extrusionOk="0">
                  <a:moveTo>
                    <a:pt x="392406" y="486704"/>
                  </a:moveTo>
                  <a:lnTo>
                    <a:pt x="392406" y="486704"/>
                  </a:lnTo>
                  <a:lnTo>
                    <a:pt x="392406" y="152376"/>
                  </a:lnTo>
                  <a:lnTo>
                    <a:pt x="392406" y="144232"/>
                  </a:lnTo>
                  <a:lnTo>
                    <a:pt x="520994" y="15645"/>
                  </a:lnTo>
                  <a:cubicBezTo>
                    <a:pt x="519279" y="11359"/>
                    <a:pt x="517565" y="7072"/>
                    <a:pt x="516279" y="3215"/>
                  </a:cubicBezTo>
                  <a:lnTo>
                    <a:pt x="248817" y="270248"/>
                  </a:lnTo>
                  <a:lnTo>
                    <a:pt x="231243" y="335399"/>
                  </a:lnTo>
                  <a:lnTo>
                    <a:pt x="230386" y="337542"/>
                  </a:lnTo>
                  <a:lnTo>
                    <a:pt x="3215" y="564713"/>
                  </a:lnTo>
                  <a:cubicBezTo>
                    <a:pt x="13502" y="582716"/>
                    <a:pt x="23789" y="600718"/>
                    <a:pt x="34076" y="619149"/>
                  </a:cubicBezTo>
                  <a:lnTo>
                    <a:pt x="307538" y="345686"/>
                  </a:lnTo>
                  <a:cubicBezTo>
                    <a:pt x="301109" y="343543"/>
                    <a:pt x="294680" y="340543"/>
                    <a:pt x="289108" y="334971"/>
                  </a:cubicBezTo>
                  <a:cubicBezTo>
                    <a:pt x="272391" y="318254"/>
                    <a:pt x="272391" y="291251"/>
                    <a:pt x="289536" y="274106"/>
                  </a:cubicBezTo>
                  <a:cubicBezTo>
                    <a:pt x="306253" y="257389"/>
                    <a:pt x="333256" y="257389"/>
                    <a:pt x="349972" y="274106"/>
                  </a:cubicBezTo>
                  <a:cubicBezTo>
                    <a:pt x="366689" y="290822"/>
                    <a:pt x="366689" y="317826"/>
                    <a:pt x="349972" y="334971"/>
                  </a:cubicBezTo>
                  <a:cubicBezTo>
                    <a:pt x="345686" y="339257"/>
                    <a:pt x="340971" y="342257"/>
                    <a:pt x="335828" y="344400"/>
                  </a:cubicBezTo>
                  <a:cubicBezTo>
                    <a:pt x="335399" y="345257"/>
                    <a:pt x="334542" y="346115"/>
                    <a:pt x="334113" y="346543"/>
                  </a:cubicBezTo>
                  <a:lnTo>
                    <a:pt x="43505" y="637151"/>
                  </a:lnTo>
                  <a:cubicBezTo>
                    <a:pt x="46077" y="642295"/>
                    <a:pt x="49077" y="647010"/>
                    <a:pt x="51649" y="652153"/>
                  </a:cubicBezTo>
                  <a:cubicBezTo>
                    <a:pt x="105227" y="694158"/>
                    <a:pt x="160091" y="733592"/>
                    <a:pt x="215813" y="771311"/>
                  </a:cubicBezTo>
                  <a:lnTo>
                    <a:pt x="215813" y="671441"/>
                  </a:lnTo>
                  <a:lnTo>
                    <a:pt x="215813" y="663297"/>
                  </a:lnTo>
                  <a:lnTo>
                    <a:pt x="392406" y="4867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2"/>
            <p:cNvSpPr/>
            <p:nvPr/>
          </p:nvSpPr>
          <p:spPr>
            <a:xfrm>
              <a:off x="5633728" y="487132"/>
              <a:ext cx="600075" cy="347186"/>
            </a:xfrm>
            <a:custGeom>
              <a:avLst/>
              <a:gdLst/>
              <a:ahLst/>
              <a:cxnLst/>
              <a:rect l="l" t="t" r="r" b="b"/>
              <a:pathLst>
                <a:path w="600075" h="347186" extrusionOk="0">
                  <a:moveTo>
                    <a:pt x="548426" y="347401"/>
                  </a:moveTo>
                  <a:cubicBezTo>
                    <a:pt x="554855" y="346543"/>
                    <a:pt x="561285" y="344400"/>
                    <a:pt x="567714" y="340543"/>
                  </a:cubicBezTo>
                  <a:cubicBezTo>
                    <a:pt x="584430" y="328970"/>
                    <a:pt x="591717" y="308824"/>
                    <a:pt x="599004" y="290393"/>
                  </a:cubicBezTo>
                  <a:lnTo>
                    <a:pt x="495276" y="186666"/>
                  </a:lnTo>
                  <a:lnTo>
                    <a:pt x="495705" y="182380"/>
                  </a:lnTo>
                  <a:lnTo>
                    <a:pt x="495276" y="126659"/>
                  </a:lnTo>
                  <a:lnTo>
                    <a:pt x="430983" y="62365"/>
                  </a:lnTo>
                  <a:lnTo>
                    <a:pt x="268534" y="62365"/>
                  </a:lnTo>
                  <a:lnTo>
                    <a:pt x="209383" y="3215"/>
                  </a:lnTo>
                  <a:lnTo>
                    <a:pt x="3215" y="3215"/>
                  </a:lnTo>
                  <a:cubicBezTo>
                    <a:pt x="3643" y="9644"/>
                    <a:pt x="4501" y="16073"/>
                    <a:pt x="4929" y="22503"/>
                  </a:cubicBezTo>
                  <a:cubicBezTo>
                    <a:pt x="5358" y="25932"/>
                    <a:pt x="5358" y="28932"/>
                    <a:pt x="5786" y="32361"/>
                  </a:cubicBezTo>
                  <a:lnTo>
                    <a:pt x="210241" y="31933"/>
                  </a:lnTo>
                  <a:lnTo>
                    <a:pt x="214527" y="32361"/>
                  </a:lnTo>
                  <a:lnTo>
                    <a:pt x="318683" y="136517"/>
                  </a:lnTo>
                  <a:lnTo>
                    <a:pt x="353830" y="136517"/>
                  </a:lnTo>
                  <a:cubicBezTo>
                    <a:pt x="351687" y="121944"/>
                    <a:pt x="356402" y="106085"/>
                    <a:pt x="367975" y="94940"/>
                  </a:cubicBezTo>
                  <a:cubicBezTo>
                    <a:pt x="387263" y="75652"/>
                    <a:pt x="418552" y="75224"/>
                    <a:pt x="437840" y="94512"/>
                  </a:cubicBezTo>
                  <a:cubicBezTo>
                    <a:pt x="457129" y="113800"/>
                    <a:pt x="457129" y="145090"/>
                    <a:pt x="437840" y="164378"/>
                  </a:cubicBezTo>
                  <a:cubicBezTo>
                    <a:pt x="418552" y="183666"/>
                    <a:pt x="387263" y="183666"/>
                    <a:pt x="367975" y="164378"/>
                  </a:cubicBezTo>
                  <a:cubicBezTo>
                    <a:pt x="365403" y="161806"/>
                    <a:pt x="362831" y="158806"/>
                    <a:pt x="361117" y="155377"/>
                  </a:cubicBezTo>
                  <a:lnTo>
                    <a:pt x="315254" y="155377"/>
                  </a:lnTo>
                  <a:lnTo>
                    <a:pt x="310968" y="155805"/>
                  </a:lnTo>
                  <a:lnTo>
                    <a:pt x="206383" y="51221"/>
                  </a:lnTo>
                  <a:lnTo>
                    <a:pt x="7930" y="51221"/>
                  </a:lnTo>
                  <a:cubicBezTo>
                    <a:pt x="9215" y="61508"/>
                    <a:pt x="10930" y="71795"/>
                    <a:pt x="12644" y="82082"/>
                  </a:cubicBezTo>
                  <a:lnTo>
                    <a:pt x="196525" y="82082"/>
                  </a:lnTo>
                  <a:lnTo>
                    <a:pt x="202954" y="82082"/>
                  </a:lnTo>
                  <a:lnTo>
                    <a:pt x="331970" y="211098"/>
                  </a:lnTo>
                  <a:lnTo>
                    <a:pt x="465701" y="211098"/>
                  </a:lnTo>
                  <a:lnTo>
                    <a:pt x="472130" y="211098"/>
                  </a:lnTo>
                  <a:lnTo>
                    <a:pt x="548855" y="287822"/>
                  </a:lnTo>
                  <a:lnTo>
                    <a:pt x="548426" y="294251"/>
                  </a:lnTo>
                  <a:lnTo>
                    <a:pt x="548426" y="3474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2"/>
            <p:cNvSpPr/>
            <p:nvPr/>
          </p:nvSpPr>
          <p:spPr>
            <a:xfrm>
              <a:off x="6729722" y="2099620"/>
              <a:ext cx="235743" cy="278606"/>
            </a:xfrm>
            <a:custGeom>
              <a:avLst/>
              <a:gdLst/>
              <a:ahLst/>
              <a:cxnLst/>
              <a:rect l="l" t="t" r="r" b="b"/>
              <a:pathLst>
                <a:path w="235743" h="278606" extrusionOk="0">
                  <a:moveTo>
                    <a:pt x="8787" y="272391"/>
                  </a:moveTo>
                  <a:cubicBezTo>
                    <a:pt x="9216" y="274534"/>
                    <a:pt x="10073" y="276678"/>
                    <a:pt x="10501" y="278821"/>
                  </a:cubicBezTo>
                  <a:lnTo>
                    <a:pt x="224385" y="106513"/>
                  </a:lnTo>
                  <a:lnTo>
                    <a:pt x="233386" y="29361"/>
                  </a:lnTo>
                  <a:lnTo>
                    <a:pt x="233386" y="29361"/>
                  </a:lnTo>
                  <a:lnTo>
                    <a:pt x="233815" y="26360"/>
                  </a:lnTo>
                  <a:cubicBezTo>
                    <a:pt x="223957" y="19074"/>
                    <a:pt x="214098" y="11787"/>
                    <a:pt x="205097" y="3215"/>
                  </a:cubicBezTo>
                  <a:lnTo>
                    <a:pt x="195239" y="94083"/>
                  </a:lnTo>
                  <a:lnTo>
                    <a:pt x="194382" y="100084"/>
                  </a:lnTo>
                  <a:lnTo>
                    <a:pt x="3215" y="253960"/>
                  </a:lnTo>
                  <a:cubicBezTo>
                    <a:pt x="5358" y="259961"/>
                    <a:pt x="7072" y="266390"/>
                    <a:pt x="8787" y="27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2"/>
            <p:cNvSpPr/>
            <p:nvPr/>
          </p:nvSpPr>
          <p:spPr>
            <a:xfrm>
              <a:off x="7230356" y="2972300"/>
              <a:ext cx="227171" cy="210026"/>
            </a:xfrm>
            <a:custGeom>
              <a:avLst/>
              <a:gdLst/>
              <a:ahLst/>
              <a:cxnLst/>
              <a:rect l="l" t="t" r="r" b="b"/>
              <a:pathLst>
                <a:path w="227171" h="210026" extrusionOk="0">
                  <a:moveTo>
                    <a:pt x="93654" y="98798"/>
                  </a:moveTo>
                  <a:lnTo>
                    <a:pt x="55507" y="94512"/>
                  </a:lnTo>
                  <a:lnTo>
                    <a:pt x="34504" y="111228"/>
                  </a:lnTo>
                  <a:cubicBezTo>
                    <a:pt x="24217" y="143375"/>
                    <a:pt x="11358" y="174236"/>
                    <a:pt x="3215" y="206812"/>
                  </a:cubicBezTo>
                  <a:cubicBezTo>
                    <a:pt x="73081" y="149804"/>
                    <a:pt x="142089" y="94512"/>
                    <a:pt x="196524" y="50792"/>
                  </a:cubicBezTo>
                  <a:cubicBezTo>
                    <a:pt x="207240" y="42219"/>
                    <a:pt x="217098" y="34076"/>
                    <a:pt x="226528" y="26789"/>
                  </a:cubicBezTo>
                  <a:cubicBezTo>
                    <a:pt x="223099" y="19074"/>
                    <a:pt x="219242" y="11358"/>
                    <a:pt x="215813" y="3215"/>
                  </a:cubicBezTo>
                  <a:lnTo>
                    <a:pt x="97083" y="99227"/>
                  </a:lnTo>
                  <a:lnTo>
                    <a:pt x="93654" y="987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2"/>
            <p:cNvSpPr/>
            <p:nvPr/>
          </p:nvSpPr>
          <p:spPr>
            <a:xfrm>
              <a:off x="6349960" y="1149787"/>
              <a:ext cx="51435" cy="34290"/>
            </a:xfrm>
            <a:custGeom>
              <a:avLst/>
              <a:gdLst/>
              <a:ahLst/>
              <a:cxnLst/>
              <a:rect l="l" t="t" r="r" b="b"/>
              <a:pathLst>
                <a:path w="51435" h="34290" extrusionOk="0">
                  <a:moveTo>
                    <a:pt x="49078" y="30218"/>
                  </a:moveTo>
                  <a:lnTo>
                    <a:pt x="29361" y="5786"/>
                  </a:lnTo>
                  <a:cubicBezTo>
                    <a:pt x="20788" y="4501"/>
                    <a:pt x="11787" y="4072"/>
                    <a:pt x="3215" y="3215"/>
                  </a:cubicBezTo>
                  <a:lnTo>
                    <a:pt x="25503" y="31075"/>
                  </a:lnTo>
                  <a:cubicBezTo>
                    <a:pt x="33218" y="28504"/>
                    <a:pt x="41362" y="28504"/>
                    <a:pt x="49078" y="30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6640568" y="2005322"/>
              <a:ext cx="270033" cy="321468"/>
            </a:xfrm>
            <a:custGeom>
              <a:avLst/>
              <a:gdLst/>
              <a:ahLst/>
              <a:cxnLst/>
              <a:rect l="l" t="t" r="r" b="b"/>
              <a:pathLst>
                <a:path w="270033" h="321468" extrusionOk="0">
                  <a:moveTo>
                    <a:pt x="32790" y="235529"/>
                  </a:moveTo>
                  <a:lnTo>
                    <a:pt x="144661" y="145518"/>
                  </a:lnTo>
                  <a:cubicBezTo>
                    <a:pt x="142089" y="130516"/>
                    <a:pt x="147233" y="115086"/>
                    <a:pt x="159663" y="104799"/>
                  </a:cubicBezTo>
                  <a:cubicBezTo>
                    <a:pt x="178094" y="89797"/>
                    <a:pt x="205097" y="92797"/>
                    <a:pt x="220099" y="111228"/>
                  </a:cubicBezTo>
                  <a:cubicBezTo>
                    <a:pt x="235101" y="129659"/>
                    <a:pt x="232101" y="156662"/>
                    <a:pt x="213670" y="171664"/>
                  </a:cubicBezTo>
                  <a:lnTo>
                    <a:pt x="213670" y="171664"/>
                  </a:lnTo>
                  <a:cubicBezTo>
                    <a:pt x="197382" y="184523"/>
                    <a:pt x="175094" y="184094"/>
                    <a:pt x="159663" y="171664"/>
                  </a:cubicBezTo>
                  <a:lnTo>
                    <a:pt x="48649" y="260818"/>
                  </a:lnTo>
                  <a:cubicBezTo>
                    <a:pt x="60651" y="279678"/>
                    <a:pt x="71795" y="299395"/>
                    <a:pt x="81225" y="319540"/>
                  </a:cubicBezTo>
                  <a:lnTo>
                    <a:pt x="255675" y="178951"/>
                  </a:lnTo>
                  <a:lnTo>
                    <a:pt x="267676" y="65794"/>
                  </a:lnTo>
                  <a:cubicBezTo>
                    <a:pt x="263819" y="59365"/>
                    <a:pt x="259961" y="52935"/>
                    <a:pt x="256532" y="46506"/>
                  </a:cubicBezTo>
                  <a:cubicBezTo>
                    <a:pt x="248817" y="31932"/>
                    <a:pt x="241102" y="17788"/>
                    <a:pt x="233815" y="3215"/>
                  </a:cubicBezTo>
                  <a:lnTo>
                    <a:pt x="3215" y="188809"/>
                  </a:lnTo>
                  <a:cubicBezTo>
                    <a:pt x="13502" y="204240"/>
                    <a:pt x="22932" y="219670"/>
                    <a:pt x="32790" y="235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2"/>
            <p:cNvSpPr/>
            <p:nvPr/>
          </p:nvSpPr>
          <p:spPr>
            <a:xfrm>
              <a:off x="6745153" y="2144197"/>
              <a:ext cx="282892" cy="304323"/>
            </a:xfrm>
            <a:custGeom>
              <a:avLst/>
              <a:gdLst/>
              <a:ahLst/>
              <a:cxnLst/>
              <a:rect l="l" t="t" r="r" b="b"/>
              <a:pathLst>
                <a:path w="282892" h="304323" extrusionOk="0">
                  <a:moveTo>
                    <a:pt x="16931" y="301966"/>
                  </a:moveTo>
                  <a:lnTo>
                    <a:pt x="252675" y="111657"/>
                  </a:lnTo>
                  <a:lnTo>
                    <a:pt x="280535" y="39648"/>
                  </a:lnTo>
                  <a:lnTo>
                    <a:pt x="280535" y="39648"/>
                  </a:lnTo>
                  <a:cubicBezTo>
                    <a:pt x="269820" y="28075"/>
                    <a:pt x="259104" y="16931"/>
                    <a:pt x="247960" y="6215"/>
                  </a:cubicBezTo>
                  <a:cubicBezTo>
                    <a:pt x="247102" y="5358"/>
                    <a:pt x="245816" y="4501"/>
                    <a:pt x="244959" y="3215"/>
                  </a:cubicBezTo>
                  <a:lnTo>
                    <a:pt x="237673" y="71366"/>
                  </a:lnTo>
                  <a:lnTo>
                    <a:pt x="236815" y="77367"/>
                  </a:lnTo>
                  <a:lnTo>
                    <a:pt x="3215" y="265533"/>
                  </a:lnTo>
                  <a:cubicBezTo>
                    <a:pt x="7501" y="277535"/>
                    <a:pt x="11787" y="289965"/>
                    <a:pt x="16931" y="3019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5647015" y="3481935"/>
              <a:ext cx="98583" cy="102870"/>
            </a:xfrm>
            <a:custGeom>
              <a:avLst/>
              <a:gdLst/>
              <a:ahLst/>
              <a:cxnLst/>
              <a:rect l="l" t="t" r="r" b="b"/>
              <a:pathLst>
                <a:path w="98583" h="102870" extrusionOk="0">
                  <a:moveTo>
                    <a:pt x="97512" y="35362"/>
                  </a:moveTo>
                  <a:cubicBezTo>
                    <a:pt x="89368" y="24646"/>
                    <a:pt x="80796" y="13930"/>
                    <a:pt x="72652" y="3215"/>
                  </a:cubicBezTo>
                  <a:lnTo>
                    <a:pt x="3215" y="72652"/>
                  </a:lnTo>
                  <a:cubicBezTo>
                    <a:pt x="12216" y="82510"/>
                    <a:pt x="21646" y="92369"/>
                    <a:pt x="30647" y="102227"/>
                  </a:cubicBezTo>
                  <a:lnTo>
                    <a:pt x="97512" y="3536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2"/>
            <p:cNvSpPr/>
            <p:nvPr/>
          </p:nvSpPr>
          <p:spPr>
            <a:xfrm>
              <a:off x="6529126" y="1899452"/>
              <a:ext cx="334327" cy="270033"/>
            </a:xfrm>
            <a:custGeom>
              <a:avLst/>
              <a:gdLst/>
              <a:ahLst/>
              <a:cxnLst/>
              <a:rect l="l" t="t" r="r" b="b"/>
              <a:pathLst>
                <a:path w="334327" h="270033" extrusionOk="0">
                  <a:moveTo>
                    <a:pt x="3215" y="165235"/>
                  </a:moveTo>
                  <a:cubicBezTo>
                    <a:pt x="18645" y="179380"/>
                    <a:pt x="35362" y="192238"/>
                    <a:pt x="51221" y="205954"/>
                  </a:cubicBezTo>
                  <a:lnTo>
                    <a:pt x="152376" y="124516"/>
                  </a:lnTo>
                  <a:cubicBezTo>
                    <a:pt x="153233" y="124087"/>
                    <a:pt x="153662" y="123658"/>
                    <a:pt x="154519" y="123230"/>
                  </a:cubicBezTo>
                  <a:cubicBezTo>
                    <a:pt x="144232" y="105228"/>
                    <a:pt x="148519" y="82082"/>
                    <a:pt x="165235" y="68794"/>
                  </a:cubicBezTo>
                  <a:cubicBezTo>
                    <a:pt x="183666" y="53793"/>
                    <a:pt x="210241" y="56793"/>
                    <a:pt x="225242" y="75224"/>
                  </a:cubicBezTo>
                  <a:cubicBezTo>
                    <a:pt x="240244" y="93655"/>
                    <a:pt x="237673" y="120658"/>
                    <a:pt x="219242" y="135660"/>
                  </a:cubicBezTo>
                  <a:cubicBezTo>
                    <a:pt x="206383" y="145947"/>
                    <a:pt x="189238" y="147233"/>
                    <a:pt x="175094" y="141232"/>
                  </a:cubicBezTo>
                  <a:cubicBezTo>
                    <a:pt x="174236" y="143375"/>
                    <a:pt x="172950" y="145518"/>
                    <a:pt x="170807" y="147233"/>
                  </a:cubicBezTo>
                  <a:lnTo>
                    <a:pt x="72223" y="226528"/>
                  </a:lnTo>
                  <a:cubicBezTo>
                    <a:pt x="73509" y="227814"/>
                    <a:pt x="74795" y="229100"/>
                    <a:pt x="75652" y="230386"/>
                  </a:cubicBezTo>
                  <a:cubicBezTo>
                    <a:pt x="83368" y="243245"/>
                    <a:pt x="91512" y="256103"/>
                    <a:pt x="99227" y="268962"/>
                  </a:cubicBezTo>
                  <a:lnTo>
                    <a:pt x="331970" y="81224"/>
                  </a:lnTo>
                  <a:cubicBezTo>
                    <a:pt x="323826" y="64508"/>
                    <a:pt x="315682" y="47792"/>
                    <a:pt x="307538" y="31075"/>
                  </a:cubicBezTo>
                  <a:cubicBezTo>
                    <a:pt x="300681" y="28504"/>
                    <a:pt x="294680" y="24217"/>
                    <a:pt x="289536" y="17788"/>
                  </a:cubicBezTo>
                  <a:cubicBezTo>
                    <a:pt x="288250" y="16073"/>
                    <a:pt x="286965" y="14359"/>
                    <a:pt x="285679" y="12216"/>
                  </a:cubicBezTo>
                  <a:lnTo>
                    <a:pt x="202954" y="3215"/>
                  </a:lnTo>
                  <a:lnTo>
                    <a:pt x="3215" y="1652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2"/>
            <p:cNvSpPr/>
            <p:nvPr/>
          </p:nvSpPr>
          <p:spPr>
            <a:xfrm>
              <a:off x="6529126" y="206147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6644426" y="1365814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6421969" y="1162645"/>
              <a:ext cx="227171" cy="205740"/>
            </a:xfrm>
            <a:custGeom>
              <a:avLst/>
              <a:gdLst/>
              <a:ahLst/>
              <a:cxnLst/>
              <a:rect l="l" t="t" r="r" b="b"/>
              <a:pathLst>
                <a:path w="227171" h="205740" extrusionOk="0">
                  <a:moveTo>
                    <a:pt x="225671" y="206383"/>
                  </a:moveTo>
                  <a:cubicBezTo>
                    <a:pt x="178522" y="117658"/>
                    <a:pt x="102227" y="42648"/>
                    <a:pt x="7930" y="4929"/>
                  </a:cubicBezTo>
                  <a:cubicBezTo>
                    <a:pt x="6215" y="4072"/>
                    <a:pt x="4929" y="3643"/>
                    <a:pt x="3215" y="3215"/>
                  </a:cubicBezTo>
                  <a:lnTo>
                    <a:pt x="161377" y="199525"/>
                  </a:lnTo>
                  <a:lnTo>
                    <a:pt x="225671" y="2063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6426256" y="3548372"/>
              <a:ext cx="205740" cy="612933"/>
            </a:xfrm>
            <a:custGeom>
              <a:avLst/>
              <a:gdLst/>
              <a:ahLst/>
              <a:cxnLst/>
              <a:rect l="l" t="t" r="r" b="b"/>
              <a:pathLst>
                <a:path w="205740" h="612933" extrusionOk="0">
                  <a:moveTo>
                    <a:pt x="15645" y="612720"/>
                  </a:moveTo>
                  <a:lnTo>
                    <a:pt x="15645" y="367546"/>
                  </a:lnTo>
                  <a:lnTo>
                    <a:pt x="15645" y="363688"/>
                  </a:lnTo>
                  <a:lnTo>
                    <a:pt x="137803" y="241530"/>
                  </a:lnTo>
                  <a:lnTo>
                    <a:pt x="137803" y="241530"/>
                  </a:lnTo>
                  <a:lnTo>
                    <a:pt x="137803" y="102227"/>
                  </a:lnTo>
                  <a:lnTo>
                    <a:pt x="137803" y="97941"/>
                  </a:lnTo>
                  <a:lnTo>
                    <a:pt x="205954" y="29789"/>
                  </a:lnTo>
                  <a:cubicBezTo>
                    <a:pt x="202097" y="20788"/>
                    <a:pt x="198239" y="12216"/>
                    <a:pt x="193953" y="3215"/>
                  </a:cubicBezTo>
                  <a:lnTo>
                    <a:pt x="108656" y="88511"/>
                  </a:lnTo>
                  <a:lnTo>
                    <a:pt x="108656" y="234672"/>
                  </a:lnTo>
                  <a:lnTo>
                    <a:pt x="3215" y="340114"/>
                  </a:lnTo>
                  <a:lnTo>
                    <a:pt x="3215" y="605004"/>
                  </a:lnTo>
                  <a:cubicBezTo>
                    <a:pt x="7072" y="608005"/>
                    <a:pt x="11359" y="610576"/>
                    <a:pt x="15645" y="6127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6230905" y="1217081"/>
              <a:ext cx="488632" cy="677227"/>
            </a:xfrm>
            <a:custGeom>
              <a:avLst/>
              <a:gdLst/>
              <a:ahLst/>
              <a:cxnLst/>
              <a:rect l="l" t="t" r="r" b="b"/>
              <a:pathLst>
                <a:path w="488632" h="677227" extrusionOk="0">
                  <a:moveTo>
                    <a:pt x="156989" y="116800"/>
                  </a:moveTo>
                  <a:cubicBezTo>
                    <a:pt x="175420" y="103513"/>
                    <a:pt x="200709" y="106513"/>
                    <a:pt x="215282" y="124516"/>
                  </a:cubicBezTo>
                  <a:cubicBezTo>
                    <a:pt x="230284" y="142946"/>
                    <a:pt x="227284" y="169950"/>
                    <a:pt x="208853" y="184952"/>
                  </a:cubicBezTo>
                  <a:cubicBezTo>
                    <a:pt x="190422" y="199954"/>
                    <a:pt x="163418" y="196953"/>
                    <a:pt x="148845" y="178522"/>
                  </a:cubicBezTo>
                  <a:cubicBezTo>
                    <a:pt x="140701" y="168235"/>
                    <a:pt x="138130" y="154948"/>
                    <a:pt x="140273" y="142946"/>
                  </a:cubicBezTo>
                  <a:lnTo>
                    <a:pt x="122699" y="121087"/>
                  </a:lnTo>
                  <a:lnTo>
                    <a:pt x="125699" y="113371"/>
                  </a:lnTo>
                  <a:lnTo>
                    <a:pt x="151417" y="46934"/>
                  </a:lnTo>
                  <a:cubicBezTo>
                    <a:pt x="142844" y="45649"/>
                    <a:pt x="134272" y="41791"/>
                    <a:pt x="127414" y="34933"/>
                  </a:cubicBezTo>
                  <a:cubicBezTo>
                    <a:pt x="122699" y="30218"/>
                    <a:pt x="118841" y="24217"/>
                    <a:pt x="117127" y="18217"/>
                  </a:cubicBezTo>
                  <a:cubicBezTo>
                    <a:pt x="117127" y="30647"/>
                    <a:pt x="111555" y="42648"/>
                    <a:pt x="101268" y="51221"/>
                  </a:cubicBezTo>
                  <a:cubicBezTo>
                    <a:pt x="82837" y="65794"/>
                    <a:pt x="56262" y="62794"/>
                    <a:pt x="41260" y="44791"/>
                  </a:cubicBezTo>
                  <a:lnTo>
                    <a:pt x="12114" y="41791"/>
                  </a:lnTo>
                  <a:cubicBezTo>
                    <a:pt x="1827" y="162234"/>
                    <a:pt x="541" y="284393"/>
                    <a:pt x="7827" y="407408"/>
                  </a:cubicBezTo>
                  <a:lnTo>
                    <a:pt x="21544" y="396264"/>
                  </a:lnTo>
                  <a:lnTo>
                    <a:pt x="31831" y="300680"/>
                  </a:lnTo>
                  <a:cubicBezTo>
                    <a:pt x="26258" y="298109"/>
                    <a:pt x="21115" y="294251"/>
                    <a:pt x="16829" y="289107"/>
                  </a:cubicBezTo>
                  <a:cubicBezTo>
                    <a:pt x="1827" y="270677"/>
                    <a:pt x="5256" y="243673"/>
                    <a:pt x="23687" y="228671"/>
                  </a:cubicBezTo>
                  <a:cubicBezTo>
                    <a:pt x="42117" y="213669"/>
                    <a:pt x="69121" y="216670"/>
                    <a:pt x="84123" y="235101"/>
                  </a:cubicBezTo>
                  <a:cubicBezTo>
                    <a:pt x="99125" y="253532"/>
                    <a:pt x="96124" y="280535"/>
                    <a:pt x="77693" y="295537"/>
                  </a:cubicBezTo>
                  <a:cubicBezTo>
                    <a:pt x="72979" y="299394"/>
                    <a:pt x="66978" y="301966"/>
                    <a:pt x="60977" y="303681"/>
                  </a:cubicBezTo>
                  <a:lnTo>
                    <a:pt x="50261" y="405265"/>
                  </a:lnTo>
                  <a:lnTo>
                    <a:pt x="49833" y="411266"/>
                  </a:lnTo>
                  <a:lnTo>
                    <a:pt x="10399" y="442984"/>
                  </a:lnTo>
                  <a:cubicBezTo>
                    <a:pt x="11685" y="459272"/>
                    <a:pt x="12971" y="475559"/>
                    <a:pt x="14686" y="491847"/>
                  </a:cubicBezTo>
                  <a:lnTo>
                    <a:pt x="114555" y="411266"/>
                  </a:lnTo>
                  <a:cubicBezTo>
                    <a:pt x="111555" y="396264"/>
                    <a:pt x="116698" y="380405"/>
                    <a:pt x="129557" y="370118"/>
                  </a:cubicBezTo>
                  <a:cubicBezTo>
                    <a:pt x="147988" y="355116"/>
                    <a:pt x="175420" y="358116"/>
                    <a:pt x="190422" y="376547"/>
                  </a:cubicBezTo>
                  <a:cubicBezTo>
                    <a:pt x="205424" y="394978"/>
                    <a:pt x="201995" y="422410"/>
                    <a:pt x="183564" y="436983"/>
                  </a:cubicBezTo>
                  <a:cubicBezTo>
                    <a:pt x="167705" y="449842"/>
                    <a:pt x="145416" y="448985"/>
                    <a:pt x="129986" y="436554"/>
                  </a:cubicBezTo>
                  <a:lnTo>
                    <a:pt x="18115" y="526994"/>
                  </a:lnTo>
                  <a:cubicBezTo>
                    <a:pt x="20686" y="550997"/>
                    <a:pt x="23687" y="575429"/>
                    <a:pt x="26687" y="599432"/>
                  </a:cubicBezTo>
                  <a:lnTo>
                    <a:pt x="256002" y="414695"/>
                  </a:lnTo>
                  <a:lnTo>
                    <a:pt x="265431" y="328541"/>
                  </a:lnTo>
                  <a:cubicBezTo>
                    <a:pt x="261574" y="325969"/>
                    <a:pt x="258145" y="323397"/>
                    <a:pt x="255144" y="319540"/>
                  </a:cubicBezTo>
                  <a:cubicBezTo>
                    <a:pt x="240142" y="301109"/>
                    <a:pt x="243143" y="274106"/>
                    <a:pt x="261574" y="259104"/>
                  </a:cubicBezTo>
                  <a:cubicBezTo>
                    <a:pt x="280004" y="244102"/>
                    <a:pt x="307008" y="247102"/>
                    <a:pt x="322010" y="265533"/>
                  </a:cubicBezTo>
                  <a:cubicBezTo>
                    <a:pt x="337011" y="283964"/>
                    <a:pt x="334011" y="310967"/>
                    <a:pt x="315580" y="325969"/>
                  </a:cubicBezTo>
                  <a:lnTo>
                    <a:pt x="315580" y="325969"/>
                  </a:lnTo>
                  <a:cubicBezTo>
                    <a:pt x="309151" y="331113"/>
                    <a:pt x="301864" y="334113"/>
                    <a:pt x="294149" y="334970"/>
                  </a:cubicBezTo>
                  <a:lnTo>
                    <a:pt x="284719" y="424124"/>
                  </a:lnTo>
                  <a:lnTo>
                    <a:pt x="284291" y="429697"/>
                  </a:lnTo>
                  <a:lnTo>
                    <a:pt x="31831" y="633293"/>
                  </a:lnTo>
                  <a:cubicBezTo>
                    <a:pt x="33974" y="647009"/>
                    <a:pt x="36117" y="660725"/>
                    <a:pt x="38260" y="674441"/>
                  </a:cubicBezTo>
                  <a:lnTo>
                    <a:pt x="277861" y="481560"/>
                  </a:lnTo>
                  <a:lnTo>
                    <a:pt x="283862" y="482417"/>
                  </a:lnTo>
                  <a:lnTo>
                    <a:pt x="399591" y="494419"/>
                  </a:lnTo>
                  <a:lnTo>
                    <a:pt x="486602" y="424124"/>
                  </a:lnTo>
                  <a:cubicBezTo>
                    <a:pt x="483173" y="392406"/>
                    <a:pt x="480172" y="360259"/>
                    <a:pt x="474172" y="328541"/>
                  </a:cubicBezTo>
                  <a:cubicBezTo>
                    <a:pt x="463027" y="279678"/>
                    <a:pt x="454026" y="229100"/>
                    <a:pt x="433024" y="183237"/>
                  </a:cubicBezTo>
                  <a:lnTo>
                    <a:pt x="343870" y="173379"/>
                  </a:lnTo>
                  <a:lnTo>
                    <a:pt x="337869" y="172950"/>
                  </a:lnTo>
                  <a:lnTo>
                    <a:pt x="201137" y="3215"/>
                  </a:lnTo>
                  <a:cubicBezTo>
                    <a:pt x="201566" y="14787"/>
                    <a:pt x="197280" y="25932"/>
                    <a:pt x="188707" y="34933"/>
                  </a:cubicBezTo>
                  <a:cubicBezTo>
                    <a:pt x="188707" y="34933"/>
                    <a:pt x="188707" y="34933"/>
                    <a:pt x="188279" y="34933"/>
                  </a:cubicBezTo>
                  <a:lnTo>
                    <a:pt x="156989" y="115514"/>
                  </a:lnTo>
                  <a:lnTo>
                    <a:pt x="156989" y="116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42"/>
            <p:cNvSpPr/>
            <p:nvPr/>
          </p:nvSpPr>
          <p:spPr>
            <a:xfrm>
              <a:off x="5648730" y="596860"/>
              <a:ext cx="505777" cy="240030"/>
            </a:xfrm>
            <a:custGeom>
              <a:avLst/>
              <a:gdLst/>
              <a:ahLst/>
              <a:cxnLst/>
              <a:rect l="l" t="t" r="r" b="b"/>
              <a:pathLst>
                <a:path w="505777" h="240030" extrusionOk="0">
                  <a:moveTo>
                    <a:pt x="504277" y="237244"/>
                  </a:moveTo>
                  <a:lnTo>
                    <a:pt x="504277" y="190952"/>
                  </a:lnTo>
                  <a:lnTo>
                    <a:pt x="444699" y="131374"/>
                  </a:lnTo>
                  <a:lnTo>
                    <a:pt x="310539" y="131802"/>
                  </a:lnTo>
                  <a:lnTo>
                    <a:pt x="304538" y="131802"/>
                  </a:lnTo>
                  <a:lnTo>
                    <a:pt x="175951" y="3215"/>
                  </a:lnTo>
                  <a:lnTo>
                    <a:pt x="3215" y="3215"/>
                  </a:lnTo>
                  <a:cubicBezTo>
                    <a:pt x="5358" y="14788"/>
                    <a:pt x="7072" y="26360"/>
                    <a:pt x="8787" y="37505"/>
                  </a:cubicBezTo>
                  <a:lnTo>
                    <a:pt x="153233" y="37505"/>
                  </a:lnTo>
                  <a:lnTo>
                    <a:pt x="157520" y="37505"/>
                  </a:lnTo>
                  <a:lnTo>
                    <a:pt x="289965" y="169950"/>
                  </a:lnTo>
                  <a:lnTo>
                    <a:pt x="418124" y="170378"/>
                  </a:lnTo>
                  <a:lnTo>
                    <a:pt x="421981" y="170378"/>
                  </a:lnTo>
                  <a:lnTo>
                    <a:pt x="483703" y="232100"/>
                  </a:lnTo>
                  <a:lnTo>
                    <a:pt x="483703" y="234672"/>
                  </a:lnTo>
                  <a:cubicBezTo>
                    <a:pt x="490561" y="235101"/>
                    <a:pt x="497419" y="236387"/>
                    <a:pt x="504277" y="2372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42"/>
            <p:cNvSpPr/>
            <p:nvPr/>
          </p:nvSpPr>
          <p:spPr>
            <a:xfrm>
              <a:off x="5628584" y="437840"/>
              <a:ext cx="630078" cy="317182"/>
            </a:xfrm>
            <a:custGeom>
              <a:avLst/>
              <a:gdLst/>
              <a:ahLst/>
              <a:cxnLst/>
              <a:rect l="l" t="t" r="r" b="b"/>
              <a:pathLst>
                <a:path w="630078" h="317182" extrusionOk="0">
                  <a:moveTo>
                    <a:pt x="630722" y="238530"/>
                  </a:moveTo>
                  <a:lnTo>
                    <a:pt x="630722" y="238530"/>
                  </a:lnTo>
                  <a:cubicBezTo>
                    <a:pt x="620435" y="238530"/>
                    <a:pt x="610576" y="235101"/>
                    <a:pt x="602433" y="228671"/>
                  </a:cubicBezTo>
                  <a:cubicBezTo>
                    <a:pt x="601147" y="227814"/>
                    <a:pt x="600289" y="226528"/>
                    <a:pt x="599004" y="225242"/>
                  </a:cubicBezTo>
                  <a:cubicBezTo>
                    <a:pt x="592146" y="218384"/>
                    <a:pt x="587859" y="209383"/>
                    <a:pt x="586573" y="200382"/>
                  </a:cubicBezTo>
                  <a:lnTo>
                    <a:pt x="440412" y="54221"/>
                  </a:lnTo>
                  <a:lnTo>
                    <a:pt x="302395" y="54221"/>
                  </a:lnTo>
                  <a:lnTo>
                    <a:pt x="295966" y="54221"/>
                  </a:lnTo>
                  <a:lnTo>
                    <a:pt x="245816" y="3643"/>
                  </a:lnTo>
                  <a:lnTo>
                    <a:pt x="3215" y="3215"/>
                  </a:lnTo>
                  <a:cubicBezTo>
                    <a:pt x="4501" y="13073"/>
                    <a:pt x="5358" y="22931"/>
                    <a:pt x="6644" y="32790"/>
                  </a:cubicBezTo>
                  <a:lnTo>
                    <a:pt x="218813" y="32790"/>
                  </a:lnTo>
                  <a:lnTo>
                    <a:pt x="222671" y="32790"/>
                  </a:lnTo>
                  <a:lnTo>
                    <a:pt x="281392" y="91511"/>
                  </a:lnTo>
                  <a:lnTo>
                    <a:pt x="439555" y="91511"/>
                  </a:lnTo>
                  <a:lnTo>
                    <a:pt x="443841" y="91083"/>
                  </a:lnTo>
                  <a:lnTo>
                    <a:pt x="520136" y="167378"/>
                  </a:lnTo>
                  <a:lnTo>
                    <a:pt x="520136" y="171664"/>
                  </a:lnTo>
                  <a:lnTo>
                    <a:pt x="520136" y="226957"/>
                  </a:lnTo>
                  <a:lnTo>
                    <a:pt x="611005" y="317825"/>
                  </a:lnTo>
                  <a:cubicBezTo>
                    <a:pt x="618720" y="292108"/>
                    <a:pt x="624292" y="265105"/>
                    <a:pt x="630722" y="2385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6241947" y="1152787"/>
              <a:ext cx="111442" cy="77152"/>
            </a:xfrm>
            <a:custGeom>
              <a:avLst/>
              <a:gdLst/>
              <a:ahLst/>
              <a:cxnLst/>
              <a:rect l="l" t="t" r="r" b="b"/>
              <a:pathLst>
                <a:path w="111442" h="77152" extrusionOk="0">
                  <a:moveTo>
                    <a:pt x="82082" y="10930"/>
                  </a:moveTo>
                  <a:lnTo>
                    <a:pt x="11359" y="3215"/>
                  </a:lnTo>
                  <a:cubicBezTo>
                    <a:pt x="8358" y="27646"/>
                    <a:pt x="5358" y="51649"/>
                    <a:pt x="3215" y="76081"/>
                  </a:cubicBezTo>
                  <a:lnTo>
                    <a:pt x="20360" y="77795"/>
                  </a:lnTo>
                  <a:cubicBezTo>
                    <a:pt x="21217" y="66222"/>
                    <a:pt x="26361" y="55507"/>
                    <a:pt x="36219" y="47792"/>
                  </a:cubicBezTo>
                  <a:cubicBezTo>
                    <a:pt x="54650" y="32790"/>
                    <a:pt x="81653" y="35790"/>
                    <a:pt x="96655" y="54221"/>
                  </a:cubicBezTo>
                  <a:cubicBezTo>
                    <a:pt x="100084" y="58507"/>
                    <a:pt x="102227" y="62794"/>
                    <a:pt x="103942" y="67937"/>
                  </a:cubicBezTo>
                  <a:cubicBezTo>
                    <a:pt x="103942" y="60222"/>
                    <a:pt x="106085" y="52507"/>
                    <a:pt x="110371" y="45649"/>
                  </a:cubicBezTo>
                  <a:lnTo>
                    <a:pt x="82082" y="10930"/>
                  </a:lnTo>
                  <a:lnTo>
                    <a:pt x="82082" y="109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42"/>
            <p:cNvSpPr/>
            <p:nvPr/>
          </p:nvSpPr>
          <p:spPr>
            <a:xfrm>
              <a:off x="5656874" y="650438"/>
              <a:ext cx="450056" cy="201453"/>
            </a:xfrm>
            <a:custGeom>
              <a:avLst/>
              <a:gdLst/>
              <a:ahLst/>
              <a:cxnLst/>
              <a:rect l="l" t="t" r="r" b="b"/>
              <a:pathLst>
                <a:path w="450056" h="201453" extrusionOk="0">
                  <a:moveTo>
                    <a:pt x="277963" y="136088"/>
                  </a:moveTo>
                  <a:lnTo>
                    <a:pt x="277963" y="136088"/>
                  </a:lnTo>
                  <a:lnTo>
                    <a:pt x="273677" y="135660"/>
                  </a:lnTo>
                  <a:lnTo>
                    <a:pt x="141232" y="3215"/>
                  </a:lnTo>
                  <a:lnTo>
                    <a:pt x="3215" y="3215"/>
                  </a:lnTo>
                  <a:cubicBezTo>
                    <a:pt x="3215" y="3215"/>
                    <a:pt x="3215" y="3643"/>
                    <a:pt x="3215" y="4072"/>
                  </a:cubicBezTo>
                  <a:cubicBezTo>
                    <a:pt x="4501" y="11787"/>
                    <a:pt x="4501" y="19931"/>
                    <a:pt x="4501" y="28075"/>
                  </a:cubicBezTo>
                  <a:lnTo>
                    <a:pt x="112943" y="28075"/>
                  </a:lnTo>
                  <a:lnTo>
                    <a:pt x="120658" y="28075"/>
                  </a:lnTo>
                  <a:lnTo>
                    <a:pt x="281392" y="188809"/>
                  </a:lnTo>
                  <a:lnTo>
                    <a:pt x="322969" y="188809"/>
                  </a:lnTo>
                  <a:cubicBezTo>
                    <a:pt x="325112" y="183237"/>
                    <a:pt x="328113" y="177665"/>
                    <a:pt x="332827" y="172950"/>
                  </a:cubicBezTo>
                  <a:cubicBezTo>
                    <a:pt x="349544" y="156234"/>
                    <a:pt x="376976" y="156234"/>
                    <a:pt x="393692" y="172950"/>
                  </a:cubicBezTo>
                  <a:cubicBezTo>
                    <a:pt x="400979" y="180237"/>
                    <a:pt x="405265" y="189667"/>
                    <a:pt x="406122" y="199096"/>
                  </a:cubicBezTo>
                  <a:cubicBezTo>
                    <a:pt x="408694" y="194810"/>
                    <a:pt x="412123" y="190524"/>
                    <a:pt x="415552" y="187095"/>
                  </a:cubicBezTo>
                  <a:cubicBezTo>
                    <a:pt x="424553" y="179380"/>
                    <a:pt x="435697" y="177236"/>
                    <a:pt x="446842" y="177665"/>
                  </a:cubicBezTo>
                  <a:lnTo>
                    <a:pt x="405265" y="136088"/>
                  </a:lnTo>
                  <a:lnTo>
                    <a:pt x="277963" y="13608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42"/>
            <p:cNvSpPr/>
            <p:nvPr/>
          </p:nvSpPr>
          <p:spPr>
            <a:xfrm>
              <a:off x="7523964" y="3343918"/>
              <a:ext cx="98583" cy="162877"/>
            </a:xfrm>
            <a:custGeom>
              <a:avLst/>
              <a:gdLst/>
              <a:ahLst/>
              <a:cxnLst/>
              <a:rect l="l" t="t" r="r" b="b"/>
              <a:pathLst>
                <a:path w="98583" h="162877" extrusionOk="0">
                  <a:moveTo>
                    <a:pt x="3215" y="162234"/>
                  </a:moveTo>
                  <a:lnTo>
                    <a:pt x="91083" y="91511"/>
                  </a:lnTo>
                  <a:lnTo>
                    <a:pt x="95369" y="52935"/>
                  </a:lnTo>
                  <a:lnTo>
                    <a:pt x="95369" y="52935"/>
                  </a:lnTo>
                  <a:cubicBezTo>
                    <a:pt x="90654" y="36647"/>
                    <a:pt x="85939" y="19931"/>
                    <a:pt x="81224" y="3215"/>
                  </a:cubicBezTo>
                  <a:lnTo>
                    <a:pt x="73081" y="77795"/>
                  </a:lnTo>
                  <a:lnTo>
                    <a:pt x="72223" y="85939"/>
                  </a:lnTo>
                  <a:lnTo>
                    <a:pt x="8358" y="137374"/>
                  </a:lnTo>
                  <a:cubicBezTo>
                    <a:pt x="7072" y="145518"/>
                    <a:pt x="4929" y="154090"/>
                    <a:pt x="3215" y="1622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42"/>
            <p:cNvSpPr/>
            <p:nvPr/>
          </p:nvSpPr>
          <p:spPr>
            <a:xfrm>
              <a:off x="6505123" y="4784955"/>
              <a:ext cx="514350" cy="227171"/>
            </a:xfrm>
            <a:custGeom>
              <a:avLst/>
              <a:gdLst/>
              <a:ahLst/>
              <a:cxnLst/>
              <a:rect l="l" t="t" r="r" b="b"/>
              <a:pathLst>
                <a:path w="514350" h="227171" extrusionOk="0">
                  <a:moveTo>
                    <a:pt x="513279" y="183666"/>
                  </a:moveTo>
                  <a:lnTo>
                    <a:pt x="513279" y="183666"/>
                  </a:lnTo>
                  <a:cubicBezTo>
                    <a:pt x="509850" y="175951"/>
                    <a:pt x="506420" y="168235"/>
                    <a:pt x="502991" y="160949"/>
                  </a:cubicBezTo>
                  <a:lnTo>
                    <a:pt x="285678" y="198668"/>
                  </a:lnTo>
                  <a:lnTo>
                    <a:pt x="281392" y="199097"/>
                  </a:lnTo>
                  <a:lnTo>
                    <a:pt x="3215" y="3215"/>
                  </a:lnTo>
                  <a:cubicBezTo>
                    <a:pt x="9215" y="20788"/>
                    <a:pt x="15216" y="38362"/>
                    <a:pt x="21646" y="55936"/>
                  </a:cubicBezTo>
                  <a:lnTo>
                    <a:pt x="265105" y="227386"/>
                  </a:lnTo>
                  <a:lnTo>
                    <a:pt x="513279" y="1836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5867329" y="3702248"/>
              <a:ext cx="25717" cy="38576"/>
            </a:xfrm>
            <a:custGeom>
              <a:avLst/>
              <a:gdLst/>
              <a:ahLst/>
              <a:cxnLst/>
              <a:rect l="l" t="t" r="r" b="b"/>
              <a:pathLst>
                <a:path w="25717" h="38576" extrusionOk="0">
                  <a:moveTo>
                    <a:pt x="10073" y="3215"/>
                  </a:moveTo>
                  <a:lnTo>
                    <a:pt x="3215" y="10073"/>
                  </a:lnTo>
                  <a:cubicBezTo>
                    <a:pt x="7072" y="19074"/>
                    <a:pt x="11359" y="28075"/>
                    <a:pt x="15216" y="37505"/>
                  </a:cubicBezTo>
                  <a:cubicBezTo>
                    <a:pt x="18217" y="34076"/>
                    <a:pt x="21646" y="31075"/>
                    <a:pt x="25075" y="27646"/>
                  </a:cubicBezTo>
                  <a:cubicBezTo>
                    <a:pt x="19931" y="19502"/>
                    <a:pt x="14788" y="11359"/>
                    <a:pt x="10073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5749028" y="3576233"/>
              <a:ext cx="68580" cy="47148"/>
            </a:xfrm>
            <a:custGeom>
              <a:avLst/>
              <a:gdLst/>
              <a:ahLst/>
              <a:cxnLst/>
              <a:rect l="l" t="t" r="r" b="b"/>
              <a:pathLst>
                <a:path w="68580" h="47148" extrusionOk="0">
                  <a:moveTo>
                    <a:pt x="3215" y="41791"/>
                  </a:moveTo>
                  <a:cubicBezTo>
                    <a:pt x="24646" y="44791"/>
                    <a:pt x="46077" y="47792"/>
                    <a:pt x="67080" y="41791"/>
                  </a:cubicBezTo>
                  <a:cubicBezTo>
                    <a:pt x="67508" y="41791"/>
                    <a:pt x="68366" y="41362"/>
                    <a:pt x="68794" y="41362"/>
                  </a:cubicBezTo>
                  <a:cubicBezTo>
                    <a:pt x="59793" y="28504"/>
                    <a:pt x="50792" y="15645"/>
                    <a:pt x="41791" y="3215"/>
                  </a:cubicBezTo>
                  <a:lnTo>
                    <a:pt x="3215" y="41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5803035" y="2917007"/>
              <a:ext cx="630078" cy="732948"/>
            </a:xfrm>
            <a:custGeom>
              <a:avLst/>
              <a:gdLst/>
              <a:ahLst/>
              <a:cxnLst/>
              <a:rect l="l" t="t" r="r" b="b"/>
              <a:pathLst>
                <a:path w="630078" h="732948" extrusionOk="0">
                  <a:moveTo>
                    <a:pt x="309253" y="488847"/>
                  </a:moveTo>
                  <a:lnTo>
                    <a:pt x="309253" y="488847"/>
                  </a:lnTo>
                  <a:lnTo>
                    <a:pt x="347829" y="488847"/>
                  </a:lnTo>
                  <a:lnTo>
                    <a:pt x="513279" y="323398"/>
                  </a:lnTo>
                  <a:lnTo>
                    <a:pt x="513279" y="200382"/>
                  </a:lnTo>
                  <a:lnTo>
                    <a:pt x="513279" y="196525"/>
                  </a:lnTo>
                  <a:lnTo>
                    <a:pt x="630722" y="79081"/>
                  </a:lnTo>
                  <a:cubicBezTo>
                    <a:pt x="629865" y="61508"/>
                    <a:pt x="629007" y="43934"/>
                    <a:pt x="626436" y="26361"/>
                  </a:cubicBezTo>
                  <a:cubicBezTo>
                    <a:pt x="625150" y="28504"/>
                    <a:pt x="623435" y="30218"/>
                    <a:pt x="621721" y="31933"/>
                  </a:cubicBezTo>
                  <a:cubicBezTo>
                    <a:pt x="605004" y="48649"/>
                    <a:pt x="577572" y="48649"/>
                    <a:pt x="560856" y="31933"/>
                  </a:cubicBezTo>
                  <a:cubicBezTo>
                    <a:pt x="552712" y="23789"/>
                    <a:pt x="549283" y="13930"/>
                    <a:pt x="548855" y="3215"/>
                  </a:cubicBezTo>
                  <a:lnTo>
                    <a:pt x="472559" y="3215"/>
                  </a:lnTo>
                  <a:lnTo>
                    <a:pt x="382548" y="93226"/>
                  </a:lnTo>
                  <a:lnTo>
                    <a:pt x="382548" y="144232"/>
                  </a:lnTo>
                  <a:lnTo>
                    <a:pt x="445984" y="207669"/>
                  </a:lnTo>
                  <a:lnTo>
                    <a:pt x="445984" y="211527"/>
                  </a:lnTo>
                  <a:lnTo>
                    <a:pt x="445984" y="285679"/>
                  </a:lnTo>
                  <a:lnTo>
                    <a:pt x="445984" y="289536"/>
                  </a:lnTo>
                  <a:lnTo>
                    <a:pt x="370975" y="364546"/>
                  </a:lnTo>
                  <a:lnTo>
                    <a:pt x="365403" y="363260"/>
                  </a:lnTo>
                  <a:lnTo>
                    <a:pt x="304110" y="346543"/>
                  </a:lnTo>
                  <a:lnTo>
                    <a:pt x="3215" y="647438"/>
                  </a:lnTo>
                  <a:cubicBezTo>
                    <a:pt x="14788" y="663297"/>
                    <a:pt x="25932" y="679156"/>
                    <a:pt x="37076" y="695016"/>
                  </a:cubicBezTo>
                  <a:lnTo>
                    <a:pt x="318254" y="413837"/>
                  </a:lnTo>
                  <a:lnTo>
                    <a:pt x="322540" y="413409"/>
                  </a:lnTo>
                  <a:lnTo>
                    <a:pt x="371404" y="413837"/>
                  </a:lnTo>
                  <a:lnTo>
                    <a:pt x="478131" y="307110"/>
                  </a:lnTo>
                  <a:lnTo>
                    <a:pt x="478560" y="157948"/>
                  </a:lnTo>
                  <a:cubicBezTo>
                    <a:pt x="465701" y="159663"/>
                    <a:pt x="451985" y="155805"/>
                    <a:pt x="442127" y="145947"/>
                  </a:cubicBezTo>
                  <a:cubicBezTo>
                    <a:pt x="425410" y="129231"/>
                    <a:pt x="425410" y="102227"/>
                    <a:pt x="442127" y="85511"/>
                  </a:cubicBezTo>
                  <a:cubicBezTo>
                    <a:pt x="458843" y="68794"/>
                    <a:pt x="485847" y="68794"/>
                    <a:pt x="502563" y="85511"/>
                  </a:cubicBezTo>
                  <a:cubicBezTo>
                    <a:pt x="519279" y="102227"/>
                    <a:pt x="519279" y="129231"/>
                    <a:pt x="502563" y="146376"/>
                  </a:cubicBezTo>
                  <a:cubicBezTo>
                    <a:pt x="500848" y="148090"/>
                    <a:pt x="499563" y="149376"/>
                    <a:pt x="497848" y="150662"/>
                  </a:cubicBezTo>
                  <a:lnTo>
                    <a:pt x="497848" y="314825"/>
                  </a:lnTo>
                  <a:lnTo>
                    <a:pt x="379548" y="433126"/>
                  </a:lnTo>
                  <a:lnTo>
                    <a:pt x="375690" y="433126"/>
                  </a:lnTo>
                  <a:lnTo>
                    <a:pt x="326398" y="433126"/>
                  </a:lnTo>
                  <a:lnTo>
                    <a:pt x="48220" y="711303"/>
                  </a:lnTo>
                  <a:cubicBezTo>
                    <a:pt x="52935" y="718161"/>
                    <a:pt x="57650" y="725019"/>
                    <a:pt x="62365" y="731877"/>
                  </a:cubicBezTo>
                  <a:lnTo>
                    <a:pt x="305395" y="488847"/>
                  </a:lnTo>
                  <a:lnTo>
                    <a:pt x="309253" y="4888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5097545" y="3074741"/>
              <a:ext cx="660082" cy="1238726"/>
            </a:xfrm>
            <a:custGeom>
              <a:avLst/>
              <a:gdLst/>
              <a:ahLst/>
              <a:cxnLst/>
              <a:rect l="l" t="t" r="r" b="b"/>
              <a:pathLst>
                <a:path w="660082" h="1238726" extrusionOk="0">
                  <a:moveTo>
                    <a:pt x="529111" y="761024"/>
                  </a:moveTo>
                  <a:lnTo>
                    <a:pt x="529111" y="761024"/>
                  </a:lnTo>
                  <a:lnTo>
                    <a:pt x="506394" y="783312"/>
                  </a:lnTo>
                  <a:lnTo>
                    <a:pt x="506394" y="893469"/>
                  </a:lnTo>
                  <a:lnTo>
                    <a:pt x="501679" y="896041"/>
                  </a:lnTo>
                  <a:lnTo>
                    <a:pt x="445529" y="928616"/>
                  </a:lnTo>
                  <a:lnTo>
                    <a:pt x="443386" y="929902"/>
                  </a:lnTo>
                  <a:lnTo>
                    <a:pt x="329800" y="929902"/>
                  </a:lnTo>
                  <a:lnTo>
                    <a:pt x="275365" y="984337"/>
                  </a:lnTo>
                  <a:cubicBezTo>
                    <a:pt x="278365" y="990338"/>
                    <a:pt x="280508" y="997196"/>
                    <a:pt x="280508" y="1004483"/>
                  </a:cubicBezTo>
                  <a:cubicBezTo>
                    <a:pt x="280508" y="1028057"/>
                    <a:pt x="261220" y="1047345"/>
                    <a:pt x="237646" y="1047345"/>
                  </a:cubicBezTo>
                  <a:cubicBezTo>
                    <a:pt x="214072" y="1047345"/>
                    <a:pt x="194783" y="1028486"/>
                    <a:pt x="194783" y="1004483"/>
                  </a:cubicBezTo>
                  <a:cubicBezTo>
                    <a:pt x="194783" y="980480"/>
                    <a:pt x="214072" y="961192"/>
                    <a:pt x="237646" y="961192"/>
                  </a:cubicBezTo>
                  <a:cubicBezTo>
                    <a:pt x="247076" y="961192"/>
                    <a:pt x="255648" y="964192"/>
                    <a:pt x="262506" y="968907"/>
                  </a:cubicBezTo>
                  <a:lnTo>
                    <a:pt x="318656" y="913186"/>
                  </a:lnTo>
                  <a:lnTo>
                    <a:pt x="321656" y="910185"/>
                  </a:lnTo>
                  <a:lnTo>
                    <a:pt x="437814" y="910185"/>
                  </a:lnTo>
                  <a:lnTo>
                    <a:pt x="486677" y="881896"/>
                  </a:lnTo>
                  <a:lnTo>
                    <a:pt x="486677" y="775597"/>
                  </a:lnTo>
                  <a:lnTo>
                    <a:pt x="489677" y="772597"/>
                  </a:lnTo>
                  <a:lnTo>
                    <a:pt x="517967" y="744307"/>
                  </a:lnTo>
                  <a:lnTo>
                    <a:pt x="520967" y="741736"/>
                  </a:lnTo>
                  <a:lnTo>
                    <a:pt x="655984" y="741736"/>
                  </a:lnTo>
                  <a:cubicBezTo>
                    <a:pt x="655555" y="737021"/>
                    <a:pt x="655127" y="732306"/>
                    <a:pt x="654698" y="727162"/>
                  </a:cubicBezTo>
                  <a:lnTo>
                    <a:pt x="459245" y="727162"/>
                  </a:lnTo>
                  <a:lnTo>
                    <a:pt x="414668" y="771311"/>
                  </a:lnTo>
                  <a:lnTo>
                    <a:pt x="414668" y="794028"/>
                  </a:lnTo>
                  <a:cubicBezTo>
                    <a:pt x="434385" y="797886"/>
                    <a:pt x="449387" y="815031"/>
                    <a:pt x="449387" y="836033"/>
                  </a:cubicBezTo>
                  <a:cubicBezTo>
                    <a:pt x="449387" y="859608"/>
                    <a:pt x="430099" y="878896"/>
                    <a:pt x="406524" y="878896"/>
                  </a:cubicBezTo>
                  <a:cubicBezTo>
                    <a:pt x="382950" y="878896"/>
                    <a:pt x="363662" y="859608"/>
                    <a:pt x="363662" y="836033"/>
                  </a:cubicBezTo>
                  <a:cubicBezTo>
                    <a:pt x="363662" y="820174"/>
                    <a:pt x="372234" y="806458"/>
                    <a:pt x="385093" y="799171"/>
                  </a:cubicBezTo>
                  <a:lnTo>
                    <a:pt x="385093" y="759309"/>
                  </a:lnTo>
                  <a:lnTo>
                    <a:pt x="389379" y="755023"/>
                  </a:lnTo>
                  <a:lnTo>
                    <a:pt x="442100" y="702302"/>
                  </a:lnTo>
                  <a:lnTo>
                    <a:pt x="446386" y="698016"/>
                  </a:lnTo>
                  <a:lnTo>
                    <a:pt x="650840" y="698016"/>
                  </a:lnTo>
                  <a:cubicBezTo>
                    <a:pt x="649983" y="691587"/>
                    <a:pt x="649126" y="685157"/>
                    <a:pt x="648269" y="678728"/>
                  </a:cubicBezTo>
                  <a:lnTo>
                    <a:pt x="406096" y="678728"/>
                  </a:lnTo>
                  <a:lnTo>
                    <a:pt x="273222" y="811173"/>
                  </a:lnTo>
                  <a:cubicBezTo>
                    <a:pt x="278365" y="818031"/>
                    <a:pt x="281794" y="826604"/>
                    <a:pt x="281794" y="836033"/>
                  </a:cubicBezTo>
                  <a:cubicBezTo>
                    <a:pt x="281794" y="859608"/>
                    <a:pt x="262078" y="878896"/>
                    <a:pt x="238503" y="878896"/>
                  </a:cubicBezTo>
                  <a:cubicBezTo>
                    <a:pt x="214929" y="878896"/>
                    <a:pt x="195641" y="859608"/>
                    <a:pt x="195641" y="836033"/>
                  </a:cubicBezTo>
                  <a:cubicBezTo>
                    <a:pt x="195641" y="812459"/>
                    <a:pt x="214500" y="793171"/>
                    <a:pt x="238503" y="793171"/>
                  </a:cubicBezTo>
                  <a:cubicBezTo>
                    <a:pt x="241932" y="793171"/>
                    <a:pt x="245361" y="794028"/>
                    <a:pt x="248790" y="794885"/>
                  </a:cubicBezTo>
                  <a:lnTo>
                    <a:pt x="390236" y="653439"/>
                  </a:lnTo>
                  <a:lnTo>
                    <a:pt x="394523" y="649153"/>
                  </a:lnTo>
                  <a:lnTo>
                    <a:pt x="644840" y="649153"/>
                  </a:lnTo>
                  <a:cubicBezTo>
                    <a:pt x="644411" y="647438"/>
                    <a:pt x="644411" y="645295"/>
                    <a:pt x="643982" y="643581"/>
                  </a:cubicBezTo>
                  <a:cubicBezTo>
                    <a:pt x="641411" y="629007"/>
                    <a:pt x="640553" y="614434"/>
                    <a:pt x="640125" y="599861"/>
                  </a:cubicBezTo>
                  <a:cubicBezTo>
                    <a:pt x="639696" y="599861"/>
                    <a:pt x="639696" y="599432"/>
                    <a:pt x="639268" y="599432"/>
                  </a:cubicBezTo>
                  <a:lnTo>
                    <a:pt x="331943" y="599432"/>
                  </a:lnTo>
                  <a:lnTo>
                    <a:pt x="280508" y="650438"/>
                  </a:lnTo>
                  <a:cubicBezTo>
                    <a:pt x="281366" y="653868"/>
                    <a:pt x="282223" y="657297"/>
                    <a:pt x="282223" y="660726"/>
                  </a:cubicBezTo>
                  <a:cubicBezTo>
                    <a:pt x="282223" y="684300"/>
                    <a:pt x="262506" y="703588"/>
                    <a:pt x="238932" y="703588"/>
                  </a:cubicBezTo>
                  <a:cubicBezTo>
                    <a:pt x="215357" y="703588"/>
                    <a:pt x="196069" y="684300"/>
                    <a:pt x="196069" y="660726"/>
                  </a:cubicBezTo>
                  <a:cubicBezTo>
                    <a:pt x="196069" y="637151"/>
                    <a:pt x="214929" y="617435"/>
                    <a:pt x="238932" y="617435"/>
                  </a:cubicBezTo>
                  <a:cubicBezTo>
                    <a:pt x="248362" y="617435"/>
                    <a:pt x="256934" y="620435"/>
                    <a:pt x="264221" y="625578"/>
                  </a:cubicBezTo>
                  <a:lnTo>
                    <a:pt x="315656" y="574143"/>
                  </a:lnTo>
                  <a:lnTo>
                    <a:pt x="319942" y="569857"/>
                  </a:lnTo>
                  <a:lnTo>
                    <a:pt x="609264" y="569857"/>
                  </a:lnTo>
                  <a:cubicBezTo>
                    <a:pt x="543684" y="504277"/>
                    <a:pt x="481962" y="436126"/>
                    <a:pt x="424098" y="366260"/>
                  </a:cubicBezTo>
                  <a:cubicBezTo>
                    <a:pt x="418526" y="368832"/>
                    <a:pt x="412525" y="370118"/>
                    <a:pt x="406096" y="370118"/>
                  </a:cubicBezTo>
                  <a:cubicBezTo>
                    <a:pt x="382521" y="370118"/>
                    <a:pt x="363233" y="351258"/>
                    <a:pt x="363233" y="327255"/>
                  </a:cubicBezTo>
                  <a:cubicBezTo>
                    <a:pt x="363233" y="317397"/>
                    <a:pt x="366662" y="308825"/>
                    <a:pt x="371806" y="301538"/>
                  </a:cubicBezTo>
                  <a:cubicBezTo>
                    <a:pt x="366233" y="294251"/>
                    <a:pt x="360661" y="287393"/>
                    <a:pt x="355089" y="280107"/>
                  </a:cubicBezTo>
                  <a:lnTo>
                    <a:pt x="355089" y="392406"/>
                  </a:lnTo>
                  <a:lnTo>
                    <a:pt x="346088" y="400979"/>
                  </a:lnTo>
                  <a:lnTo>
                    <a:pt x="145492" y="602433"/>
                  </a:lnTo>
                  <a:lnTo>
                    <a:pt x="145492" y="734449"/>
                  </a:lnTo>
                  <a:cubicBezTo>
                    <a:pt x="150635" y="741736"/>
                    <a:pt x="153635" y="750308"/>
                    <a:pt x="153635" y="759738"/>
                  </a:cubicBezTo>
                  <a:cubicBezTo>
                    <a:pt x="153635" y="783312"/>
                    <a:pt x="134347" y="803029"/>
                    <a:pt x="110773" y="803029"/>
                  </a:cubicBezTo>
                  <a:cubicBezTo>
                    <a:pt x="87198" y="803029"/>
                    <a:pt x="67910" y="783741"/>
                    <a:pt x="67910" y="759738"/>
                  </a:cubicBezTo>
                  <a:cubicBezTo>
                    <a:pt x="67910" y="745165"/>
                    <a:pt x="75197" y="731877"/>
                    <a:pt x="86341" y="724162"/>
                  </a:cubicBezTo>
                  <a:lnTo>
                    <a:pt x="86341" y="578001"/>
                  </a:lnTo>
                  <a:lnTo>
                    <a:pt x="94914" y="569429"/>
                  </a:lnTo>
                  <a:lnTo>
                    <a:pt x="296368" y="368403"/>
                  </a:lnTo>
                  <a:lnTo>
                    <a:pt x="296368" y="232101"/>
                  </a:lnTo>
                  <a:lnTo>
                    <a:pt x="304940" y="223528"/>
                  </a:lnTo>
                  <a:lnTo>
                    <a:pt x="309226" y="219242"/>
                  </a:lnTo>
                  <a:cubicBezTo>
                    <a:pt x="257791" y="148947"/>
                    <a:pt x="210214" y="76510"/>
                    <a:pt x="166066" y="3215"/>
                  </a:cubicBezTo>
                  <a:lnTo>
                    <a:pt x="166066" y="229529"/>
                  </a:lnTo>
                  <a:lnTo>
                    <a:pt x="163494" y="232529"/>
                  </a:lnTo>
                  <a:lnTo>
                    <a:pt x="97486" y="298109"/>
                  </a:lnTo>
                  <a:cubicBezTo>
                    <a:pt x="104343" y="305824"/>
                    <a:pt x="109058" y="316111"/>
                    <a:pt x="109058" y="327255"/>
                  </a:cubicBezTo>
                  <a:cubicBezTo>
                    <a:pt x="109058" y="350830"/>
                    <a:pt x="89770" y="370118"/>
                    <a:pt x="66196" y="370118"/>
                  </a:cubicBezTo>
                  <a:cubicBezTo>
                    <a:pt x="45622" y="370118"/>
                    <a:pt x="28477" y="355545"/>
                    <a:pt x="24191" y="336256"/>
                  </a:cubicBezTo>
                  <a:cubicBezTo>
                    <a:pt x="22905" y="347401"/>
                    <a:pt x="21619" y="358545"/>
                    <a:pt x="20333" y="370118"/>
                  </a:cubicBezTo>
                  <a:cubicBezTo>
                    <a:pt x="10475" y="456700"/>
                    <a:pt x="188" y="544140"/>
                    <a:pt x="4045" y="631579"/>
                  </a:cubicBezTo>
                  <a:cubicBezTo>
                    <a:pt x="5331" y="686872"/>
                    <a:pt x="12618" y="742164"/>
                    <a:pt x="21190" y="797028"/>
                  </a:cubicBezTo>
                  <a:cubicBezTo>
                    <a:pt x="37049" y="899898"/>
                    <a:pt x="57623" y="1002340"/>
                    <a:pt x="76912" y="1104781"/>
                  </a:cubicBezTo>
                  <a:cubicBezTo>
                    <a:pt x="84627" y="1145072"/>
                    <a:pt x="85484" y="1186649"/>
                    <a:pt x="91485" y="1227368"/>
                  </a:cubicBezTo>
                  <a:cubicBezTo>
                    <a:pt x="91913" y="1230368"/>
                    <a:pt x="92342" y="1233369"/>
                    <a:pt x="92771" y="1236369"/>
                  </a:cubicBezTo>
                  <a:lnTo>
                    <a:pt x="436099" y="1236369"/>
                  </a:lnTo>
                  <a:lnTo>
                    <a:pt x="511109" y="1161788"/>
                  </a:lnTo>
                  <a:lnTo>
                    <a:pt x="514109" y="1158788"/>
                  </a:lnTo>
                  <a:lnTo>
                    <a:pt x="640982" y="1158788"/>
                  </a:lnTo>
                  <a:cubicBezTo>
                    <a:pt x="641411" y="1154930"/>
                    <a:pt x="641411" y="1151501"/>
                    <a:pt x="641839" y="1147644"/>
                  </a:cubicBezTo>
                  <a:lnTo>
                    <a:pt x="507251" y="1147644"/>
                  </a:lnTo>
                  <a:lnTo>
                    <a:pt x="448529" y="1206794"/>
                  </a:lnTo>
                  <a:cubicBezTo>
                    <a:pt x="445100" y="1210223"/>
                    <a:pt x="439100" y="1210651"/>
                    <a:pt x="435242" y="1207222"/>
                  </a:cubicBezTo>
                  <a:cubicBezTo>
                    <a:pt x="427527" y="1217510"/>
                    <a:pt x="414668" y="1224367"/>
                    <a:pt x="400952" y="1224367"/>
                  </a:cubicBezTo>
                  <a:cubicBezTo>
                    <a:pt x="377378" y="1224367"/>
                    <a:pt x="358090" y="1205508"/>
                    <a:pt x="358090" y="1181934"/>
                  </a:cubicBezTo>
                  <a:cubicBezTo>
                    <a:pt x="358090" y="1158359"/>
                    <a:pt x="376949" y="1138642"/>
                    <a:pt x="400952" y="1138642"/>
                  </a:cubicBezTo>
                  <a:cubicBezTo>
                    <a:pt x="424526" y="1138642"/>
                    <a:pt x="443815" y="1157931"/>
                    <a:pt x="443815" y="1181934"/>
                  </a:cubicBezTo>
                  <a:cubicBezTo>
                    <a:pt x="443815" y="1182791"/>
                    <a:pt x="443815" y="1183220"/>
                    <a:pt x="443815" y="1184077"/>
                  </a:cubicBezTo>
                  <a:lnTo>
                    <a:pt x="496964" y="1130927"/>
                  </a:lnTo>
                  <a:lnTo>
                    <a:pt x="499536" y="1128355"/>
                  </a:lnTo>
                  <a:lnTo>
                    <a:pt x="643125" y="1128355"/>
                  </a:lnTo>
                  <a:cubicBezTo>
                    <a:pt x="643982" y="1117640"/>
                    <a:pt x="644411" y="1107353"/>
                    <a:pt x="645268" y="1096637"/>
                  </a:cubicBezTo>
                  <a:lnTo>
                    <a:pt x="329372" y="1096637"/>
                  </a:lnTo>
                  <a:lnTo>
                    <a:pt x="272365" y="1153644"/>
                  </a:lnTo>
                  <a:cubicBezTo>
                    <a:pt x="279223" y="1161360"/>
                    <a:pt x="283080" y="1170789"/>
                    <a:pt x="283080" y="1181934"/>
                  </a:cubicBezTo>
                  <a:cubicBezTo>
                    <a:pt x="283080" y="1205508"/>
                    <a:pt x="263363" y="1224367"/>
                    <a:pt x="239789" y="1224367"/>
                  </a:cubicBezTo>
                  <a:cubicBezTo>
                    <a:pt x="216215" y="1224367"/>
                    <a:pt x="196927" y="1205508"/>
                    <a:pt x="196927" y="1181934"/>
                  </a:cubicBezTo>
                  <a:cubicBezTo>
                    <a:pt x="196927" y="1158359"/>
                    <a:pt x="215786" y="1138642"/>
                    <a:pt x="239789" y="1138642"/>
                  </a:cubicBezTo>
                  <a:cubicBezTo>
                    <a:pt x="245361" y="1138642"/>
                    <a:pt x="250933" y="1139928"/>
                    <a:pt x="255648" y="1141643"/>
                  </a:cubicBezTo>
                  <a:lnTo>
                    <a:pt x="316942" y="1078635"/>
                  </a:lnTo>
                  <a:lnTo>
                    <a:pt x="319942" y="1076063"/>
                  </a:lnTo>
                  <a:lnTo>
                    <a:pt x="645268" y="1076063"/>
                  </a:lnTo>
                  <a:cubicBezTo>
                    <a:pt x="646554" y="1058490"/>
                    <a:pt x="647412" y="1040487"/>
                    <a:pt x="648697" y="1022914"/>
                  </a:cubicBezTo>
                  <a:lnTo>
                    <a:pt x="616550" y="1022914"/>
                  </a:lnTo>
                  <a:cubicBezTo>
                    <a:pt x="609692" y="1037487"/>
                    <a:pt x="595119" y="1047345"/>
                    <a:pt x="577974" y="1047345"/>
                  </a:cubicBezTo>
                  <a:cubicBezTo>
                    <a:pt x="554400" y="1047345"/>
                    <a:pt x="535540" y="1028486"/>
                    <a:pt x="535540" y="1004483"/>
                  </a:cubicBezTo>
                  <a:cubicBezTo>
                    <a:pt x="535540" y="980480"/>
                    <a:pt x="554400" y="961192"/>
                    <a:pt x="577974" y="961192"/>
                  </a:cubicBezTo>
                  <a:cubicBezTo>
                    <a:pt x="601120" y="961192"/>
                    <a:pt x="620408" y="980051"/>
                    <a:pt x="621265" y="1003197"/>
                  </a:cubicBezTo>
                  <a:lnTo>
                    <a:pt x="650412" y="1003197"/>
                  </a:lnTo>
                  <a:cubicBezTo>
                    <a:pt x="651698" y="979623"/>
                    <a:pt x="652555" y="956048"/>
                    <a:pt x="653841" y="932474"/>
                  </a:cubicBezTo>
                  <a:lnTo>
                    <a:pt x="539827" y="932474"/>
                  </a:lnTo>
                  <a:lnTo>
                    <a:pt x="435242" y="1037058"/>
                  </a:lnTo>
                  <a:cubicBezTo>
                    <a:pt x="433956" y="1038344"/>
                    <a:pt x="432242" y="1039201"/>
                    <a:pt x="430956" y="1039630"/>
                  </a:cubicBezTo>
                  <a:cubicBezTo>
                    <a:pt x="424098" y="1044345"/>
                    <a:pt x="415525" y="1047345"/>
                    <a:pt x="406524" y="1047345"/>
                  </a:cubicBezTo>
                  <a:cubicBezTo>
                    <a:pt x="382950" y="1047345"/>
                    <a:pt x="363662" y="1028486"/>
                    <a:pt x="363662" y="1004483"/>
                  </a:cubicBezTo>
                  <a:cubicBezTo>
                    <a:pt x="363662" y="980480"/>
                    <a:pt x="382950" y="961192"/>
                    <a:pt x="406524" y="961192"/>
                  </a:cubicBezTo>
                  <a:cubicBezTo>
                    <a:pt x="427098" y="961192"/>
                    <a:pt x="444672" y="976193"/>
                    <a:pt x="448529" y="995482"/>
                  </a:cubicBezTo>
                  <a:lnTo>
                    <a:pt x="529111" y="915757"/>
                  </a:lnTo>
                  <a:lnTo>
                    <a:pt x="532111" y="912757"/>
                  </a:lnTo>
                  <a:lnTo>
                    <a:pt x="655127" y="912757"/>
                  </a:lnTo>
                  <a:cubicBezTo>
                    <a:pt x="655984" y="891326"/>
                    <a:pt x="656841" y="869895"/>
                    <a:pt x="657698" y="848463"/>
                  </a:cubicBezTo>
                  <a:lnTo>
                    <a:pt x="620837" y="848463"/>
                  </a:lnTo>
                  <a:cubicBezTo>
                    <a:pt x="615265" y="866037"/>
                    <a:pt x="599405" y="878896"/>
                    <a:pt x="580117" y="878896"/>
                  </a:cubicBezTo>
                  <a:cubicBezTo>
                    <a:pt x="556543" y="878896"/>
                    <a:pt x="536826" y="859608"/>
                    <a:pt x="536826" y="836033"/>
                  </a:cubicBezTo>
                  <a:cubicBezTo>
                    <a:pt x="536826" y="812459"/>
                    <a:pt x="556543" y="793171"/>
                    <a:pt x="580117" y="793171"/>
                  </a:cubicBezTo>
                  <a:cubicBezTo>
                    <a:pt x="601549" y="793171"/>
                    <a:pt x="619122" y="808601"/>
                    <a:pt x="622551" y="828747"/>
                  </a:cubicBezTo>
                  <a:lnTo>
                    <a:pt x="658127" y="828747"/>
                  </a:lnTo>
                  <a:cubicBezTo>
                    <a:pt x="658556" y="811602"/>
                    <a:pt x="658556" y="794457"/>
                    <a:pt x="658556" y="777740"/>
                  </a:cubicBezTo>
                  <a:cubicBezTo>
                    <a:pt x="658556" y="772168"/>
                    <a:pt x="658556" y="766596"/>
                    <a:pt x="658127" y="761024"/>
                  </a:cubicBezTo>
                  <a:lnTo>
                    <a:pt x="529111" y="7610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5907619" y="3798689"/>
              <a:ext cx="8572" cy="8572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4501" y="5786"/>
                  </a:moveTo>
                  <a:lnTo>
                    <a:pt x="7072" y="3215"/>
                  </a:lnTo>
                  <a:lnTo>
                    <a:pt x="3215" y="3215"/>
                  </a:lnTo>
                  <a:cubicBezTo>
                    <a:pt x="3643" y="4072"/>
                    <a:pt x="4072" y="4929"/>
                    <a:pt x="4501" y="57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42"/>
            <p:cNvSpPr/>
            <p:nvPr/>
          </p:nvSpPr>
          <p:spPr>
            <a:xfrm>
              <a:off x="5190530" y="4249174"/>
              <a:ext cx="548640" cy="167163"/>
            </a:xfrm>
            <a:custGeom>
              <a:avLst/>
              <a:gdLst/>
              <a:ahLst/>
              <a:cxnLst/>
              <a:rect l="l" t="t" r="r" b="b"/>
              <a:pathLst>
                <a:path w="548640" h="167163" extrusionOk="0">
                  <a:moveTo>
                    <a:pt x="353830" y="77796"/>
                  </a:moveTo>
                  <a:lnTo>
                    <a:pt x="353830" y="77796"/>
                  </a:lnTo>
                  <a:lnTo>
                    <a:pt x="350830" y="80796"/>
                  </a:lnTo>
                  <a:lnTo>
                    <a:pt x="3215" y="80796"/>
                  </a:lnTo>
                  <a:cubicBezTo>
                    <a:pt x="9644" y="109085"/>
                    <a:pt x="19931" y="136517"/>
                    <a:pt x="30218" y="163949"/>
                  </a:cubicBezTo>
                  <a:lnTo>
                    <a:pt x="314825" y="163949"/>
                  </a:lnTo>
                  <a:lnTo>
                    <a:pt x="441698" y="37505"/>
                  </a:lnTo>
                  <a:lnTo>
                    <a:pt x="444270" y="34933"/>
                  </a:lnTo>
                  <a:lnTo>
                    <a:pt x="543711" y="34933"/>
                  </a:lnTo>
                  <a:cubicBezTo>
                    <a:pt x="544568" y="24217"/>
                    <a:pt x="545425" y="13930"/>
                    <a:pt x="545854" y="3215"/>
                  </a:cubicBezTo>
                  <a:lnTo>
                    <a:pt x="428411" y="3215"/>
                  </a:lnTo>
                  <a:lnTo>
                    <a:pt x="353830" y="777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42"/>
            <p:cNvSpPr/>
            <p:nvPr/>
          </p:nvSpPr>
          <p:spPr>
            <a:xfrm>
              <a:off x="5873758" y="3019449"/>
              <a:ext cx="587216" cy="754380"/>
            </a:xfrm>
            <a:custGeom>
              <a:avLst/>
              <a:gdLst/>
              <a:ahLst/>
              <a:cxnLst/>
              <a:rect l="l" t="t" r="r" b="b"/>
              <a:pathLst>
                <a:path w="587216" h="754380" extrusionOk="0">
                  <a:moveTo>
                    <a:pt x="461415" y="293822"/>
                  </a:moveTo>
                  <a:lnTo>
                    <a:pt x="461415" y="293822"/>
                  </a:lnTo>
                  <a:cubicBezTo>
                    <a:pt x="443841" y="310539"/>
                    <a:pt x="420267" y="333684"/>
                    <a:pt x="392835" y="361117"/>
                  </a:cubicBezTo>
                  <a:cubicBezTo>
                    <a:pt x="337542" y="415981"/>
                    <a:pt x="265962" y="487989"/>
                    <a:pt x="195239" y="559141"/>
                  </a:cubicBezTo>
                  <a:cubicBezTo>
                    <a:pt x="141232" y="613577"/>
                    <a:pt x="89368" y="666298"/>
                    <a:pt x="44791" y="711732"/>
                  </a:cubicBezTo>
                  <a:cubicBezTo>
                    <a:pt x="53364" y="725448"/>
                    <a:pt x="61508" y="739592"/>
                    <a:pt x="70080" y="753308"/>
                  </a:cubicBezTo>
                  <a:lnTo>
                    <a:pt x="289536" y="533852"/>
                  </a:lnTo>
                  <a:lnTo>
                    <a:pt x="307110" y="469130"/>
                  </a:lnTo>
                  <a:lnTo>
                    <a:pt x="307538" y="466558"/>
                  </a:lnTo>
                  <a:lnTo>
                    <a:pt x="585716" y="188381"/>
                  </a:lnTo>
                  <a:cubicBezTo>
                    <a:pt x="570714" y="140375"/>
                    <a:pt x="565142" y="89368"/>
                    <a:pt x="562570" y="39219"/>
                  </a:cubicBezTo>
                  <a:cubicBezTo>
                    <a:pt x="561713" y="27218"/>
                    <a:pt x="561285" y="15216"/>
                    <a:pt x="561285" y="3215"/>
                  </a:cubicBezTo>
                  <a:lnTo>
                    <a:pt x="462272" y="102227"/>
                  </a:lnTo>
                  <a:lnTo>
                    <a:pt x="462701" y="224814"/>
                  </a:lnTo>
                  <a:lnTo>
                    <a:pt x="462701" y="229100"/>
                  </a:lnTo>
                  <a:lnTo>
                    <a:pt x="285679" y="406122"/>
                  </a:lnTo>
                  <a:lnTo>
                    <a:pt x="281392" y="406122"/>
                  </a:lnTo>
                  <a:lnTo>
                    <a:pt x="243245" y="406122"/>
                  </a:lnTo>
                  <a:lnTo>
                    <a:pt x="3215" y="646152"/>
                  </a:lnTo>
                  <a:cubicBezTo>
                    <a:pt x="13930" y="662011"/>
                    <a:pt x="24217" y="678299"/>
                    <a:pt x="34504" y="694587"/>
                  </a:cubicBezTo>
                  <a:cubicBezTo>
                    <a:pt x="78653" y="649581"/>
                    <a:pt x="130088" y="597718"/>
                    <a:pt x="181523" y="545425"/>
                  </a:cubicBezTo>
                  <a:cubicBezTo>
                    <a:pt x="252246" y="473845"/>
                    <a:pt x="323826" y="402264"/>
                    <a:pt x="379548" y="346972"/>
                  </a:cubicBezTo>
                  <a:cubicBezTo>
                    <a:pt x="407408" y="319540"/>
                    <a:pt x="430983" y="295966"/>
                    <a:pt x="448556" y="279249"/>
                  </a:cubicBezTo>
                  <a:cubicBezTo>
                    <a:pt x="457129" y="270677"/>
                    <a:pt x="464844" y="264247"/>
                    <a:pt x="469987" y="259104"/>
                  </a:cubicBezTo>
                  <a:cubicBezTo>
                    <a:pt x="475560" y="253960"/>
                    <a:pt x="478131" y="251388"/>
                    <a:pt x="482418" y="248817"/>
                  </a:cubicBezTo>
                  <a:cubicBezTo>
                    <a:pt x="483703" y="247959"/>
                    <a:pt x="487132" y="242816"/>
                    <a:pt x="487990" y="232958"/>
                  </a:cubicBezTo>
                  <a:cubicBezTo>
                    <a:pt x="488847" y="223099"/>
                    <a:pt x="488418" y="209812"/>
                    <a:pt x="486704" y="196953"/>
                  </a:cubicBezTo>
                  <a:cubicBezTo>
                    <a:pt x="483703" y="171236"/>
                    <a:pt x="477703" y="147233"/>
                    <a:pt x="477703" y="147233"/>
                  </a:cubicBezTo>
                  <a:cubicBezTo>
                    <a:pt x="477274" y="145089"/>
                    <a:pt x="477703" y="142946"/>
                    <a:pt x="478560" y="140803"/>
                  </a:cubicBezTo>
                  <a:cubicBezTo>
                    <a:pt x="475560" y="127087"/>
                    <a:pt x="479417" y="112085"/>
                    <a:pt x="490133" y="101798"/>
                  </a:cubicBezTo>
                  <a:cubicBezTo>
                    <a:pt x="506849" y="85082"/>
                    <a:pt x="534281" y="85082"/>
                    <a:pt x="550998" y="101798"/>
                  </a:cubicBezTo>
                  <a:cubicBezTo>
                    <a:pt x="567714" y="118515"/>
                    <a:pt x="567714" y="145518"/>
                    <a:pt x="550998" y="162663"/>
                  </a:cubicBezTo>
                  <a:cubicBezTo>
                    <a:pt x="538139" y="175522"/>
                    <a:pt x="518851" y="178522"/>
                    <a:pt x="502992" y="171236"/>
                  </a:cubicBezTo>
                  <a:cubicBezTo>
                    <a:pt x="504277" y="178522"/>
                    <a:pt x="505563" y="186666"/>
                    <a:pt x="506420" y="194810"/>
                  </a:cubicBezTo>
                  <a:cubicBezTo>
                    <a:pt x="508135" y="208526"/>
                    <a:pt x="508564" y="222671"/>
                    <a:pt x="507278" y="235101"/>
                  </a:cubicBezTo>
                  <a:cubicBezTo>
                    <a:pt x="505992" y="247531"/>
                    <a:pt x="502992" y="259961"/>
                    <a:pt x="492276" y="265962"/>
                  </a:cubicBezTo>
                  <a:cubicBezTo>
                    <a:pt x="493562" y="265533"/>
                    <a:pt x="488847" y="268962"/>
                    <a:pt x="483275" y="273677"/>
                  </a:cubicBezTo>
                  <a:cubicBezTo>
                    <a:pt x="477703" y="278821"/>
                    <a:pt x="470416" y="285250"/>
                    <a:pt x="461415" y="2938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5887903" y="3744254"/>
              <a:ext cx="30003" cy="30003"/>
            </a:xfrm>
            <a:custGeom>
              <a:avLst/>
              <a:gdLst/>
              <a:ahLst/>
              <a:cxnLst/>
              <a:rect l="l" t="t" r="r" b="b"/>
              <a:pathLst>
                <a:path w="30003" h="30003" extrusionOk="0">
                  <a:moveTo>
                    <a:pt x="3215" y="14788"/>
                  </a:moveTo>
                  <a:cubicBezTo>
                    <a:pt x="5358" y="19502"/>
                    <a:pt x="7072" y="23789"/>
                    <a:pt x="9215" y="28504"/>
                  </a:cubicBezTo>
                  <a:lnTo>
                    <a:pt x="26789" y="28504"/>
                  </a:lnTo>
                  <a:lnTo>
                    <a:pt x="28932" y="26361"/>
                  </a:lnTo>
                  <a:cubicBezTo>
                    <a:pt x="24217" y="18645"/>
                    <a:pt x="19502" y="10930"/>
                    <a:pt x="14787" y="3215"/>
                  </a:cubicBezTo>
                  <a:cubicBezTo>
                    <a:pt x="10930" y="6644"/>
                    <a:pt x="7072" y="10501"/>
                    <a:pt x="3215" y="147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5240695" y="5104709"/>
              <a:ext cx="458628" cy="505777"/>
            </a:xfrm>
            <a:custGeom>
              <a:avLst/>
              <a:gdLst/>
              <a:ahLst/>
              <a:cxnLst/>
              <a:rect l="l" t="t" r="r" b="b"/>
              <a:pathLst>
                <a:path w="458628" h="505777" extrusionOk="0">
                  <a:moveTo>
                    <a:pt x="385961" y="350830"/>
                  </a:moveTo>
                  <a:cubicBezTo>
                    <a:pt x="385961" y="327256"/>
                    <a:pt x="405249" y="307967"/>
                    <a:pt x="428823" y="307967"/>
                  </a:cubicBezTo>
                  <a:cubicBezTo>
                    <a:pt x="439539" y="307967"/>
                    <a:pt x="448968" y="311825"/>
                    <a:pt x="456255" y="318254"/>
                  </a:cubicBezTo>
                  <a:cubicBezTo>
                    <a:pt x="454969" y="302395"/>
                    <a:pt x="452826" y="286536"/>
                    <a:pt x="450683" y="270677"/>
                  </a:cubicBezTo>
                  <a:lnTo>
                    <a:pt x="396676" y="270677"/>
                  </a:lnTo>
                  <a:lnTo>
                    <a:pt x="303664" y="363689"/>
                  </a:lnTo>
                  <a:cubicBezTo>
                    <a:pt x="302379" y="365403"/>
                    <a:pt x="300236" y="366260"/>
                    <a:pt x="298092" y="366689"/>
                  </a:cubicBezTo>
                  <a:cubicBezTo>
                    <a:pt x="292949" y="384691"/>
                    <a:pt x="276661" y="398407"/>
                    <a:pt x="256944" y="398407"/>
                  </a:cubicBezTo>
                  <a:cubicBezTo>
                    <a:pt x="233370" y="398407"/>
                    <a:pt x="214082" y="378691"/>
                    <a:pt x="214082" y="355116"/>
                  </a:cubicBezTo>
                  <a:cubicBezTo>
                    <a:pt x="214082" y="331542"/>
                    <a:pt x="232941" y="312254"/>
                    <a:pt x="256944" y="312254"/>
                  </a:cubicBezTo>
                  <a:cubicBezTo>
                    <a:pt x="276233" y="312254"/>
                    <a:pt x="292092" y="324683"/>
                    <a:pt x="297664" y="341828"/>
                  </a:cubicBezTo>
                  <a:lnTo>
                    <a:pt x="385532" y="253960"/>
                  </a:lnTo>
                  <a:lnTo>
                    <a:pt x="388532" y="251389"/>
                  </a:lnTo>
                  <a:lnTo>
                    <a:pt x="447683" y="251389"/>
                  </a:lnTo>
                  <a:cubicBezTo>
                    <a:pt x="445968" y="240245"/>
                    <a:pt x="443825" y="228672"/>
                    <a:pt x="441682" y="217527"/>
                  </a:cubicBezTo>
                  <a:cubicBezTo>
                    <a:pt x="439539" y="217956"/>
                    <a:pt x="437396" y="217956"/>
                    <a:pt x="435252" y="217956"/>
                  </a:cubicBezTo>
                  <a:cubicBezTo>
                    <a:pt x="411678" y="217956"/>
                    <a:pt x="392819" y="199097"/>
                    <a:pt x="392819" y="175094"/>
                  </a:cubicBezTo>
                  <a:cubicBezTo>
                    <a:pt x="392819" y="155377"/>
                    <a:pt x="405677" y="139089"/>
                    <a:pt x="423680" y="133945"/>
                  </a:cubicBezTo>
                  <a:cubicBezTo>
                    <a:pt x="421965" y="126230"/>
                    <a:pt x="420251" y="118943"/>
                    <a:pt x="418536" y="111229"/>
                  </a:cubicBezTo>
                  <a:cubicBezTo>
                    <a:pt x="417250" y="105656"/>
                    <a:pt x="415964" y="99655"/>
                    <a:pt x="414678" y="94084"/>
                  </a:cubicBezTo>
                  <a:lnTo>
                    <a:pt x="412964" y="94084"/>
                  </a:lnTo>
                  <a:lnTo>
                    <a:pt x="366672" y="140375"/>
                  </a:lnTo>
                  <a:lnTo>
                    <a:pt x="366672" y="230386"/>
                  </a:lnTo>
                  <a:lnTo>
                    <a:pt x="363672" y="232958"/>
                  </a:lnTo>
                  <a:lnTo>
                    <a:pt x="322095" y="274535"/>
                  </a:lnTo>
                  <a:lnTo>
                    <a:pt x="319524" y="277535"/>
                  </a:lnTo>
                  <a:lnTo>
                    <a:pt x="176363" y="277535"/>
                  </a:lnTo>
                  <a:lnTo>
                    <a:pt x="173362" y="274535"/>
                  </a:lnTo>
                  <a:lnTo>
                    <a:pt x="113784" y="215384"/>
                  </a:lnTo>
                  <a:cubicBezTo>
                    <a:pt x="109069" y="217099"/>
                    <a:pt x="103925" y="217956"/>
                    <a:pt x="98782" y="217956"/>
                  </a:cubicBezTo>
                  <a:cubicBezTo>
                    <a:pt x="75207" y="217956"/>
                    <a:pt x="55919" y="199097"/>
                    <a:pt x="55919" y="175094"/>
                  </a:cubicBezTo>
                  <a:cubicBezTo>
                    <a:pt x="55919" y="151090"/>
                    <a:pt x="75207" y="132231"/>
                    <a:pt x="98782" y="132231"/>
                  </a:cubicBezTo>
                  <a:cubicBezTo>
                    <a:pt x="122356" y="132231"/>
                    <a:pt x="141644" y="151519"/>
                    <a:pt x="141644" y="175094"/>
                  </a:cubicBezTo>
                  <a:cubicBezTo>
                    <a:pt x="141644" y="186238"/>
                    <a:pt x="136929" y="196096"/>
                    <a:pt x="130071" y="203811"/>
                  </a:cubicBezTo>
                  <a:lnTo>
                    <a:pt x="184078" y="257818"/>
                  </a:lnTo>
                  <a:lnTo>
                    <a:pt x="311380" y="257818"/>
                  </a:lnTo>
                  <a:lnTo>
                    <a:pt x="347384" y="221813"/>
                  </a:lnTo>
                  <a:lnTo>
                    <a:pt x="347384" y="132231"/>
                  </a:lnTo>
                  <a:lnTo>
                    <a:pt x="349956" y="129659"/>
                  </a:lnTo>
                  <a:lnTo>
                    <a:pt x="402677" y="77367"/>
                  </a:lnTo>
                  <a:lnTo>
                    <a:pt x="405249" y="74795"/>
                  </a:lnTo>
                  <a:lnTo>
                    <a:pt x="411678" y="74795"/>
                  </a:lnTo>
                  <a:cubicBezTo>
                    <a:pt x="409964" y="63222"/>
                    <a:pt x="409106" y="51650"/>
                    <a:pt x="407820" y="39648"/>
                  </a:cubicBezTo>
                  <a:lnTo>
                    <a:pt x="394962" y="39648"/>
                  </a:lnTo>
                  <a:lnTo>
                    <a:pt x="289091" y="145090"/>
                  </a:lnTo>
                  <a:cubicBezTo>
                    <a:pt x="299378" y="152805"/>
                    <a:pt x="306236" y="165235"/>
                    <a:pt x="306236" y="179380"/>
                  </a:cubicBezTo>
                  <a:cubicBezTo>
                    <a:pt x="306236" y="202954"/>
                    <a:pt x="287377" y="222242"/>
                    <a:pt x="263374" y="222242"/>
                  </a:cubicBezTo>
                  <a:cubicBezTo>
                    <a:pt x="239371" y="222242"/>
                    <a:pt x="220511" y="203383"/>
                    <a:pt x="220511" y="179380"/>
                  </a:cubicBezTo>
                  <a:cubicBezTo>
                    <a:pt x="220511" y="155377"/>
                    <a:pt x="239799" y="136517"/>
                    <a:pt x="263374" y="136517"/>
                  </a:cubicBezTo>
                  <a:cubicBezTo>
                    <a:pt x="265517" y="136517"/>
                    <a:pt x="267660" y="136517"/>
                    <a:pt x="269803" y="136946"/>
                  </a:cubicBezTo>
                  <a:lnTo>
                    <a:pt x="383817" y="22932"/>
                  </a:lnTo>
                  <a:lnTo>
                    <a:pt x="386389" y="20360"/>
                  </a:lnTo>
                  <a:lnTo>
                    <a:pt x="405677" y="20360"/>
                  </a:lnTo>
                  <a:cubicBezTo>
                    <a:pt x="405249" y="14788"/>
                    <a:pt x="404391" y="8787"/>
                    <a:pt x="403963" y="3215"/>
                  </a:cubicBezTo>
                  <a:lnTo>
                    <a:pt x="381674" y="3215"/>
                  </a:lnTo>
                  <a:lnTo>
                    <a:pt x="294663" y="90226"/>
                  </a:lnTo>
                  <a:lnTo>
                    <a:pt x="291663" y="92797"/>
                  </a:lnTo>
                  <a:lnTo>
                    <a:pt x="12200" y="92797"/>
                  </a:lnTo>
                  <a:cubicBezTo>
                    <a:pt x="6627" y="146376"/>
                    <a:pt x="1055" y="199525"/>
                    <a:pt x="4056" y="253532"/>
                  </a:cubicBezTo>
                  <a:cubicBezTo>
                    <a:pt x="5341" y="296823"/>
                    <a:pt x="13057" y="339257"/>
                    <a:pt x="20343" y="381691"/>
                  </a:cubicBezTo>
                  <a:cubicBezTo>
                    <a:pt x="27630" y="423267"/>
                    <a:pt x="35774" y="464416"/>
                    <a:pt x="43489" y="505992"/>
                  </a:cubicBezTo>
                  <a:lnTo>
                    <a:pt x="64492" y="484989"/>
                  </a:lnTo>
                  <a:lnTo>
                    <a:pt x="73064" y="476417"/>
                  </a:lnTo>
                  <a:lnTo>
                    <a:pt x="449826" y="476417"/>
                  </a:lnTo>
                  <a:cubicBezTo>
                    <a:pt x="450254" y="472131"/>
                    <a:pt x="451112" y="467844"/>
                    <a:pt x="451540" y="463558"/>
                  </a:cubicBezTo>
                  <a:cubicBezTo>
                    <a:pt x="451969" y="459700"/>
                    <a:pt x="452397" y="455843"/>
                    <a:pt x="452826" y="451985"/>
                  </a:cubicBezTo>
                  <a:lnTo>
                    <a:pt x="171648" y="451985"/>
                  </a:lnTo>
                  <a:lnTo>
                    <a:pt x="166076" y="446413"/>
                  </a:lnTo>
                  <a:lnTo>
                    <a:pt x="110783" y="390692"/>
                  </a:lnTo>
                  <a:cubicBezTo>
                    <a:pt x="105211" y="393263"/>
                    <a:pt x="99210" y="394978"/>
                    <a:pt x="92352" y="394978"/>
                  </a:cubicBezTo>
                  <a:cubicBezTo>
                    <a:pt x="68778" y="394978"/>
                    <a:pt x="49061" y="375261"/>
                    <a:pt x="49061" y="351687"/>
                  </a:cubicBezTo>
                  <a:cubicBezTo>
                    <a:pt x="49061" y="328113"/>
                    <a:pt x="68349" y="308825"/>
                    <a:pt x="92352" y="308825"/>
                  </a:cubicBezTo>
                  <a:cubicBezTo>
                    <a:pt x="115927" y="308825"/>
                    <a:pt x="135644" y="328113"/>
                    <a:pt x="135644" y="351687"/>
                  </a:cubicBezTo>
                  <a:cubicBezTo>
                    <a:pt x="135644" y="354259"/>
                    <a:pt x="135215" y="356830"/>
                    <a:pt x="134786" y="359402"/>
                  </a:cubicBezTo>
                  <a:lnTo>
                    <a:pt x="188364" y="412552"/>
                  </a:lnTo>
                  <a:lnTo>
                    <a:pt x="456684" y="412552"/>
                  </a:lnTo>
                  <a:cubicBezTo>
                    <a:pt x="457541" y="402694"/>
                    <a:pt x="458398" y="392406"/>
                    <a:pt x="458827" y="382548"/>
                  </a:cubicBezTo>
                  <a:cubicBezTo>
                    <a:pt x="451112" y="390263"/>
                    <a:pt x="440825" y="394978"/>
                    <a:pt x="429252" y="394978"/>
                  </a:cubicBezTo>
                  <a:cubicBezTo>
                    <a:pt x="405249" y="394121"/>
                    <a:pt x="385961" y="374404"/>
                    <a:pt x="385961" y="3508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42"/>
            <p:cNvSpPr/>
            <p:nvPr/>
          </p:nvSpPr>
          <p:spPr>
            <a:xfrm>
              <a:off x="5924764" y="3802547"/>
              <a:ext cx="21431" cy="12858"/>
            </a:xfrm>
            <a:custGeom>
              <a:avLst/>
              <a:gdLst/>
              <a:ahLst/>
              <a:cxnLst/>
              <a:rect l="l" t="t" r="r" b="b"/>
              <a:pathLst>
                <a:path w="21431" h="12858" extrusionOk="0">
                  <a:moveTo>
                    <a:pt x="13502" y="3215"/>
                  </a:moveTo>
                  <a:lnTo>
                    <a:pt x="3215" y="13502"/>
                  </a:lnTo>
                  <a:lnTo>
                    <a:pt x="19503" y="13502"/>
                  </a:lnTo>
                  <a:cubicBezTo>
                    <a:pt x="17359" y="10073"/>
                    <a:pt x="15216" y="6644"/>
                    <a:pt x="13502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5293828" y="567606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5293828" y="5636204"/>
              <a:ext cx="390048" cy="222885"/>
            </a:xfrm>
            <a:custGeom>
              <a:avLst/>
              <a:gdLst/>
              <a:ahLst/>
              <a:cxnLst/>
              <a:rect l="l" t="t" r="r" b="b"/>
              <a:pathLst>
                <a:path w="390048" h="222885" extrusionOk="0">
                  <a:moveTo>
                    <a:pt x="3215" y="43077"/>
                  </a:moveTo>
                  <a:cubicBezTo>
                    <a:pt x="8358" y="68366"/>
                    <a:pt x="13502" y="93655"/>
                    <a:pt x="18645" y="118943"/>
                  </a:cubicBezTo>
                  <a:cubicBezTo>
                    <a:pt x="25075" y="115086"/>
                    <a:pt x="32790" y="112514"/>
                    <a:pt x="41362" y="112514"/>
                  </a:cubicBezTo>
                  <a:cubicBezTo>
                    <a:pt x="64937" y="112514"/>
                    <a:pt x="84225" y="131374"/>
                    <a:pt x="84225" y="155377"/>
                  </a:cubicBezTo>
                  <a:cubicBezTo>
                    <a:pt x="84225" y="162235"/>
                    <a:pt x="82510" y="168664"/>
                    <a:pt x="79939" y="174236"/>
                  </a:cubicBezTo>
                  <a:lnTo>
                    <a:pt x="127516" y="221813"/>
                  </a:lnTo>
                  <a:lnTo>
                    <a:pt x="352115" y="221813"/>
                  </a:lnTo>
                  <a:cubicBezTo>
                    <a:pt x="353830" y="211955"/>
                    <a:pt x="355544" y="202525"/>
                    <a:pt x="356830" y="192667"/>
                  </a:cubicBezTo>
                  <a:cubicBezTo>
                    <a:pt x="343543" y="185380"/>
                    <a:pt x="334970" y="171236"/>
                    <a:pt x="334970" y="155377"/>
                  </a:cubicBezTo>
                  <a:cubicBezTo>
                    <a:pt x="334970" y="134374"/>
                    <a:pt x="349972" y="116800"/>
                    <a:pt x="370118" y="113372"/>
                  </a:cubicBezTo>
                  <a:cubicBezTo>
                    <a:pt x="371832" y="104371"/>
                    <a:pt x="373118" y="94941"/>
                    <a:pt x="374833" y="85940"/>
                  </a:cubicBezTo>
                  <a:lnTo>
                    <a:pt x="309682" y="85940"/>
                  </a:lnTo>
                  <a:lnTo>
                    <a:pt x="247102" y="148519"/>
                  </a:lnTo>
                  <a:cubicBezTo>
                    <a:pt x="247960" y="151948"/>
                    <a:pt x="248817" y="155806"/>
                    <a:pt x="248817" y="159663"/>
                  </a:cubicBezTo>
                  <a:cubicBezTo>
                    <a:pt x="248817" y="183237"/>
                    <a:pt x="229100" y="202525"/>
                    <a:pt x="205526" y="202525"/>
                  </a:cubicBezTo>
                  <a:cubicBezTo>
                    <a:pt x="181951" y="202525"/>
                    <a:pt x="162663" y="183666"/>
                    <a:pt x="162663" y="159663"/>
                  </a:cubicBezTo>
                  <a:cubicBezTo>
                    <a:pt x="162663" y="135660"/>
                    <a:pt x="181523" y="116800"/>
                    <a:pt x="205526" y="116800"/>
                  </a:cubicBezTo>
                  <a:cubicBezTo>
                    <a:pt x="210669" y="116800"/>
                    <a:pt x="216241" y="117658"/>
                    <a:pt x="220528" y="119372"/>
                  </a:cubicBezTo>
                  <a:lnTo>
                    <a:pt x="286964" y="52507"/>
                  </a:lnTo>
                  <a:lnTo>
                    <a:pt x="292965" y="46935"/>
                  </a:lnTo>
                  <a:lnTo>
                    <a:pt x="380405" y="46935"/>
                  </a:lnTo>
                  <a:cubicBezTo>
                    <a:pt x="382548" y="32361"/>
                    <a:pt x="385120" y="17788"/>
                    <a:pt x="387263" y="3215"/>
                  </a:cubicBezTo>
                  <a:lnTo>
                    <a:pt x="43505" y="3215"/>
                  </a:lnTo>
                  <a:lnTo>
                    <a:pt x="3215" y="430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5369266" y="6226850"/>
              <a:ext cx="300037" cy="411480"/>
            </a:xfrm>
            <a:custGeom>
              <a:avLst/>
              <a:gdLst/>
              <a:ahLst/>
              <a:cxnLst/>
              <a:rect l="l" t="t" r="r" b="b"/>
              <a:pathLst>
                <a:path w="300037" h="411480" extrusionOk="0">
                  <a:moveTo>
                    <a:pt x="212812" y="173379"/>
                  </a:moveTo>
                  <a:lnTo>
                    <a:pt x="212812" y="173379"/>
                  </a:lnTo>
                  <a:lnTo>
                    <a:pt x="208526" y="169092"/>
                  </a:lnTo>
                  <a:lnTo>
                    <a:pt x="150662" y="111657"/>
                  </a:lnTo>
                  <a:cubicBezTo>
                    <a:pt x="143375" y="117657"/>
                    <a:pt x="133945" y="121515"/>
                    <a:pt x="123658" y="121515"/>
                  </a:cubicBezTo>
                  <a:cubicBezTo>
                    <a:pt x="100084" y="121515"/>
                    <a:pt x="80796" y="102655"/>
                    <a:pt x="80796" y="78653"/>
                  </a:cubicBezTo>
                  <a:cubicBezTo>
                    <a:pt x="80796" y="54650"/>
                    <a:pt x="99655" y="35362"/>
                    <a:pt x="123658" y="35362"/>
                  </a:cubicBezTo>
                  <a:cubicBezTo>
                    <a:pt x="147661" y="35362"/>
                    <a:pt x="166521" y="55078"/>
                    <a:pt x="166521" y="78653"/>
                  </a:cubicBezTo>
                  <a:cubicBezTo>
                    <a:pt x="166521" y="80796"/>
                    <a:pt x="166521" y="82939"/>
                    <a:pt x="166092" y="85082"/>
                  </a:cubicBezTo>
                  <a:lnTo>
                    <a:pt x="224814" y="144232"/>
                  </a:lnTo>
                  <a:lnTo>
                    <a:pt x="295966" y="144232"/>
                  </a:lnTo>
                  <a:cubicBezTo>
                    <a:pt x="295108" y="135231"/>
                    <a:pt x="293823" y="126230"/>
                    <a:pt x="292965" y="117657"/>
                  </a:cubicBezTo>
                  <a:cubicBezTo>
                    <a:pt x="270677" y="116372"/>
                    <a:pt x="253103" y="97941"/>
                    <a:pt x="253103" y="75224"/>
                  </a:cubicBezTo>
                  <a:cubicBezTo>
                    <a:pt x="253103" y="60222"/>
                    <a:pt x="260818" y="46934"/>
                    <a:pt x="272391" y="39219"/>
                  </a:cubicBezTo>
                  <a:cubicBezTo>
                    <a:pt x="270248" y="34075"/>
                    <a:pt x="268105" y="28932"/>
                    <a:pt x="267248" y="22931"/>
                  </a:cubicBezTo>
                  <a:cubicBezTo>
                    <a:pt x="265962" y="16502"/>
                    <a:pt x="265105" y="9644"/>
                    <a:pt x="263819" y="3215"/>
                  </a:cubicBezTo>
                  <a:lnTo>
                    <a:pt x="51649" y="3215"/>
                  </a:lnTo>
                  <a:lnTo>
                    <a:pt x="37933" y="16930"/>
                  </a:lnTo>
                  <a:cubicBezTo>
                    <a:pt x="38791" y="32361"/>
                    <a:pt x="39219" y="48220"/>
                    <a:pt x="38362" y="63651"/>
                  </a:cubicBezTo>
                  <a:cubicBezTo>
                    <a:pt x="37076" y="82510"/>
                    <a:pt x="29789" y="100941"/>
                    <a:pt x="30647" y="120230"/>
                  </a:cubicBezTo>
                  <a:cubicBezTo>
                    <a:pt x="31933" y="157948"/>
                    <a:pt x="35362" y="197811"/>
                    <a:pt x="20788" y="233815"/>
                  </a:cubicBezTo>
                  <a:cubicBezTo>
                    <a:pt x="16073" y="244102"/>
                    <a:pt x="10073" y="253103"/>
                    <a:pt x="3215" y="262104"/>
                  </a:cubicBezTo>
                  <a:lnTo>
                    <a:pt x="70509" y="329398"/>
                  </a:lnTo>
                  <a:lnTo>
                    <a:pt x="196525" y="329398"/>
                  </a:lnTo>
                  <a:lnTo>
                    <a:pt x="200811" y="333684"/>
                  </a:lnTo>
                  <a:lnTo>
                    <a:pt x="276249" y="409122"/>
                  </a:lnTo>
                  <a:cubicBezTo>
                    <a:pt x="281392" y="399264"/>
                    <a:pt x="284821" y="388120"/>
                    <a:pt x="286536" y="376975"/>
                  </a:cubicBezTo>
                  <a:lnTo>
                    <a:pt x="184523" y="274963"/>
                  </a:lnTo>
                  <a:lnTo>
                    <a:pt x="159234" y="274963"/>
                  </a:lnTo>
                  <a:cubicBezTo>
                    <a:pt x="151519" y="286536"/>
                    <a:pt x="138660" y="293823"/>
                    <a:pt x="123658" y="293823"/>
                  </a:cubicBezTo>
                  <a:cubicBezTo>
                    <a:pt x="100084" y="293823"/>
                    <a:pt x="80796" y="274535"/>
                    <a:pt x="80796" y="250960"/>
                  </a:cubicBezTo>
                  <a:cubicBezTo>
                    <a:pt x="80796" y="227386"/>
                    <a:pt x="99655" y="208098"/>
                    <a:pt x="123658" y="208098"/>
                  </a:cubicBezTo>
                  <a:cubicBezTo>
                    <a:pt x="145518" y="208098"/>
                    <a:pt x="163521" y="224385"/>
                    <a:pt x="166092" y="245388"/>
                  </a:cubicBezTo>
                  <a:lnTo>
                    <a:pt x="196525" y="245388"/>
                  </a:lnTo>
                  <a:lnTo>
                    <a:pt x="200811" y="249674"/>
                  </a:lnTo>
                  <a:lnTo>
                    <a:pt x="282678" y="331541"/>
                  </a:lnTo>
                  <a:cubicBezTo>
                    <a:pt x="279249" y="315682"/>
                    <a:pt x="275392" y="299823"/>
                    <a:pt x="273677" y="283964"/>
                  </a:cubicBezTo>
                  <a:cubicBezTo>
                    <a:pt x="261247" y="276678"/>
                    <a:pt x="253103" y="262961"/>
                    <a:pt x="253103" y="247531"/>
                  </a:cubicBezTo>
                  <a:cubicBezTo>
                    <a:pt x="253103" y="223957"/>
                    <a:pt x="271963" y="204240"/>
                    <a:pt x="295537" y="204240"/>
                  </a:cubicBezTo>
                  <a:cubicBezTo>
                    <a:pt x="296394" y="204240"/>
                    <a:pt x="297251" y="204240"/>
                    <a:pt x="297680" y="204240"/>
                  </a:cubicBezTo>
                  <a:cubicBezTo>
                    <a:pt x="298109" y="201239"/>
                    <a:pt x="298537" y="198239"/>
                    <a:pt x="298537" y="195239"/>
                  </a:cubicBezTo>
                  <a:cubicBezTo>
                    <a:pt x="298537" y="187952"/>
                    <a:pt x="298109" y="181094"/>
                    <a:pt x="298109" y="173808"/>
                  </a:cubicBezTo>
                  <a:lnTo>
                    <a:pt x="212812" y="1738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5250537" y="4992838"/>
              <a:ext cx="407193" cy="184308"/>
            </a:xfrm>
            <a:custGeom>
              <a:avLst/>
              <a:gdLst/>
              <a:ahLst/>
              <a:cxnLst/>
              <a:rect l="l" t="t" r="r" b="b"/>
              <a:pathLst>
                <a:path w="407193" h="184308" extrusionOk="0">
                  <a:moveTo>
                    <a:pt x="9215" y="99227"/>
                  </a:moveTo>
                  <a:lnTo>
                    <a:pt x="9215" y="99227"/>
                  </a:lnTo>
                  <a:cubicBezTo>
                    <a:pt x="8358" y="127516"/>
                    <a:pt x="6215" y="155805"/>
                    <a:pt x="3215" y="184095"/>
                  </a:cubicBezTo>
                  <a:lnTo>
                    <a:pt x="273248" y="184095"/>
                  </a:lnTo>
                  <a:lnTo>
                    <a:pt x="359831" y="97084"/>
                  </a:lnTo>
                  <a:lnTo>
                    <a:pt x="362831" y="94084"/>
                  </a:lnTo>
                  <a:lnTo>
                    <a:pt x="391120" y="94084"/>
                  </a:lnTo>
                  <a:cubicBezTo>
                    <a:pt x="390692" y="90654"/>
                    <a:pt x="390263" y="87225"/>
                    <a:pt x="389406" y="83796"/>
                  </a:cubicBezTo>
                  <a:cubicBezTo>
                    <a:pt x="388549" y="78653"/>
                    <a:pt x="388549" y="73081"/>
                    <a:pt x="388977" y="67937"/>
                  </a:cubicBezTo>
                  <a:cubicBezTo>
                    <a:pt x="385120" y="67937"/>
                    <a:pt x="382119" y="67508"/>
                    <a:pt x="379119" y="67508"/>
                  </a:cubicBezTo>
                  <a:cubicBezTo>
                    <a:pt x="371832" y="67080"/>
                    <a:pt x="367975" y="67508"/>
                    <a:pt x="363260" y="66223"/>
                  </a:cubicBezTo>
                  <a:cubicBezTo>
                    <a:pt x="361974" y="65794"/>
                    <a:pt x="355973" y="67080"/>
                    <a:pt x="348258" y="73509"/>
                  </a:cubicBezTo>
                  <a:cubicBezTo>
                    <a:pt x="340543" y="79939"/>
                    <a:pt x="331542" y="89797"/>
                    <a:pt x="323826" y="99655"/>
                  </a:cubicBezTo>
                  <a:cubicBezTo>
                    <a:pt x="307967" y="119801"/>
                    <a:pt x="295108" y="141232"/>
                    <a:pt x="295108" y="141232"/>
                  </a:cubicBezTo>
                  <a:cubicBezTo>
                    <a:pt x="293822" y="142946"/>
                    <a:pt x="292108" y="144232"/>
                    <a:pt x="289965" y="145089"/>
                  </a:cubicBezTo>
                  <a:cubicBezTo>
                    <a:pt x="282250" y="157091"/>
                    <a:pt x="268962" y="164807"/>
                    <a:pt x="253960" y="164807"/>
                  </a:cubicBezTo>
                  <a:cubicBezTo>
                    <a:pt x="230386" y="164807"/>
                    <a:pt x="211098" y="145519"/>
                    <a:pt x="211098" y="121515"/>
                  </a:cubicBezTo>
                  <a:cubicBezTo>
                    <a:pt x="211098" y="97512"/>
                    <a:pt x="230386" y="78653"/>
                    <a:pt x="253960" y="78653"/>
                  </a:cubicBezTo>
                  <a:cubicBezTo>
                    <a:pt x="272391" y="78653"/>
                    <a:pt x="287822" y="90226"/>
                    <a:pt x="293822" y="106513"/>
                  </a:cubicBezTo>
                  <a:cubicBezTo>
                    <a:pt x="298109" y="100513"/>
                    <a:pt x="302824" y="93654"/>
                    <a:pt x="307967" y="87225"/>
                  </a:cubicBezTo>
                  <a:cubicBezTo>
                    <a:pt x="316540" y="76509"/>
                    <a:pt x="325969" y="65794"/>
                    <a:pt x="335828" y="58079"/>
                  </a:cubicBezTo>
                  <a:cubicBezTo>
                    <a:pt x="345686" y="50363"/>
                    <a:pt x="356402" y="43506"/>
                    <a:pt x="368403" y="46935"/>
                  </a:cubicBezTo>
                  <a:cubicBezTo>
                    <a:pt x="367117" y="46506"/>
                    <a:pt x="373118" y="47363"/>
                    <a:pt x="379976" y="47792"/>
                  </a:cubicBezTo>
                  <a:cubicBezTo>
                    <a:pt x="383834" y="47792"/>
                    <a:pt x="388120" y="48220"/>
                    <a:pt x="392835" y="48220"/>
                  </a:cubicBezTo>
                  <a:cubicBezTo>
                    <a:pt x="394121" y="43934"/>
                    <a:pt x="395407" y="39648"/>
                    <a:pt x="396264" y="35362"/>
                  </a:cubicBezTo>
                  <a:lnTo>
                    <a:pt x="223957" y="35362"/>
                  </a:lnTo>
                  <a:lnTo>
                    <a:pt x="130088" y="129659"/>
                  </a:lnTo>
                  <a:cubicBezTo>
                    <a:pt x="124944" y="147662"/>
                    <a:pt x="108228" y="160520"/>
                    <a:pt x="88940" y="160520"/>
                  </a:cubicBezTo>
                  <a:cubicBezTo>
                    <a:pt x="65365" y="160520"/>
                    <a:pt x="45649" y="141661"/>
                    <a:pt x="45649" y="117658"/>
                  </a:cubicBezTo>
                  <a:cubicBezTo>
                    <a:pt x="45649" y="93654"/>
                    <a:pt x="64937" y="74366"/>
                    <a:pt x="88940" y="74366"/>
                  </a:cubicBezTo>
                  <a:cubicBezTo>
                    <a:pt x="107371" y="74366"/>
                    <a:pt x="123230" y="86368"/>
                    <a:pt x="129230" y="102656"/>
                  </a:cubicBezTo>
                  <a:lnTo>
                    <a:pt x="213670" y="18645"/>
                  </a:lnTo>
                  <a:lnTo>
                    <a:pt x="216670" y="15645"/>
                  </a:lnTo>
                  <a:lnTo>
                    <a:pt x="401836" y="15645"/>
                  </a:lnTo>
                  <a:cubicBezTo>
                    <a:pt x="403122" y="11359"/>
                    <a:pt x="403979" y="7501"/>
                    <a:pt x="405265" y="3215"/>
                  </a:cubicBezTo>
                  <a:lnTo>
                    <a:pt x="202097" y="3215"/>
                  </a:lnTo>
                  <a:lnTo>
                    <a:pt x="146375" y="35362"/>
                  </a:lnTo>
                  <a:lnTo>
                    <a:pt x="141661" y="38362"/>
                  </a:lnTo>
                  <a:lnTo>
                    <a:pt x="18217" y="38362"/>
                  </a:lnTo>
                  <a:lnTo>
                    <a:pt x="10073" y="46506"/>
                  </a:lnTo>
                  <a:cubicBezTo>
                    <a:pt x="10073" y="64508"/>
                    <a:pt x="9644" y="81653"/>
                    <a:pt x="9215" y="99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5262539" y="4611362"/>
              <a:ext cx="437197" cy="235743"/>
            </a:xfrm>
            <a:custGeom>
              <a:avLst/>
              <a:gdLst/>
              <a:ahLst/>
              <a:cxnLst/>
              <a:rect l="l" t="t" r="r" b="b"/>
              <a:pathLst>
                <a:path w="437197" h="235743" extrusionOk="0">
                  <a:moveTo>
                    <a:pt x="267248" y="84653"/>
                  </a:moveTo>
                  <a:lnTo>
                    <a:pt x="267248" y="84653"/>
                  </a:lnTo>
                  <a:lnTo>
                    <a:pt x="264676" y="87654"/>
                  </a:lnTo>
                  <a:lnTo>
                    <a:pt x="4072" y="87654"/>
                  </a:lnTo>
                  <a:cubicBezTo>
                    <a:pt x="4501" y="136517"/>
                    <a:pt x="4072" y="185380"/>
                    <a:pt x="3215" y="234244"/>
                  </a:cubicBezTo>
                  <a:lnTo>
                    <a:pt x="270677" y="234244"/>
                  </a:lnTo>
                  <a:lnTo>
                    <a:pt x="319969" y="185380"/>
                  </a:lnTo>
                  <a:lnTo>
                    <a:pt x="319969" y="117658"/>
                  </a:lnTo>
                  <a:lnTo>
                    <a:pt x="321254" y="115515"/>
                  </a:lnTo>
                  <a:lnTo>
                    <a:pt x="349972" y="65365"/>
                  </a:lnTo>
                  <a:lnTo>
                    <a:pt x="352973" y="60651"/>
                  </a:lnTo>
                  <a:lnTo>
                    <a:pt x="430554" y="60651"/>
                  </a:lnTo>
                  <a:cubicBezTo>
                    <a:pt x="430983" y="57221"/>
                    <a:pt x="430983" y="53793"/>
                    <a:pt x="431411" y="50363"/>
                  </a:cubicBezTo>
                  <a:cubicBezTo>
                    <a:pt x="431840" y="44792"/>
                    <a:pt x="432697" y="39219"/>
                    <a:pt x="433126" y="33218"/>
                  </a:cubicBezTo>
                  <a:lnTo>
                    <a:pt x="368832" y="33218"/>
                  </a:lnTo>
                  <a:lnTo>
                    <a:pt x="271105" y="136088"/>
                  </a:lnTo>
                  <a:cubicBezTo>
                    <a:pt x="275392" y="142946"/>
                    <a:pt x="277535" y="150662"/>
                    <a:pt x="277535" y="159234"/>
                  </a:cubicBezTo>
                  <a:cubicBezTo>
                    <a:pt x="277535" y="182809"/>
                    <a:pt x="258675" y="202097"/>
                    <a:pt x="234672" y="202097"/>
                  </a:cubicBezTo>
                  <a:cubicBezTo>
                    <a:pt x="210669" y="202097"/>
                    <a:pt x="191810" y="182809"/>
                    <a:pt x="191810" y="159234"/>
                  </a:cubicBezTo>
                  <a:cubicBezTo>
                    <a:pt x="191810" y="135660"/>
                    <a:pt x="210669" y="116372"/>
                    <a:pt x="234672" y="116372"/>
                  </a:cubicBezTo>
                  <a:cubicBezTo>
                    <a:pt x="242816" y="116372"/>
                    <a:pt x="250531" y="118515"/>
                    <a:pt x="256961" y="122373"/>
                  </a:cubicBezTo>
                  <a:lnTo>
                    <a:pt x="358116" y="16502"/>
                  </a:lnTo>
                  <a:lnTo>
                    <a:pt x="360688" y="13502"/>
                  </a:lnTo>
                  <a:lnTo>
                    <a:pt x="435697" y="13502"/>
                  </a:lnTo>
                  <a:cubicBezTo>
                    <a:pt x="436126" y="10073"/>
                    <a:pt x="436555" y="6644"/>
                    <a:pt x="437412" y="3215"/>
                  </a:cubicBezTo>
                  <a:lnTo>
                    <a:pt x="348258" y="3215"/>
                  </a:lnTo>
                  <a:lnTo>
                    <a:pt x="267248" y="8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5224391" y="4300609"/>
              <a:ext cx="510063" cy="381476"/>
            </a:xfrm>
            <a:custGeom>
              <a:avLst/>
              <a:gdLst/>
              <a:ahLst/>
              <a:cxnLst/>
              <a:rect l="l" t="t" r="r" b="b"/>
              <a:pathLst>
                <a:path w="510063" h="381476" extrusionOk="0">
                  <a:moveTo>
                    <a:pt x="291679" y="129659"/>
                  </a:moveTo>
                  <a:lnTo>
                    <a:pt x="291679" y="129659"/>
                  </a:lnTo>
                  <a:lnTo>
                    <a:pt x="288679" y="132231"/>
                  </a:lnTo>
                  <a:lnTo>
                    <a:pt x="3215" y="132231"/>
                  </a:lnTo>
                  <a:cubicBezTo>
                    <a:pt x="11359" y="153662"/>
                    <a:pt x="18645" y="175093"/>
                    <a:pt x="24217" y="196954"/>
                  </a:cubicBezTo>
                  <a:cubicBezTo>
                    <a:pt x="40076" y="251389"/>
                    <a:pt x="40505" y="307967"/>
                    <a:pt x="41791" y="364117"/>
                  </a:cubicBezTo>
                  <a:cubicBezTo>
                    <a:pt x="41791" y="368832"/>
                    <a:pt x="41791" y="373975"/>
                    <a:pt x="41791" y="378690"/>
                  </a:cubicBezTo>
                  <a:lnTo>
                    <a:pt x="294251" y="378690"/>
                  </a:lnTo>
                  <a:lnTo>
                    <a:pt x="375690" y="297680"/>
                  </a:lnTo>
                  <a:lnTo>
                    <a:pt x="378690" y="294680"/>
                  </a:lnTo>
                  <a:lnTo>
                    <a:pt x="478989" y="294680"/>
                  </a:lnTo>
                  <a:cubicBezTo>
                    <a:pt x="483275" y="268534"/>
                    <a:pt x="487561" y="242388"/>
                    <a:pt x="490133" y="215813"/>
                  </a:cubicBezTo>
                  <a:lnTo>
                    <a:pt x="454128" y="252246"/>
                  </a:lnTo>
                  <a:lnTo>
                    <a:pt x="451128" y="255246"/>
                  </a:lnTo>
                  <a:lnTo>
                    <a:pt x="286965" y="255246"/>
                  </a:lnTo>
                  <a:lnTo>
                    <a:pt x="286965" y="261247"/>
                  </a:lnTo>
                  <a:cubicBezTo>
                    <a:pt x="304538" y="266819"/>
                    <a:pt x="317397" y="282679"/>
                    <a:pt x="317397" y="301967"/>
                  </a:cubicBezTo>
                  <a:cubicBezTo>
                    <a:pt x="317397" y="325541"/>
                    <a:pt x="298537" y="345258"/>
                    <a:pt x="274534" y="345258"/>
                  </a:cubicBezTo>
                  <a:cubicBezTo>
                    <a:pt x="250531" y="345258"/>
                    <a:pt x="231672" y="325970"/>
                    <a:pt x="231672" y="301967"/>
                  </a:cubicBezTo>
                  <a:cubicBezTo>
                    <a:pt x="231672" y="280964"/>
                    <a:pt x="247102" y="263390"/>
                    <a:pt x="267248" y="259961"/>
                  </a:cubicBezTo>
                  <a:lnTo>
                    <a:pt x="267248" y="235958"/>
                  </a:lnTo>
                  <a:lnTo>
                    <a:pt x="442984" y="235958"/>
                  </a:lnTo>
                  <a:lnTo>
                    <a:pt x="493133" y="185809"/>
                  </a:lnTo>
                  <a:cubicBezTo>
                    <a:pt x="495276" y="163949"/>
                    <a:pt x="496991" y="141661"/>
                    <a:pt x="498705" y="119801"/>
                  </a:cubicBezTo>
                  <a:lnTo>
                    <a:pt x="493562" y="119801"/>
                  </a:lnTo>
                  <a:cubicBezTo>
                    <a:pt x="493562" y="121087"/>
                    <a:pt x="493990" y="122373"/>
                    <a:pt x="493990" y="123658"/>
                  </a:cubicBezTo>
                  <a:cubicBezTo>
                    <a:pt x="493990" y="147233"/>
                    <a:pt x="474702" y="166950"/>
                    <a:pt x="451128" y="166950"/>
                  </a:cubicBezTo>
                  <a:cubicBezTo>
                    <a:pt x="427554" y="166950"/>
                    <a:pt x="407837" y="147662"/>
                    <a:pt x="407837" y="123658"/>
                  </a:cubicBezTo>
                  <a:cubicBezTo>
                    <a:pt x="407837" y="100084"/>
                    <a:pt x="427554" y="80796"/>
                    <a:pt x="451128" y="80796"/>
                  </a:cubicBezTo>
                  <a:cubicBezTo>
                    <a:pt x="466130" y="80796"/>
                    <a:pt x="478989" y="88511"/>
                    <a:pt x="486704" y="100084"/>
                  </a:cubicBezTo>
                  <a:lnTo>
                    <a:pt x="500420" y="100084"/>
                  </a:lnTo>
                  <a:cubicBezTo>
                    <a:pt x="502134" y="81224"/>
                    <a:pt x="503420" y="61936"/>
                    <a:pt x="504706" y="43077"/>
                  </a:cubicBezTo>
                  <a:lnTo>
                    <a:pt x="432697" y="43077"/>
                  </a:lnTo>
                  <a:lnTo>
                    <a:pt x="385120" y="90654"/>
                  </a:lnTo>
                  <a:lnTo>
                    <a:pt x="385120" y="231244"/>
                  </a:lnTo>
                  <a:lnTo>
                    <a:pt x="200811" y="231244"/>
                  </a:lnTo>
                  <a:lnTo>
                    <a:pt x="151948" y="280106"/>
                  </a:lnTo>
                  <a:cubicBezTo>
                    <a:pt x="155805" y="286536"/>
                    <a:pt x="158377" y="294251"/>
                    <a:pt x="158377" y="302395"/>
                  </a:cubicBezTo>
                  <a:cubicBezTo>
                    <a:pt x="158377" y="325970"/>
                    <a:pt x="139089" y="345686"/>
                    <a:pt x="115086" y="345686"/>
                  </a:cubicBezTo>
                  <a:cubicBezTo>
                    <a:pt x="91083" y="345686"/>
                    <a:pt x="71795" y="326398"/>
                    <a:pt x="71795" y="302395"/>
                  </a:cubicBezTo>
                  <a:cubicBezTo>
                    <a:pt x="71795" y="278821"/>
                    <a:pt x="91083" y="259104"/>
                    <a:pt x="115086" y="259104"/>
                  </a:cubicBezTo>
                  <a:cubicBezTo>
                    <a:pt x="123658" y="259104"/>
                    <a:pt x="131374" y="261676"/>
                    <a:pt x="137803" y="265962"/>
                  </a:cubicBezTo>
                  <a:lnTo>
                    <a:pt x="189238" y="214527"/>
                  </a:lnTo>
                  <a:lnTo>
                    <a:pt x="192238" y="211526"/>
                  </a:lnTo>
                  <a:lnTo>
                    <a:pt x="365832" y="211526"/>
                  </a:lnTo>
                  <a:lnTo>
                    <a:pt x="365832" y="82082"/>
                  </a:lnTo>
                  <a:lnTo>
                    <a:pt x="368832" y="79081"/>
                  </a:lnTo>
                  <a:lnTo>
                    <a:pt x="421553" y="26361"/>
                  </a:lnTo>
                  <a:lnTo>
                    <a:pt x="424553" y="23360"/>
                  </a:lnTo>
                  <a:lnTo>
                    <a:pt x="506420" y="23360"/>
                  </a:lnTo>
                  <a:cubicBezTo>
                    <a:pt x="506849" y="16502"/>
                    <a:pt x="507706" y="10073"/>
                    <a:pt x="508135" y="3215"/>
                  </a:cubicBezTo>
                  <a:lnTo>
                    <a:pt x="417695" y="3215"/>
                  </a:lnTo>
                  <a:lnTo>
                    <a:pt x="291679" y="1296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5258681" y="4688086"/>
              <a:ext cx="432911" cy="304323"/>
            </a:xfrm>
            <a:custGeom>
              <a:avLst/>
              <a:gdLst/>
              <a:ahLst/>
              <a:cxnLst/>
              <a:rect l="l" t="t" r="r" b="b"/>
              <a:pathLst>
                <a:path w="432911" h="304323" extrusionOk="0">
                  <a:moveTo>
                    <a:pt x="432697" y="21217"/>
                  </a:moveTo>
                  <a:cubicBezTo>
                    <a:pt x="432697" y="15216"/>
                    <a:pt x="432697" y="9216"/>
                    <a:pt x="433126" y="3215"/>
                  </a:cubicBezTo>
                  <a:lnTo>
                    <a:pt x="367546" y="3215"/>
                  </a:lnTo>
                  <a:lnTo>
                    <a:pt x="342686" y="46506"/>
                  </a:lnTo>
                  <a:lnTo>
                    <a:pt x="342686" y="116800"/>
                  </a:lnTo>
                  <a:lnTo>
                    <a:pt x="340114" y="119372"/>
                  </a:lnTo>
                  <a:lnTo>
                    <a:pt x="284821" y="174236"/>
                  </a:lnTo>
                  <a:lnTo>
                    <a:pt x="281821" y="177236"/>
                  </a:lnTo>
                  <a:lnTo>
                    <a:pt x="6215" y="177236"/>
                  </a:lnTo>
                  <a:cubicBezTo>
                    <a:pt x="5358" y="219670"/>
                    <a:pt x="4501" y="262104"/>
                    <a:pt x="3215" y="304538"/>
                  </a:cubicBezTo>
                  <a:lnTo>
                    <a:pt x="122801" y="304538"/>
                  </a:lnTo>
                  <a:lnTo>
                    <a:pt x="178522" y="272391"/>
                  </a:lnTo>
                  <a:lnTo>
                    <a:pt x="183237" y="269819"/>
                  </a:lnTo>
                  <a:lnTo>
                    <a:pt x="406980" y="269819"/>
                  </a:lnTo>
                  <a:cubicBezTo>
                    <a:pt x="412123" y="248817"/>
                    <a:pt x="417267" y="228243"/>
                    <a:pt x="421553" y="207240"/>
                  </a:cubicBezTo>
                  <a:lnTo>
                    <a:pt x="400979" y="227814"/>
                  </a:lnTo>
                  <a:lnTo>
                    <a:pt x="395407" y="233386"/>
                  </a:lnTo>
                  <a:lnTo>
                    <a:pt x="154948" y="233386"/>
                  </a:lnTo>
                  <a:lnTo>
                    <a:pt x="117229" y="271105"/>
                  </a:lnTo>
                  <a:cubicBezTo>
                    <a:pt x="115943" y="272391"/>
                    <a:pt x="114657" y="273248"/>
                    <a:pt x="113371" y="274105"/>
                  </a:cubicBezTo>
                  <a:cubicBezTo>
                    <a:pt x="105656" y="286107"/>
                    <a:pt x="92369" y="293823"/>
                    <a:pt x="76938" y="293823"/>
                  </a:cubicBezTo>
                  <a:cubicBezTo>
                    <a:pt x="53364" y="293823"/>
                    <a:pt x="34076" y="274963"/>
                    <a:pt x="34076" y="250960"/>
                  </a:cubicBezTo>
                  <a:cubicBezTo>
                    <a:pt x="34076" y="226957"/>
                    <a:pt x="52935" y="207669"/>
                    <a:pt x="76938" y="207669"/>
                  </a:cubicBezTo>
                  <a:cubicBezTo>
                    <a:pt x="89797" y="207669"/>
                    <a:pt x="101370" y="213669"/>
                    <a:pt x="109514" y="222670"/>
                  </a:cubicBezTo>
                  <a:lnTo>
                    <a:pt x="133088" y="199096"/>
                  </a:lnTo>
                  <a:lnTo>
                    <a:pt x="138660" y="193524"/>
                  </a:lnTo>
                  <a:lnTo>
                    <a:pt x="379119" y="193524"/>
                  </a:lnTo>
                  <a:lnTo>
                    <a:pt x="431411" y="141661"/>
                  </a:lnTo>
                  <a:cubicBezTo>
                    <a:pt x="431840" y="137803"/>
                    <a:pt x="431840" y="134374"/>
                    <a:pt x="432268" y="130516"/>
                  </a:cubicBezTo>
                  <a:cubicBezTo>
                    <a:pt x="433126" y="119372"/>
                    <a:pt x="433126" y="108228"/>
                    <a:pt x="433126" y="97084"/>
                  </a:cubicBezTo>
                  <a:cubicBezTo>
                    <a:pt x="427125" y="100084"/>
                    <a:pt x="420695" y="101798"/>
                    <a:pt x="413409" y="101798"/>
                  </a:cubicBezTo>
                  <a:cubicBezTo>
                    <a:pt x="389835" y="101798"/>
                    <a:pt x="370118" y="82939"/>
                    <a:pt x="370118" y="58936"/>
                  </a:cubicBezTo>
                  <a:cubicBezTo>
                    <a:pt x="370118" y="35362"/>
                    <a:pt x="389406" y="16073"/>
                    <a:pt x="413409" y="16073"/>
                  </a:cubicBezTo>
                  <a:lnTo>
                    <a:pt x="413409" y="16073"/>
                  </a:lnTo>
                  <a:cubicBezTo>
                    <a:pt x="420695" y="16502"/>
                    <a:pt x="427125" y="18217"/>
                    <a:pt x="432697" y="21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6022491" y="3919990"/>
              <a:ext cx="737235" cy="822960"/>
            </a:xfrm>
            <a:custGeom>
              <a:avLst/>
              <a:gdLst/>
              <a:ahLst/>
              <a:cxnLst/>
              <a:rect l="l" t="t" r="r" b="b"/>
              <a:pathLst>
                <a:path w="737235" h="822960" extrusionOk="0">
                  <a:moveTo>
                    <a:pt x="738307" y="406551"/>
                  </a:moveTo>
                  <a:lnTo>
                    <a:pt x="738307" y="406551"/>
                  </a:lnTo>
                  <a:cubicBezTo>
                    <a:pt x="482417" y="311825"/>
                    <a:pt x="233815" y="177237"/>
                    <a:pt x="3215" y="3215"/>
                  </a:cubicBezTo>
                  <a:cubicBezTo>
                    <a:pt x="44363" y="83368"/>
                    <a:pt x="81653" y="166521"/>
                    <a:pt x="115086" y="251817"/>
                  </a:cubicBezTo>
                  <a:cubicBezTo>
                    <a:pt x="118515" y="256532"/>
                    <a:pt x="121944" y="261247"/>
                    <a:pt x="125373" y="265962"/>
                  </a:cubicBezTo>
                  <a:cubicBezTo>
                    <a:pt x="158377" y="311396"/>
                    <a:pt x="192667" y="355973"/>
                    <a:pt x="229100" y="398836"/>
                  </a:cubicBezTo>
                  <a:cubicBezTo>
                    <a:pt x="281392" y="459700"/>
                    <a:pt x="322112" y="529566"/>
                    <a:pt x="360688" y="599432"/>
                  </a:cubicBezTo>
                  <a:cubicBezTo>
                    <a:pt x="393692" y="659868"/>
                    <a:pt x="425410" y="720733"/>
                    <a:pt x="453700" y="783741"/>
                  </a:cubicBezTo>
                  <a:cubicBezTo>
                    <a:pt x="459272" y="796171"/>
                    <a:pt x="463987" y="808601"/>
                    <a:pt x="468702" y="821031"/>
                  </a:cubicBezTo>
                  <a:cubicBezTo>
                    <a:pt x="516279" y="724591"/>
                    <a:pt x="571572" y="630722"/>
                    <a:pt x="635437" y="540282"/>
                  </a:cubicBezTo>
                  <a:cubicBezTo>
                    <a:pt x="668441" y="493991"/>
                    <a:pt x="702731" y="449413"/>
                    <a:pt x="738307" y="4065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6996327" y="492425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6501265" y="4732663"/>
              <a:ext cx="501491" cy="231457"/>
            </a:xfrm>
            <a:custGeom>
              <a:avLst/>
              <a:gdLst/>
              <a:ahLst/>
              <a:cxnLst/>
              <a:rect l="l" t="t" r="r" b="b"/>
              <a:pathLst>
                <a:path w="501491" h="231457" extrusionOk="0">
                  <a:moveTo>
                    <a:pt x="498277" y="194810"/>
                  </a:moveTo>
                  <a:cubicBezTo>
                    <a:pt x="493562" y="184094"/>
                    <a:pt x="488847" y="173379"/>
                    <a:pt x="483704" y="162234"/>
                  </a:cubicBezTo>
                  <a:lnTo>
                    <a:pt x="295966" y="194810"/>
                  </a:lnTo>
                  <a:lnTo>
                    <a:pt x="289965" y="195667"/>
                  </a:lnTo>
                  <a:lnTo>
                    <a:pt x="16502" y="3215"/>
                  </a:lnTo>
                  <a:cubicBezTo>
                    <a:pt x="12216" y="11787"/>
                    <a:pt x="7501" y="20788"/>
                    <a:pt x="3215" y="29361"/>
                  </a:cubicBezTo>
                  <a:lnTo>
                    <a:pt x="289536" y="230814"/>
                  </a:lnTo>
                  <a:lnTo>
                    <a:pt x="498277" y="1948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6661571" y="5113282"/>
              <a:ext cx="488632" cy="287178"/>
            </a:xfrm>
            <a:custGeom>
              <a:avLst/>
              <a:gdLst/>
              <a:ahLst/>
              <a:cxnLst/>
              <a:rect l="l" t="t" r="r" b="b"/>
              <a:pathLst>
                <a:path w="488632" h="287178" extrusionOk="0">
                  <a:moveTo>
                    <a:pt x="340114" y="38791"/>
                  </a:moveTo>
                  <a:lnTo>
                    <a:pt x="340114" y="38791"/>
                  </a:lnTo>
                  <a:lnTo>
                    <a:pt x="343972" y="38362"/>
                  </a:lnTo>
                  <a:lnTo>
                    <a:pt x="435697" y="102656"/>
                  </a:lnTo>
                  <a:lnTo>
                    <a:pt x="436555" y="106514"/>
                  </a:lnTo>
                  <a:lnTo>
                    <a:pt x="465272" y="271534"/>
                  </a:lnTo>
                  <a:lnTo>
                    <a:pt x="487132" y="286965"/>
                  </a:lnTo>
                  <a:cubicBezTo>
                    <a:pt x="484989" y="275392"/>
                    <a:pt x="482417" y="263819"/>
                    <a:pt x="480274" y="251817"/>
                  </a:cubicBezTo>
                  <a:cubicBezTo>
                    <a:pt x="471702" y="211955"/>
                    <a:pt x="469559" y="171236"/>
                    <a:pt x="461844" y="131802"/>
                  </a:cubicBezTo>
                  <a:cubicBezTo>
                    <a:pt x="458843" y="116800"/>
                    <a:pt x="455414" y="101798"/>
                    <a:pt x="451128" y="87226"/>
                  </a:cubicBezTo>
                  <a:lnTo>
                    <a:pt x="344400" y="12216"/>
                  </a:lnTo>
                  <a:lnTo>
                    <a:pt x="85511" y="57222"/>
                  </a:lnTo>
                  <a:lnTo>
                    <a:pt x="81225" y="58079"/>
                  </a:lnTo>
                  <a:lnTo>
                    <a:pt x="3215" y="3215"/>
                  </a:lnTo>
                  <a:cubicBezTo>
                    <a:pt x="4501" y="8359"/>
                    <a:pt x="5358" y="13930"/>
                    <a:pt x="6644" y="19074"/>
                  </a:cubicBezTo>
                  <a:lnTo>
                    <a:pt x="95369" y="81653"/>
                  </a:lnTo>
                  <a:lnTo>
                    <a:pt x="340114" y="387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6554843" y="4907542"/>
              <a:ext cx="505777" cy="171450"/>
            </a:xfrm>
            <a:custGeom>
              <a:avLst/>
              <a:gdLst/>
              <a:ahLst/>
              <a:cxnLst/>
              <a:rect l="l" t="t" r="r" b="b"/>
              <a:pathLst>
                <a:path w="505777" h="171450" extrusionOk="0">
                  <a:moveTo>
                    <a:pt x="457557" y="127945"/>
                  </a:moveTo>
                  <a:lnTo>
                    <a:pt x="465701" y="126659"/>
                  </a:lnTo>
                  <a:lnTo>
                    <a:pt x="505992" y="154948"/>
                  </a:lnTo>
                  <a:cubicBezTo>
                    <a:pt x="499562" y="139946"/>
                    <a:pt x="492705" y="124516"/>
                    <a:pt x="485847" y="109514"/>
                  </a:cubicBezTo>
                  <a:lnTo>
                    <a:pt x="471702" y="99655"/>
                  </a:lnTo>
                  <a:lnTo>
                    <a:pt x="213670" y="144661"/>
                  </a:lnTo>
                  <a:lnTo>
                    <a:pt x="205526" y="145947"/>
                  </a:lnTo>
                  <a:lnTo>
                    <a:pt x="3215" y="3215"/>
                  </a:lnTo>
                  <a:cubicBezTo>
                    <a:pt x="3215" y="3215"/>
                    <a:pt x="3215" y="3215"/>
                    <a:pt x="3215" y="3215"/>
                  </a:cubicBezTo>
                  <a:cubicBezTo>
                    <a:pt x="10073" y="15645"/>
                    <a:pt x="18217" y="27647"/>
                    <a:pt x="26789" y="39219"/>
                  </a:cubicBezTo>
                  <a:lnTo>
                    <a:pt x="213241" y="170378"/>
                  </a:lnTo>
                  <a:lnTo>
                    <a:pt x="457557" y="1279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6670143" y="5155716"/>
              <a:ext cx="518636" cy="445770"/>
            </a:xfrm>
            <a:custGeom>
              <a:avLst/>
              <a:gdLst/>
              <a:ahLst/>
              <a:cxnLst/>
              <a:rect l="l" t="t" r="r" b="b"/>
              <a:pathLst>
                <a:path w="518636" h="445770" extrusionOk="0">
                  <a:moveTo>
                    <a:pt x="326827" y="34505"/>
                  </a:moveTo>
                  <a:lnTo>
                    <a:pt x="326827" y="34505"/>
                  </a:lnTo>
                  <a:lnTo>
                    <a:pt x="330684" y="33647"/>
                  </a:lnTo>
                  <a:lnTo>
                    <a:pt x="392406" y="77367"/>
                  </a:lnTo>
                  <a:lnTo>
                    <a:pt x="392835" y="81225"/>
                  </a:lnTo>
                  <a:lnTo>
                    <a:pt x="405693" y="153662"/>
                  </a:lnTo>
                  <a:lnTo>
                    <a:pt x="406551" y="157520"/>
                  </a:lnTo>
                  <a:lnTo>
                    <a:pt x="358974" y="225243"/>
                  </a:lnTo>
                  <a:lnTo>
                    <a:pt x="367117" y="272391"/>
                  </a:lnTo>
                  <a:lnTo>
                    <a:pt x="469559" y="344400"/>
                  </a:lnTo>
                  <a:lnTo>
                    <a:pt x="469987" y="348258"/>
                  </a:lnTo>
                  <a:lnTo>
                    <a:pt x="484132" y="428840"/>
                  </a:lnTo>
                  <a:cubicBezTo>
                    <a:pt x="493133" y="428411"/>
                    <a:pt x="502134" y="430554"/>
                    <a:pt x="510278" y="436126"/>
                  </a:cubicBezTo>
                  <a:cubicBezTo>
                    <a:pt x="513279" y="438269"/>
                    <a:pt x="515850" y="440841"/>
                    <a:pt x="517993" y="443413"/>
                  </a:cubicBezTo>
                  <a:cubicBezTo>
                    <a:pt x="506420" y="386406"/>
                    <a:pt x="494848" y="328970"/>
                    <a:pt x="483703" y="271534"/>
                  </a:cubicBezTo>
                  <a:lnTo>
                    <a:pt x="438269" y="239816"/>
                  </a:lnTo>
                  <a:lnTo>
                    <a:pt x="437412" y="235958"/>
                  </a:lnTo>
                  <a:lnTo>
                    <a:pt x="409123" y="70938"/>
                  </a:lnTo>
                  <a:lnTo>
                    <a:pt x="330684" y="15645"/>
                  </a:lnTo>
                  <a:lnTo>
                    <a:pt x="86368" y="57650"/>
                  </a:lnTo>
                  <a:lnTo>
                    <a:pt x="82082" y="58507"/>
                  </a:lnTo>
                  <a:lnTo>
                    <a:pt x="3215" y="3215"/>
                  </a:lnTo>
                  <a:cubicBezTo>
                    <a:pt x="5358" y="14359"/>
                    <a:pt x="7501" y="25504"/>
                    <a:pt x="9215" y="36648"/>
                  </a:cubicBezTo>
                  <a:lnTo>
                    <a:pt x="67937" y="77796"/>
                  </a:lnTo>
                  <a:lnTo>
                    <a:pt x="326827" y="345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6638425" y="5033986"/>
              <a:ext cx="467201" cy="137160"/>
            </a:xfrm>
            <a:custGeom>
              <a:avLst/>
              <a:gdLst/>
              <a:ahLst/>
              <a:cxnLst/>
              <a:rect l="l" t="t" r="r" b="b"/>
              <a:pathLst>
                <a:path w="467201" h="137160" extrusionOk="0">
                  <a:moveTo>
                    <a:pt x="368403" y="71795"/>
                  </a:moveTo>
                  <a:lnTo>
                    <a:pt x="368403" y="71795"/>
                  </a:lnTo>
                  <a:lnTo>
                    <a:pt x="372261" y="70938"/>
                  </a:lnTo>
                  <a:lnTo>
                    <a:pt x="464415" y="136088"/>
                  </a:lnTo>
                  <a:cubicBezTo>
                    <a:pt x="459700" y="122801"/>
                    <a:pt x="454986" y="109514"/>
                    <a:pt x="449842" y="96227"/>
                  </a:cubicBezTo>
                  <a:lnTo>
                    <a:pt x="372690" y="41791"/>
                  </a:lnTo>
                  <a:lnTo>
                    <a:pt x="128373" y="84225"/>
                  </a:lnTo>
                  <a:lnTo>
                    <a:pt x="120229" y="85940"/>
                  </a:lnTo>
                  <a:lnTo>
                    <a:pt x="3215" y="3215"/>
                  </a:lnTo>
                  <a:cubicBezTo>
                    <a:pt x="10930" y="19503"/>
                    <a:pt x="16502" y="36219"/>
                    <a:pt x="20788" y="53793"/>
                  </a:cubicBezTo>
                  <a:lnTo>
                    <a:pt x="109942" y="116372"/>
                  </a:lnTo>
                  <a:lnTo>
                    <a:pt x="368403" y="717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6681287" y="5207151"/>
              <a:ext cx="548640" cy="582930"/>
            </a:xfrm>
            <a:custGeom>
              <a:avLst/>
              <a:gdLst/>
              <a:ahLst/>
              <a:cxnLst/>
              <a:rect l="l" t="t" r="r" b="b"/>
              <a:pathLst>
                <a:path w="548640" h="582930" extrusionOk="0">
                  <a:moveTo>
                    <a:pt x="515422" y="433554"/>
                  </a:moveTo>
                  <a:lnTo>
                    <a:pt x="515422" y="433554"/>
                  </a:lnTo>
                  <a:cubicBezTo>
                    <a:pt x="514136" y="437412"/>
                    <a:pt x="511993" y="441698"/>
                    <a:pt x="509421" y="445127"/>
                  </a:cubicBezTo>
                  <a:cubicBezTo>
                    <a:pt x="495705" y="464415"/>
                    <a:pt x="468702" y="469130"/>
                    <a:pt x="449414" y="455843"/>
                  </a:cubicBezTo>
                  <a:cubicBezTo>
                    <a:pt x="430125" y="442555"/>
                    <a:pt x="425410" y="415552"/>
                    <a:pt x="439126" y="395835"/>
                  </a:cubicBezTo>
                  <a:cubicBezTo>
                    <a:pt x="442984" y="390263"/>
                    <a:pt x="448127" y="386406"/>
                    <a:pt x="453700" y="383405"/>
                  </a:cubicBezTo>
                  <a:lnTo>
                    <a:pt x="439984" y="304967"/>
                  </a:lnTo>
                  <a:lnTo>
                    <a:pt x="337542" y="232958"/>
                  </a:lnTo>
                  <a:lnTo>
                    <a:pt x="336685" y="229100"/>
                  </a:lnTo>
                  <a:lnTo>
                    <a:pt x="327255" y="173379"/>
                  </a:lnTo>
                  <a:lnTo>
                    <a:pt x="326398" y="169521"/>
                  </a:lnTo>
                  <a:lnTo>
                    <a:pt x="373975" y="101798"/>
                  </a:lnTo>
                  <a:lnTo>
                    <a:pt x="362831" y="37076"/>
                  </a:lnTo>
                  <a:lnTo>
                    <a:pt x="314397" y="3215"/>
                  </a:lnTo>
                  <a:lnTo>
                    <a:pt x="56793" y="47792"/>
                  </a:lnTo>
                  <a:lnTo>
                    <a:pt x="52507" y="48649"/>
                  </a:lnTo>
                  <a:lnTo>
                    <a:pt x="3215" y="13930"/>
                  </a:lnTo>
                  <a:cubicBezTo>
                    <a:pt x="5787" y="29361"/>
                    <a:pt x="8358" y="44363"/>
                    <a:pt x="10930" y="59794"/>
                  </a:cubicBezTo>
                  <a:lnTo>
                    <a:pt x="73081" y="103513"/>
                  </a:lnTo>
                  <a:lnTo>
                    <a:pt x="247531" y="72652"/>
                  </a:lnTo>
                  <a:cubicBezTo>
                    <a:pt x="248817" y="68366"/>
                    <a:pt x="250960" y="63651"/>
                    <a:pt x="253532" y="59794"/>
                  </a:cubicBezTo>
                  <a:cubicBezTo>
                    <a:pt x="267248" y="40505"/>
                    <a:pt x="293822" y="35790"/>
                    <a:pt x="313111" y="49506"/>
                  </a:cubicBezTo>
                  <a:cubicBezTo>
                    <a:pt x="332399" y="63222"/>
                    <a:pt x="337542" y="90226"/>
                    <a:pt x="323826" y="109514"/>
                  </a:cubicBezTo>
                  <a:cubicBezTo>
                    <a:pt x="310110" y="128802"/>
                    <a:pt x="283107" y="133517"/>
                    <a:pt x="263819" y="119801"/>
                  </a:cubicBezTo>
                  <a:cubicBezTo>
                    <a:pt x="254389" y="113372"/>
                    <a:pt x="248817" y="103513"/>
                    <a:pt x="246674" y="93226"/>
                  </a:cubicBezTo>
                  <a:lnTo>
                    <a:pt x="72223" y="123658"/>
                  </a:lnTo>
                  <a:lnTo>
                    <a:pt x="67937" y="124516"/>
                  </a:lnTo>
                  <a:lnTo>
                    <a:pt x="15216" y="87654"/>
                  </a:lnTo>
                  <a:cubicBezTo>
                    <a:pt x="16502" y="95798"/>
                    <a:pt x="18217" y="103942"/>
                    <a:pt x="19502" y="112086"/>
                  </a:cubicBezTo>
                  <a:lnTo>
                    <a:pt x="58079" y="139089"/>
                  </a:lnTo>
                  <a:lnTo>
                    <a:pt x="200811" y="114229"/>
                  </a:lnTo>
                  <a:lnTo>
                    <a:pt x="204668" y="113800"/>
                  </a:lnTo>
                  <a:lnTo>
                    <a:pt x="278392" y="165664"/>
                  </a:lnTo>
                  <a:lnTo>
                    <a:pt x="279249" y="169521"/>
                  </a:lnTo>
                  <a:lnTo>
                    <a:pt x="299823" y="287393"/>
                  </a:lnTo>
                  <a:lnTo>
                    <a:pt x="307110" y="292537"/>
                  </a:lnTo>
                  <a:cubicBezTo>
                    <a:pt x="321683" y="278821"/>
                    <a:pt x="343972" y="276678"/>
                    <a:pt x="361117" y="288679"/>
                  </a:cubicBezTo>
                  <a:cubicBezTo>
                    <a:pt x="380405" y="302395"/>
                    <a:pt x="385120" y="328970"/>
                    <a:pt x="371404" y="348686"/>
                  </a:cubicBezTo>
                  <a:cubicBezTo>
                    <a:pt x="357688" y="368404"/>
                    <a:pt x="331113" y="372690"/>
                    <a:pt x="311825" y="358973"/>
                  </a:cubicBezTo>
                  <a:cubicBezTo>
                    <a:pt x="295537" y="347401"/>
                    <a:pt x="289965" y="327255"/>
                    <a:pt x="296394" y="309253"/>
                  </a:cubicBezTo>
                  <a:lnTo>
                    <a:pt x="281821" y="298966"/>
                  </a:lnTo>
                  <a:lnTo>
                    <a:pt x="280964" y="294680"/>
                  </a:lnTo>
                  <a:lnTo>
                    <a:pt x="260819" y="177665"/>
                  </a:lnTo>
                  <a:lnTo>
                    <a:pt x="199954" y="134803"/>
                  </a:lnTo>
                  <a:lnTo>
                    <a:pt x="57222" y="159663"/>
                  </a:lnTo>
                  <a:lnTo>
                    <a:pt x="53364" y="160091"/>
                  </a:lnTo>
                  <a:lnTo>
                    <a:pt x="24646" y="139946"/>
                  </a:lnTo>
                  <a:cubicBezTo>
                    <a:pt x="25503" y="145519"/>
                    <a:pt x="26789" y="151090"/>
                    <a:pt x="27646" y="156663"/>
                  </a:cubicBezTo>
                  <a:lnTo>
                    <a:pt x="119801" y="221385"/>
                  </a:lnTo>
                  <a:lnTo>
                    <a:pt x="153233" y="215813"/>
                  </a:lnTo>
                  <a:cubicBezTo>
                    <a:pt x="153662" y="207669"/>
                    <a:pt x="155805" y="199954"/>
                    <a:pt x="160949" y="193096"/>
                  </a:cubicBezTo>
                  <a:cubicBezTo>
                    <a:pt x="174665" y="173808"/>
                    <a:pt x="201240" y="169093"/>
                    <a:pt x="220528" y="182809"/>
                  </a:cubicBezTo>
                  <a:cubicBezTo>
                    <a:pt x="239816" y="196524"/>
                    <a:pt x="244959" y="223100"/>
                    <a:pt x="231243" y="242388"/>
                  </a:cubicBezTo>
                  <a:cubicBezTo>
                    <a:pt x="217527" y="261676"/>
                    <a:pt x="190524" y="266391"/>
                    <a:pt x="171236" y="252675"/>
                  </a:cubicBezTo>
                  <a:cubicBezTo>
                    <a:pt x="164806" y="247959"/>
                    <a:pt x="160092" y="241959"/>
                    <a:pt x="157091" y="235101"/>
                  </a:cubicBezTo>
                  <a:lnTo>
                    <a:pt x="115515" y="242388"/>
                  </a:lnTo>
                  <a:lnTo>
                    <a:pt x="34076" y="184952"/>
                  </a:lnTo>
                  <a:cubicBezTo>
                    <a:pt x="36647" y="196954"/>
                    <a:pt x="39219" y="208526"/>
                    <a:pt x="42220" y="220099"/>
                  </a:cubicBezTo>
                  <a:cubicBezTo>
                    <a:pt x="42648" y="222242"/>
                    <a:pt x="43506" y="224385"/>
                    <a:pt x="44363" y="226957"/>
                  </a:cubicBezTo>
                  <a:lnTo>
                    <a:pt x="545854" y="580144"/>
                  </a:lnTo>
                  <a:cubicBezTo>
                    <a:pt x="535567" y="530423"/>
                    <a:pt x="525280" y="481989"/>
                    <a:pt x="515422" y="4335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7763995" y="6684621"/>
              <a:ext cx="77152" cy="137160"/>
            </a:xfrm>
            <a:custGeom>
              <a:avLst/>
              <a:gdLst/>
              <a:ahLst/>
              <a:cxnLst/>
              <a:rect l="l" t="t" r="r" b="b"/>
              <a:pathLst>
                <a:path w="77152" h="137160" extrusionOk="0">
                  <a:moveTo>
                    <a:pt x="73509" y="86797"/>
                  </a:moveTo>
                  <a:cubicBezTo>
                    <a:pt x="67080" y="85939"/>
                    <a:pt x="61079" y="83367"/>
                    <a:pt x="55507" y="79510"/>
                  </a:cubicBezTo>
                  <a:lnTo>
                    <a:pt x="55507" y="79510"/>
                  </a:lnTo>
                  <a:cubicBezTo>
                    <a:pt x="38791" y="67937"/>
                    <a:pt x="33218" y="46077"/>
                    <a:pt x="40505" y="28075"/>
                  </a:cubicBezTo>
                  <a:cubicBezTo>
                    <a:pt x="34504" y="19931"/>
                    <a:pt x="28503" y="12216"/>
                    <a:pt x="22074" y="4929"/>
                  </a:cubicBezTo>
                  <a:cubicBezTo>
                    <a:pt x="21646" y="4072"/>
                    <a:pt x="20788" y="3643"/>
                    <a:pt x="20360" y="3215"/>
                  </a:cubicBezTo>
                  <a:lnTo>
                    <a:pt x="3215" y="27646"/>
                  </a:lnTo>
                  <a:lnTo>
                    <a:pt x="21646" y="134802"/>
                  </a:lnTo>
                  <a:cubicBezTo>
                    <a:pt x="28075" y="133945"/>
                    <a:pt x="34504" y="133088"/>
                    <a:pt x="40505" y="130516"/>
                  </a:cubicBezTo>
                  <a:cubicBezTo>
                    <a:pt x="52507" y="125373"/>
                    <a:pt x="67080" y="119800"/>
                    <a:pt x="72652" y="106942"/>
                  </a:cubicBezTo>
                  <a:cubicBezTo>
                    <a:pt x="75224" y="100084"/>
                    <a:pt x="74795" y="93226"/>
                    <a:pt x="73509" y="867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6748153" y="5507188"/>
              <a:ext cx="990123" cy="1337310"/>
            </a:xfrm>
            <a:custGeom>
              <a:avLst/>
              <a:gdLst/>
              <a:ahLst/>
              <a:cxnLst/>
              <a:rect l="l" t="t" r="r" b="b"/>
              <a:pathLst>
                <a:path w="990123" h="1337310" extrusionOk="0">
                  <a:moveTo>
                    <a:pt x="968478" y="1134356"/>
                  </a:moveTo>
                  <a:lnTo>
                    <a:pt x="968478" y="1134356"/>
                  </a:lnTo>
                  <a:cubicBezTo>
                    <a:pt x="953905" y="1129641"/>
                    <a:pt x="937189" y="1130070"/>
                    <a:pt x="926044" y="1118068"/>
                  </a:cubicBezTo>
                  <a:cubicBezTo>
                    <a:pt x="858750" y="1052060"/>
                    <a:pt x="794885" y="982194"/>
                    <a:pt x="734020" y="909757"/>
                  </a:cubicBezTo>
                  <a:cubicBezTo>
                    <a:pt x="693730" y="861322"/>
                    <a:pt x="653868" y="812030"/>
                    <a:pt x="624721" y="756309"/>
                  </a:cubicBezTo>
                  <a:cubicBezTo>
                    <a:pt x="620435" y="748594"/>
                    <a:pt x="616149" y="740450"/>
                    <a:pt x="612291" y="732306"/>
                  </a:cubicBezTo>
                  <a:cubicBezTo>
                    <a:pt x="605861" y="731449"/>
                    <a:pt x="599861" y="728877"/>
                    <a:pt x="594289" y="725019"/>
                  </a:cubicBezTo>
                  <a:cubicBezTo>
                    <a:pt x="575000" y="711304"/>
                    <a:pt x="569857" y="685157"/>
                    <a:pt x="583144" y="665869"/>
                  </a:cubicBezTo>
                  <a:cubicBezTo>
                    <a:pt x="576286" y="647867"/>
                    <a:pt x="570286" y="629436"/>
                    <a:pt x="564285" y="611005"/>
                  </a:cubicBezTo>
                  <a:lnTo>
                    <a:pt x="561713" y="611434"/>
                  </a:lnTo>
                  <a:lnTo>
                    <a:pt x="480274" y="553998"/>
                  </a:lnTo>
                  <a:lnTo>
                    <a:pt x="478560" y="544140"/>
                  </a:lnTo>
                  <a:lnTo>
                    <a:pt x="438269" y="309682"/>
                  </a:lnTo>
                  <a:lnTo>
                    <a:pt x="3215" y="3215"/>
                  </a:lnTo>
                  <a:cubicBezTo>
                    <a:pt x="13930" y="31933"/>
                    <a:pt x="25932" y="60222"/>
                    <a:pt x="38791" y="87654"/>
                  </a:cubicBezTo>
                  <a:lnTo>
                    <a:pt x="355116" y="310110"/>
                  </a:lnTo>
                  <a:lnTo>
                    <a:pt x="356830" y="318254"/>
                  </a:lnTo>
                  <a:lnTo>
                    <a:pt x="383405" y="472131"/>
                  </a:lnTo>
                  <a:cubicBezTo>
                    <a:pt x="398407" y="486704"/>
                    <a:pt x="401407" y="510278"/>
                    <a:pt x="388977" y="527852"/>
                  </a:cubicBezTo>
                  <a:cubicBezTo>
                    <a:pt x="375261" y="547140"/>
                    <a:pt x="348686" y="551855"/>
                    <a:pt x="329398" y="538139"/>
                  </a:cubicBezTo>
                  <a:cubicBezTo>
                    <a:pt x="310110" y="524423"/>
                    <a:pt x="305395" y="497848"/>
                    <a:pt x="319111" y="478560"/>
                  </a:cubicBezTo>
                  <a:cubicBezTo>
                    <a:pt x="325112" y="470416"/>
                    <a:pt x="333256" y="464844"/>
                    <a:pt x="342257" y="462272"/>
                  </a:cubicBezTo>
                  <a:lnTo>
                    <a:pt x="319968" y="333256"/>
                  </a:lnTo>
                  <a:lnTo>
                    <a:pt x="75652" y="161377"/>
                  </a:lnTo>
                  <a:cubicBezTo>
                    <a:pt x="85510" y="181094"/>
                    <a:pt x="95798" y="200811"/>
                    <a:pt x="106942" y="220099"/>
                  </a:cubicBezTo>
                  <a:cubicBezTo>
                    <a:pt x="131373" y="261676"/>
                    <a:pt x="158377" y="301538"/>
                    <a:pt x="183237" y="342686"/>
                  </a:cubicBezTo>
                  <a:cubicBezTo>
                    <a:pt x="187095" y="349115"/>
                    <a:pt x="191381" y="355973"/>
                    <a:pt x="195239" y="362403"/>
                  </a:cubicBezTo>
                  <a:cubicBezTo>
                    <a:pt x="208097" y="357259"/>
                    <a:pt x="223099" y="358545"/>
                    <a:pt x="235529" y="367117"/>
                  </a:cubicBezTo>
                  <a:cubicBezTo>
                    <a:pt x="254817" y="380833"/>
                    <a:pt x="259532" y="407408"/>
                    <a:pt x="245816" y="427125"/>
                  </a:cubicBezTo>
                  <a:cubicBezTo>
                    <a:pt x="242816" y="431411"/>
                    <a:pt x="239387" y="434411"/>
                    <a:pt x="235529" y="437412"/>
                  </a:cubicBezTo>
                  <a:cubicBezTo>
                    <a:pt x="241959" y="450699"/>
                    <a:pt x="248388" y="463987"/>
                    <a:pt x="254389" y="477703"/>
                  </a:cubicBezTo>
                  <a:cubicBezTo>
                    <a:pt x="286964" y="549283"/>
                    <a:pt x="317397" y="621721"/>
                    <a:pt x="343114" y="695873"/>
                  </a:cubicBezTo>
                  <a:cubicBezTo>
                    <a:pt x="349972" y="717304"/>
                    <a:pt x="357687" y="738307"/>
                    <a:pt x="359402" y="761024"/>
                  </a:cubicBezTo>
                  <a:cubicBezTo>
                    <a:pt x="359831" y="794456"/>
                    <a:pt x="331970" y="818460"/>
                    <a:pt x="325541" y="849749"/>
                  </a:cubicBezTo>
                  <a:cubicBezTo>
                    <a:pt x="325112" y="851035"/>
                    <a:pt x="325112" y="852321"/>
                    <a:pt x="324683" y="854035"/>
                  </a:cubicBezTo>
                  <a:lnTo>
                    <a:pt x="500420" y="823603"/>
                  </a:lnTo>
                  <a:cubicBezTo>
                    <a:pt x="501706" y="818460"/>
                    <a:pt x="504277" y="813316"/>
                    <a:pt x="507278" y="808601"/>
                  </a:cubicBezTo>
                  <a:cubicBezTo>
                    <a:pt x="520994" y="789313"/>
                    <a:pt x="547569" y="784170"/>
                    <a:pt x="566857" y="797886"/>
                  </a:cubicBezTo>
                  <a:cubicBezTo>
                    <a:pt x="586145" y="811601"/>
                    <a:pt x="591288" y="838605"/>
                    <a:pt x="577572" y="857893"/>
                  </a:cubicBezTo>
                  <a:cubicBezTo>
                    <a:pt x="563856" y="877181"/>
                    <a:pt x="536853" y="881896"/>
                    <a:pt x="517565" y="868180"/>
                  </a:cubicBezTo>
                  <a:cubicBezTo>
                    <a:pt x="511564" y="863894"/>
                    <a:pt x="507278" y="858322"/>
                    <a:pt x="504277" y="852321"/>
                  </a:cubicBezTo>
                  <a:lnTo>
                    <a:pt x="317397" y="884897"/>
                  </a:lnTo>
                  <a:cubicBezTo>
                    <a:pt x="312253" y="906756"/>
                    <a:pt x="307110" y="929045"/>
                    <a:pt x="304967" y="951762"/>
                  </a:cubicBezTo>
                  <a:cubicBezTo>
                    <a:pt x="302823" y="974908"/>
                    <a:pt x="303252" y="999339"/>
                    <a:pt x="314396" y="1020771"/>
                  </a:cubicBezTo>
                  <a:cubicBezTo>
                    <a:pt x="323826" y="1039202"/>
                    <a:pt x="343972" y="1047345"/>
                    <a:pt x="361974" y="1055061"/>
                  </a:cubicBezTo>
                  <a:cubicBezTo>
                    <a:pt x="392406" y="1066633"/>
                    <a:pt x="423696" y="1074777"/>
                    <a:pt x="455414" y="1081635"/>
                  </a:cubicBezTo>
                  <a:lnTo>
                    <a:pt x="442555" y="1007483"/>
                  </a:lnTo>
                  <a:cubicBezTo>
                    <a:pt x="436555" y="1006197"/>
                    <a:pt x="430125" y="1004054"/>
                    <a:pt x="424982" y="1000196"/>
                  </a:cubicBezTo>
                  <a:cubicBezTo>
                    <a:pt x="405693" y="986481"/>
                    <a:pt x="401407" y="959906"/>
                    <a:pt x="414695" y="940618"/>
                  </a:cubicBezTo>
                  <a:cubicBezTo>
                    <a:pt x="427982" y="921330"/>
                    <a:pt x="454985" y="916186"/>
                    <a:pt x="474273" y="929902"/>
                  </a:cubicBezTo>
                  <a:cubicBezTo>
                    <a:pt x="493562" y="943618"/>
                    <a:pt x="498705" y="970622"/>
                    <a:pt x="484989" y="989910"/>
                  </a:cubicBezTo>
                  <a:cubicBezTo>
                    <a:pt x="481132" y="995053"/>
                    <a:pt x="476417" y="999339"/>
                    <a:pt x="471273" y="1002339"/>
                  </a:cubicBezTo>
                  <a:lnTo>
                    <a:pt x="484989" y="1083350"/>
                  </a:lnTo>
                  <a:lnTo>
                    <a:pt x="485846" y="1088065"/>
                  </a:lnTo>
                  <a:cubicBezTo>
                    <a:pt x="510278" y="1092780"/>
                    <a:pt x="534710" y="1096637"/>
                    <a:pt x="559141" y="1101352"/>
                  </a:cubicBezTo>
                  <a:cubicBezTo>
                    <a:pt x="545425" y="1086779"/>
                    <a:pt x="543282" y="1064062"/>
                    <a:pt x="555284" y="1047345"/>
                  </a:cubicBezTo>
                  <a:cubicBezTo>
                    <a:pt x="569000" y="1028057"/>
                    <a:pt x="595574" y="1023342"/>
                    <a:pt x="615291" y="1037059"/>
                  </a:cubicBezTo>
                  <a:cubicBezTo>
                    <a:pt x="634579" y="1050774"/>
                    <a:pt x="639294" y="1077349"/>
                    <a:pt x="625578" y="1096637"/>
                  </a:cubicBezTo>
                  <a:cubicBezTo>
                    <a:pt x="620435" y="1103924"/>
                    <a:pt x="613577" y="1109496"/>
                    <a:pt x="605861" y="1112496"/>
                  </a:cubicBezTo>
                  <a:lnTo>
                    <a:pt x="620006" y="1142929"/>
                  </a:lnTo>
                  <a:cubicBezTo>
                    <a:pt x="630722" y="1151930"/>
                    <a:pt x="641437" y="1161360"/>
                    <a:pt x="651724" y="1170789"/>
                  </a:cubicBezTo>
                  <a:cubicBezTo>
                    <a:pt x="662011" y="1181505"/>
                    <a:pt x="672298" y="1192649"/>
                    <a:pt x="682157" y="1203793"/>
                  </a:cubicBezTo>
                  <a:lnTo>
                    <a:pt x="700587" y="1177647"/>
                  </a:lnTo>
                  <a:lnTo>
                    <a:pt x="664583" y="970193"/>
                  </a:lnTo>
                  <a:cubicBezTo>
                    <a:pt x="664154" y="969764"/>
                    <a:pt x="663726" y="969764"/>
                    <a:pt x="663297" y="969764"/>
                  </a:cubicBezTo>
                  <a:cubicBezTo>
                    <a:pt x="644009" y="956048"/>
                    <a:pt x="639294" y="929045"/>
                    <a:pt x="653010" y="909757"/>
                  </a:cubicBezTo>
                  <a:cubicBezTo>
                    <a:pt x="666726" y="890468"/>
                    <a:pt x="693301" y="886182"/>
                    <a:pt x="712589" y="899469"/>
                  </a:cubicBezTo>
                  <a:cubicBezTo>
                    <a:pt x="731877" y="912757"/>
                    <a:pt x="736592" y="939332"/>
                    <a:pt x="722876" y="959048"/>
                  </a:cubicBezTo>
                  <a:cubicBezTo>
                    <a:pt x="716018" y="968479"/>
                    <a:pt x="706160" y="974908"/>
                    <a:pt x="695444" y="976622"/>
                  </a:cubicBezTo>
                  <a:lnTo>
                    <a:pt x="730591" y="1178505"/>
                  </a:lnTo>
                  <a:lnTo>
                    <a:pt x="731877" y="1184505"/>
                  </a:lnTo>
                  <a:lnTo>
                    <a:pt x="702302" y="1226511"/>
                  </a:lnTo>
                  <a:cubicBezTo>
                    <a:pt x="715161" y="1241512"/>
                    <a:pt x="728020" y="1256086"/>
                    <a:pt x="741736" y="1270230"/>
                  </a:cubicBezTo>
                  <a:lnTo>
                    <a:pt x="742164" y="1269373"/>
                  </a:lnTo>
                  <a:lnTo>
                    <a:pt x="748165" y="1268516"/>
                  </a:lnTo>
                  <a:lnTo>
                    <a:pt x="821031" y="1255657"/>
                  </a:lnTo>
                  <a:cubicBezTo>
                    <a:pt x="822317" y="1250085"/>
                    <a:pt x="824460" y="1244513"/>
                    <a:pt x="828318" y="1239369"/>
                  </a:cubicBezTo>
                  <a:cubicBezTo>
                    <a:pt x="842034" y="1220081"/>
                    <a:pt x="868609" y="1215366"/>
                    <a:pt x="888325" y="1229082"/>
                  </a:cubicBezTo>
                  <a:cubicBezTo>
                    <a:pt x="907614" y="1242799"/>
                    <a:pt x="912328" y="1269373"/>
                    <a:pt x="898612" y="1288661"/>
                  </a:cubicBezTo>
                  <a:cubicBezTo>
                    <a:pt x="884896" y="1307949"/>
                    <a:pt x="858322" y="1312664"/>
                    <a:pt x="839034" y="1298948"/>
                  </a:cubicBezTo>
                  <a:cubicBezTo>
                    <a:pt x="833461" y="1295091"/>
                    <a:pt x="829175" y="1289947"/>
                    <a:pt x="826175" y="1284375"/>
                  </a:cubicBezTo>
                  <a:lnTo>
                    <a:pt x="767882" y="1294662"/>
                  </a:lnTo>
                  <a:cubicBezTo>
                    <a:pt x="767882" y="1294662"/>
                    <a:pt x="767882" y="1294662"/>
                    <a:pt x="767882" y="1294662"/>
                  </a:cubicBezTo>
                  <a:cubicBezTo>
                    <a:pt x="798314" y="1320380"/>
                    <a:pt x="840748" y="1317808"/>
                    <a:pt x="877610" y="1318236"/>
                  </a:cubicBezTo>
                  <a:cubicBezTo>
                    <a:pt x="902041" y="1320380"/>
                    <a:pt x="926473" y="1325094"/>
                    <a:pt x="949190" y="1334953"/>
                  </a:cubicBezTo>
                  <a:cubicBezTo>
                    <a:pt x="960334" y="1336667"/>
                    <a:pt x="972336" y="1336667"/>
                    <a:pt x="983909" y="1334095"/>
                  </a:cubicBezTo>
                  <a:lnTo>
                    <a:pt x="961192" y="1203793"/>
                  </a:lnTo>
                  <a:lnTo>
                    <a:pt x="959049" y="1192221"/>
                  </a:lnTo>
                  <a:lnTo>
                    <a:pt x="988624" y="1150215"/>
                  </a:lnTo>
                  <a:cubicBezTo>
                    <a:pt x="980908" y="1143357"/>
                    <a:pt x="976194" y="1136928"/>
                    <a:pt x="968478" y="11343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6772585" y="4305752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6755011" y="4044291"/>
              <a:ext cx="42862" cy="265747"/>
            </a:xfrm>
            <a:custGeom>
              <a:avLst/>
              <a:gdLst/>
              <a:ahLst/>
              <a:cxnLst/>
              <a:rect l="l" t="t" r="r" b="b"/>
              <a:pathLst>
                <a:path w="42862" h="265747" extrusionOk="0">
                  <a:moveTo>
                    <a:pt x="20788" y="264676"/>
                  </a:moveTo>
                  <a:cubicBezTo>
                    <a:pt x="28075" y="256103"/>
                    <a:pt x="35362" y="247531"/>
                    <a:pt x="42648" y="239387"/>
                  </a:cubicBezTo>
                  <a:lnTo>
                    <a:pt x="42648" y="43506"/>
                  </a:lnTo>
                  <a:lnTo>
                    <a:pt x="42648" y="40505"/>
                  </a:lnTo>
                  <a:cubicBezTo>
                    <a:pt x="40505" y="30647"/>
                    <a:pt x="38362" y="20788"/>
                    <a:pt x="36219" y="10930"/>
                  </a:cubicBezTo>
                  <a:cubicBezTo>
                    <a:pt x="35790" y="8358"/>
                    <a:pt x="34933" y="5787"/>
                    <a:pt x="34504" y="3215"/>
                  </a:cubicBezTo>
                  <a:lnTo>
                    <a:pt x="3215" y="34504"/>
                  </a:lnTo>
                  <a:lnTo>
                    <a:pt x="3215" y="258247"/>
                  </a:lnTo>
                  <a:cubicBezTo>
                    <a:pt x="8787" y="260390"/>
                    <a:pt x="14788" y="262533"/>
                    <a:pt x="20788" y="2646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5976628" y="3913132"/>
              <a:ext cx="38576" cy="55721"/>
            </a:xfrm>
            <a:custGeom>
              <a:avLst/>
              <a:gdLst/>
              <a:ahLst/>
              <a:cxnLst/>
              <a:rect l="l" t="t" r="r" b="b"/>
              <a:pathLst>
                <a:path w="38576" h="55721" extrusionOk="0">
                  <a:moveTo>
                    <a:pt x="22074" y="3215"/>
                  </a:moveTo>
                  <a:lnTo>
                    <a:pt x="3215" y="22074"/>
                  </a:lnTo>
                  <a:cubicBezTo>
                    <a:pt x="9215" y="32790"/>
                    <a:pt x="15216" y="43505"/>
                    <a:pt x="21646" y="53792"/>
                  </a:cubicBezTo>
                  <a:lnTo>
                    <a:pt x="39219" y="36219"/>
                  </a:lnTo>
                  <a:cubicBezTo>
                    <a:pt x="33218" y="25503"/>
                    <a:pt x="27646" y="14359"/>
                    <a:pt x="22074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42"/>
            <p:cNvSpPr/>
            <p:nvPr/>
          </p:nvSpPr>
          <p:spPr>
            <a:xfrm>
              <a:off x="5959912" y="3884414"/>
              <a:ext cx="30003" cy="34290"/>
            </a:xfrm>
            <a:custGeom>
              <a:avLst/>
              <a:gdLst/>
              <a:ahLst/>
              <a:cxnLst/>
              <a:rect l="l" t="t" r="r" b="b"/>
              <a:pathLst>
                <a:path w="30003" h="34290" extrusionOk="0">
                  <a:moveTo>
                    <a:pt x="26360" y="7929"/>
                  </a:moveTo>
                  <a:cubicBezTo>
                    <a:pt x="24217" y="6215"/>
                    <a:pt x="22074" y="4501"/>
                    <a:pt x="20360" y="3215"/>
                  </a:cubicBezTo>
                  <a:lnTo>
                    <a:pt x="3215" y="20360"/>
                  </a:lnTo>
                  <a:cubicBezTo>
                    <a:pt x="5358" y="24646"/>
                    <a:pt x="7930" y="28932"/>
                    <a:pt x="10073" y="33218"/>
                  </a:cubicBezTo>
                  <a:lnTo>
                    <a:pt x="29789" y="13502"/>
                  </a:lnTo>
                  <a:cubicBezTo>
                    <a:pt x="28075" y="11787"/>
                    <a:pt x="27218" y="10073"/>
                    <a:pt x="26360" y="79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42"/>
            <p:cNvSpPr/>
            <p:nvPr/>
          </p:nvSpPr>
          <p:spPr>
            <a:xfrm>
              <a:off x="6005346" y="3964996"/>
              <a:ext cx="30003" cy="38576"/>
            </a:xfrm>
            <a:custGeom>
              <a:avLst/>
              <a:gdLst/>
              <a:ahLst/>
              <a:cxnLst/>
              <a:rect l="l" t="t" r="r" b="b"/>
              <a:pathLst>
                <a:path w="30003" h="38576" extrusionOk="0">
                  <a:moveTo>
                    <a:pt x="19502" y="3215"/>
                  </a:moveTo>
                  <a:lnTo>
                    <a:pt x="19502" y="3215"/>
                  </a:lnTo>
                  <a:lnTo>
                    <a:pt x="3215" y="19502"/>
                  </a:lnTo>
                  <a:cubicBezTo>
                    <a:pt x="6644" y="25075"/>
                    <a:pt x="10073" y="30647"/>
                    <a:pt x="13502" y="36219"/>
                  </a:cubicBezTo>
                  <a:lnTo>
                    <a:pt x="28075" y="21646"/>
                  </a:lnTo>
                  <a:cubicBezTo>
                    <a:pt x="25503" y="15645"/>
                    <a:pt x="22503" y="9216"/>
                    <a:pt x="19502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42"/>
            <p:cNvSpPr/>
            <p:nvPr/>
          </p:nvSpPr>
          <p:spPr>
            <a:xfrm>
              <a:off x="6076926" y="4087154"/>
              <a:ext cx="8572" cy="12858"/>
            </a:xfrm>
            <a:custGeom>
              <a:avLst/>
              <a:gdLst/>
              <a:ahLst/>
              <a:cxnLst/>
              <a:rect l="l" t="t" r="r" b="b"/>
              <a:pathLst>
                <a:path w="8572" h="12858" extrusionOk="0">
                  <a:moveTo>
                    <a:pt x="3215" y="4501"/>
                  </a:moveTo>
                  <a:cubicBezTo>
                    <a:pt x="4501" y="6644"/>
                    <a:pt x="6215" y="8787"/>
                    <a:pt x="7501" y="10501"/>
                  </a:cubicBezTo>
                  <a:cubicBezTo>
                    <a:pt x="6644" y="7930"/>
                    <a:pt x="5358" y="5358"/>
                    <a:pt x="4501" y="3215"/>
                  </a:cubicBezTo>
                  <a:lnTo>
                    <a:pt x="3215" y="45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5932051" y="3848409"/>
              <a:ext cx="34290" cy="38576"/>
            </a:xfrm>
            <a:custGeom>
              <a:avLst/>
              <a:gdLst/>
              <a:ahLst/>
              <a:cxnLst/>
              <a:rect l="l" t="t" r="r" b="b"/>
              <a:pathLst>
                <a:path w="34290" h="38576" extrusionOk="0">
                  <a:moveTo>
                    <a:pt x="3215" y="3215"/>
                  </a:moveTo>
                  <a:cubicBezTo>
                    <a:pt x="9215" y="14788"/>
                    <a:pt x="14788" y="26789"/>
                    <a:pt x="21217" y="38362"/>
                  </a:cubicBezTo>
                  <a:lnTo>
                    <a:pt x="32790" y="26789"/>
                  </a:lnTo>
                  <a:cubicBezTo>
                    <a:pt x="22503" y="19074"/>
                    <a:pt x="12644" y="11359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6060210" y="4059293"/>
              <a:ext cx="12858" cy="17145"/>
            </a:xfrm>
            <a:custGeom>
              <a:avLst/>
              <a:gdLst/>
              <a:ahLst/>
              <a:cxnLst/>
              <a:rect l="l" t="t" r="r" b="b"/>
              <a:pathLst>
                <a:path w="12858" h="17145" extrusionOk="0">
                  <a:moveTo>
                    <a:pt x="3215" y="8787"/>
                  </a:moveTo>
                  <a:cubicBezTo>
                    <a:pt x="4929" y="11359"/>
                    <a:pt x="6644" y="13502"/>
                    <a:pt x="8358" y="16073"/>
                  </a:cubicBezTo>
                  <a:lnTo>
                    <a:pt x="12644" y="11787"/>
                  </a:lnTo>
                  <a:cubicBezTo>
                    <a:pt x="11359" y="8787"/>
                    <a:pt x="10073" y="6215"/>
                    <a:pt x="8787" y="3215"/>
                  </a:cubicBezTo>
                  <a:lnTo>
                    <a:pt x="3215" y="87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6026777" y="4002286"/>
              <a:ext cx="34290" cy="51435"/>
            </a:xfrm>
            <a:custGeom>
              <a:avLst/>
              <a:gdLst/>
              <a:ahLst/>
              <a:cxnLst/>
              <a:rect l="l" t="t" r="r" b="b"/>
              <a:pathLst>
                <a:path w="34290" h="51435" extrusionOk="0">
                  <a:moveTo>
                    <a:pt x="3215" y="15645"/>
                  </a:moveTo>
                  <a:lnTo>
                    <a:pt x="3215" y="15645"/>
                  </a:lnTo>
                  <a:cubicBezTo>
                    <a:pt x="10501" y="26789"/>
                    <a:pt x="18217" y="38362"/>
                    <a:pt x="25503" y="49506"/>
                  </a:cubicBezTo>
                  <a:lnTo>
                    <a:pt x="33647" y="41362"/>
                  </a:lnTo>
                  <a:cubicBezTo>
                    <a:pt x="27646" y="28504"/>
                    <a:pt x="21646" y="15645"/>
                    <a:pt x="15645" y="3215"/>
                  </a:cubicBezTo>
                  <a:lnTo>
                    <a:pt x="3215" y="15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5325546" y="5827800"/>
              <a:ext cx="317182" cy="120015"/>
            </a:xfrm>
            <a:custGeom>
              <a:avLst/>
              <a:gdLst/>
              <a:ahLst/>
              <a:cxnLst/>
              <a:rect l="l" t="t" r="r" b="b"/>
              <a:pathLst>
                <a:path w="317182" h="120015" extrusionOk="0">
                  <a:moveTo>
                    <a:pt x="315682" y="59793"/>
                  </a:moveTo>
                  <a:lnTo>
                    <a:pt x="83796" y="59793"/>
                  </a:lnTo>
                  <a:lnTo>
                    <a:pt x="79510" y="55507"/>
                  </a:lnTo>
                  <a:lnTo>
                    <a:pt x="26789" y="3215"/>
                  </a:lnTo>
                  <a:cubicBezTo>
                    <a:pt x="21646" y="5358"/>
                    <a:pt x="15645" y="6643"/>
                    <a:pt x="9644" y="6643"/>
                  </a:cubicBezTo>
                  <a:cubicBezTo>
                    <a:pt x="7501" y="6643"/>
                    <a:pt x="5358" y="6643"/>
                    <a:pt x="3215" y="6215"/>
                  </a:cubicBezTo>
                  <a:cubicBezTo>
                    <a:pt x="10930" y="43077"/>
                    <a:pt x="18645" y="79939"/>
                    <a:pt x="26360" y="117229"/>
                  </a:cubicBezTo>
                  <a:lnTo>
                    <a:pt x="198239" y="117229"/>
                  </a:lnTo>
                  <a:lnTo>
                    <a:pt x="271534" y="74795"/>
                  </a:lnTo>
                  <a:lnTo>
                    <a:pt x="274963" y="72652"/>
                  </a:lnTo>
                  <a:lnTo>
                    <a:pt x="313539" y="72652"/>
                  </a:lnTo>
                  <a:cubicBezTo>
                    <a:pt x="314397" y="68365"/>
                    <a:pt x="314825" y="64079"/>
                    <a:pt x="315682" y="59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5792319" y="-3215"/>
              <a:ext cx="390048" cy="30003"/>
            </a:xfrm>
            <a:custGeom>
              <a:avLst/>
              <a:gdLst/>
              <a:ahLst/>
              <a:cxnLst/>
              <a:rect l="l" t="t" r="r" b="b"/>
              <a:pathLst>
                <a:path w="390048" h="30003" extrusionOk="0">
                  <a:moveTo>
                    <a:pt x="388549" y="30218"/>
                  </a:moveTo>
                  <a:cubicBezTo>
                    <a:pt x="368832" y="20360"/>
                    <a:pt x="349115" y="11359"/>
                    <a:pt x="328541" y="3215"/>
                  </a:cubicBezTo>
                  <a:lnTo>
                    <a:pt x="55936" y="3215"/>
                  </a:lnTo>
                  <a:cubicBezTo>
                    <a:pt x="37933" y="11359"/>
                    <a:pt x="20360" y="19931"/>
                    <a:pt x="3215" y="30218"/>
                  </a:cubicBezTo>
                  <a:lnTo>
                    <a:pt x="388120" y="30218"/>
                  </a:lnTo>
                  <a:lnTo>
                    <a:pt x="388549" y="30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5710452" y="52935"/>
              <a:ext cx="625792" cy="248602"/>
            </a:xfrm>
            <a:custGeom>
              <a:avLst/>
              <a:gdLst/>
              <a:ahLst/>
              <a:cxnLst/>
              <a:rect l="l" t="t" r="r" b="b"/>
              <a:pathLst>
                <a:path w="625792" h="248602" extrusionOk="0">
                  <a:moveTo>
                    <a:pt x="427554" y="40076"/>
                  </a:moveTo>
                  <a:lnTo>
                    <a:pt x="427554" y="40076"/>
                  </a:lnTo>
                  <a:lnTo>
                    <a:pt x="433554" y="40076"/>
                  </a:lnTo>
                  <a:lnTo>
                    <a:pt x="579287" y="185809"/>
                  </a:lnTo>
                  <a:lnTo>
                    <a:pt x="576286" y="188809"/>
                  </a:lnTo>
                  <a:lnTo>
                    <a:pt x="580573" y="204668"/>
                  </a:lnTo>
                  <a:lnTo>
                    <a:pt x="624721" y="248817"/>
                  </a:lnTo>
                  <a:cubicBezTo>
                    <a:pt x="623435" y="226528"/>
                    <a:pt x="622149" y="204668"/>
                    <a:pt x="620863" y="182380"/>
                  </a:cubicBezTo>
                  <a:cubicBezTo>
                    <a:pt x="620006" y="174236"/>
                    <a:pt x="619578" y="165664"/>
                    <a:pt x="618292" y="157520"/>
                  </a:cubicBezTo>
                  <a:lnTo>
                    <a:pt x="463987" y="3215"/>
                  </a:lnTo>
                  <a:lnTo>
                    <a:pt x="40505" y="3215"/>
                  </a:lnTo>
                  <a:cubicBezTo>
                    <a:pt x="27218" y="13073"/>
                    <a:pt x="14788" y="23360"/>
                    <a:pt x="3215" y="34933"/>
                  </a:cubicBezTo>
                  <a:lnTo>
                    <a:pt x="7930" y="39648"/>
                  </a:lnTo>
                  <a:lnTo>
                    <a:pt x="427554" y="400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6188797" y="28932"/>
              <a:ext cx="124301" cy="124301"/>
            </a:xfrm>
            <a:custGeom>
              <a:avLst/>
              <a:gdLst/>
              <a:ahLst/>
              <a:cxnLst/>
              <a:rect l="l" t="t" r="r" b="b"/>
              <a:pathLst>
                <a:path w="124301" h="124301" extrusionOk="0">
                  <a:moveTo>
                    <a:pt x="93655" y="68794"/>
                  </a:moveTo>
                  <a:cubicBezTo>
                    <a:pt x="77367" y="46077"/>
                    <a:pt x="52507" y="31933"/>
                    <a:pt x="28932" y="17359"/>
                  </a:cubicBezTo>
                  <a:cubicBezTo>
                    <a:pt x="20360" y="12644"/>
                    <a:pt x="11787" y="7930"/>
                    <a:pt x="3215" y="3215"/>
                  </a:cubicBezTo>
                  <a:lnTo>
                    <a:pt x="121515" y="121944"/>
                  </a:lnTo>
                  <a:cubicBezTo>
                    <a:pt x="114229" y="103513"/>
                    <a:pt x="105656" y="85082"/>
                    <a:pt x="93655" y="687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5634156" y="106085"/>
              <a:ext cx="707231" cy="355758"/>
            </a:xfrm>
            <a:custGeom>
              <a:avLst/>
              <a:gdLst/>
              <a:ahLst/>
              <a:cxnLst/>
              <a:rect l="l" t="t" r="r" b="b"/>
              <a:pathLst>
                <a:path w="707231" h="355758" extrusionOk="0">
                  <a:moveTo>
                    <a:pt x="442127" y="100084"/>
                  </a:moveTo>
                  <a:lnTo>
                    <a:pt x="442127" y="100084"/>
                  </a:lnTo>
                  <a:lnTo>
                    <a:pt x="448556" y="100084"/>
                  </a:lnTo>
                  <a:lnTo>
                    <a:pt x="559999" y="211526"/>
                  </a:lnTo>
                  <a:lnTo>
                    <a:pt x="559570" y="217527"/>
                  </a:lnTo>
                  <a:lnTo>
                    <a:pt x="559570" y="306681"/>
                  </a:lnTo>
                  <a:lnTo>
                    <a:pt x="606719" y="353830"/>
                  </a:lnTo>
                  <a:lnTo>
                    <a:pt x="675727" y="353830"/>
                  </a:lnTo>
                  <a:cubicBezTo>
                    <a:pt x="680442" y="341400"/>
                    <a:pt x="685157" y="328970"/>
                    <a:pt x="689872" y="316968"/>
                  </a:cubicBezTo>
                  <a:cubicBezTo>
                    <a:pt x="694158" y="304538"/>
                    <a:pt x="705303" y="293822"/>
                    <a:pt x="704017" y="279678"/>
                  </a:cubicBezTo>
                  <a:cubicBezTo>
                    <a:pt x="703588" y="266390"/>
                    <a:pt x="703159" y="253103"/>
                    <a:pt x="702731" y="239816"/>
                  </a:cubicBezTo>
                  <a:lnTo>
                    <a:pt x="629865" y="166949"/>
                  </a:lnTo>
                  <a:lnTo>
                    <a:pt x="629007" y="163092"/>
                  </a:lnTo>
                  <a:lnTo>
                    <a:pt x="623007" y="142518"/>
                  </a:lnTo>
                  <a:lnTo>
                    <a:pt x="496991" y="16502"/>
                  </a:lnTo>
                  <a:lnTo>
                    <a:pt x="77367" y="16502"/>
                  </a:lnTo>
                  <a:lnTo>
                    <a:pt x="71366" y="16073"/>
                  </a:lnTo>
                  <a:lnTo>
                    <a:pt x="58507" y="3215"/>
                  </a:lnTo>
                  <a:cubicBezTo>
                    <a:pt x="50792" y="11787"/>
                    <a:pt x="43505" y="20788"/>
                    <a:pt x="37076" y="30218"/>
                  </a:cubicBezTo>
                  <a:lnTo>
                    <a:pt x="51649" y="44791"/>
                  </a:lnTo>
                  <a:lnTo>
                    <a:pt x="470416" y="44791"/>
                  </a:lnTo>
                  <a:lnTo>
                    <a:pt x="476845" y="44363"/>
                  </a:lnTo>
                  <a:lnTo>
                    <a:pt x="635437" y="202954"/>
                  </a:lnTo>
                  <a:lnTo>
                    <a:pt x="635008" y="209383"/>
                  </a:lnTo>
                  <a:lnTo>
                    <a:pt x="635437" y="229529"/>
                  </a:lnTo>
                  <a:cubicBezTo>
                    <a:pt x="650439" y="226528"/>
                    <a:pt x="666298" y="230386"/>
                    <a:pt x="677871" y="241530"/>
                  </a:cubicBezTo>
                  <a:cubicBezTo>
                    <a:pt x="695873" y="259532"/>
                    <a:pt x="695444" y="289536"/>
                    <a:pt x="677013" y="308396"/>
                  </a:cubicBezTo>
                  <a:cubicBezTo>
                    <a:pt x="658154" y="327255"/>
                    <a:pt x="628150" y="327684"/>
                    <a:pt x="609719" y="309682"/>
                  </a:cubicBezTo>
                  <a:cubicBezTo>
                    <a:pt x="593431" y="293394"/>
                    <a:pt x="592146" y="267248"/>
                    <a:pt x="606290" y="248388"/>
                  </a:cubicBezTo>
                  <a:lnTo>
                    <a:pt x="606290" y="214955"/>
                  </a:lnTo>
                  <a:lnTo>
                    <a:pt x="464844" y="73509"/>
                  </a:lnTo>
                  <a:lnTo>
                    <a:pt x="46077" y="74366"/>
                  </a:lnTo>
                  <a:lnTo>
                    <a:pt x="40076" y="74366"/>
                  </a:lnTo>
                  <a:lnTo>
                    <a:pt x="21217" y="55507"/>
                  </a:lnTo>
                  <a:cubicBezTo>
                    <a:pt x="14359" y="67508"/>
                    <a:pt x="8358" y="79510"/>
                    <a:pt x="3215" y="92369"/>
                  </a:cubicBezTo>
                  <a:lnTo>
                    <a:pt x="11359" y="100513"/>
                  </a:lnTo>
                  <a:lnTo>
                    <a:pt x="442127" y="1000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4348215" y="3099602"/>
              <a:ext cx="12858" cy="197167"/>
            </a:xfrm>
            <a:custGeom>
              <a:avLst/>
              <a:gdLst/>
              <a:ahLst/>
              <a:cxnLst/>
              <a:rect l="l" t="t" r="r" b="b"/>
              <a:pathLst>
                <a:path w="12858" h="197167" extrusionOk="0">
                  <a:moveTo>
                    <a:pt x="13568" y="193953"/>
                  </a:moveTo>
                  <a:lnTo>
                    <a:pt x="13568" y="3215"/>
                  </a:lnTo>
                  <a:cubicBezTo>
                    <a:pt x="13139" y="4929"/>
                    <a:pt x="12711" y="6215"/>
                    <a:pt x="12282" y="7929"/>
                  </a:cubicBezTo>
                  <a:cubicBezTo>
                    <a:pt x="-1434" y="69223"/>
                    <a:pt x="1567" y="132659"/>
                    <a:pt x="13568" y="1939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5618726" y="227386"/>
              <a:ext cx="690086" cy="295751"/>
            </a:xfrm>
            <a:custGeom>
              <a:avLst/>
              <a:gdLst/>
              <a:ahLst/>
              <a:cxnLst/>
              <a:rect l="l" t="t" r="r" b="b"/>
              <a:pathLst>
                <a:path w="690086" h="295751" extrusionOk="0">
                  <a:moveTo>
                    <a:pt x="432268" y="51221"/>
                  </a:moveTo>
                  <a:lnTo>
                    <a:pt x="432268" y="51221"/>
                  </a:lnTo>
                  <a:cubicBezTo>
                    <a:pt x="433554" y="51221"/>
                    <a:pt x="434840" y="51221"/>
                    <a:pt x="436126" y="51221"/>
                  </a:cubicBezTo>
                  <a:cubicBezTo>
                    <a:pt x="444270" y="52507"/>
                    <a:pt x="449842" y="59793"/>
                    <a:pt x="448556" y="67937"/>
                  </a:cubicBezTo>
                  <a:lnTo>
                    <a:pt x="510707" y="130088"/>
                  </a:lnTo>
                  <a:lnTo>
                    <a:pt x="511135" y="134374"/>
                  </a:lnTo>
                  <a:lnTo>
                    <a:pt x="510707" y="198239"/>
                  </a:lnTo>
                  <a:lnTo>
                    <a:pt x="605433" y="292965"/>
                  </a:lnTo>
                  <a:lnTo>
                    <a:pt x="688158" y="292537"/>
                  </a:lnTo>
                  <a:cubicBezTo>
                    <a:pt x="688158" y="288679"/>
                    <a:pt x="688158" y="284821"/>
                    <a:pt x="687729" y="281392"/>
                  </a:cubicBezTo>
                  <a:cubicBezTo>
                    <a:pt x="684300" y="275392"/>
                    <a:pt x="683014" y="268534"/>
                    <a:pt x="683443" y="262104"/>
                  </a:cubicBezTo>
                  <a:lnTo>
                    <a:pt x="610576" y="262104"/>
                  </a:lnTo>
                  <a:lnTo>
                    <a:pt x="546711" y="198239"/>
                  </a:lnTo>
                  <a:lnTo>
                    <a:pt x="546711" y="102656"/>
                  </a:lnTo>
                  <a:lnTo>
                    <a:pt x="452414" y="8358"/>
                  </a:lnTo>
                  <a:lnTo>
                    <a:pt x="21217" y="8787"/>
                  </a:lnTo>
                  <a:lnTo>
                    <a:pt x="14359" y="8787"/>
                  </a:lnTo>
                  <a:lnTo>
                    <a:pt x="8787" y="3215"/>
                  </a:lnTo>
                  <a:cubicBezTo>
                    <a:pt x="7072" y="10930"/>
                    <a:pt x="5786" y="18645"/>
                    <a:pt x="4929" y="26789"/>
                  </a:cubicBezTo>
                  <a:cubicBezTo>
                    <a:pt x="4072" y="33647"/>
                    <a:pt x="3643" y="40076"/>
                    <a:pt x="3215" y="46934"/>
                  </a:cubicBezTo>
                  <a:lnTo>
                    <a:pt x="4501" y="48220"/>
                  </a:lnTo>
                  <a:lnTo>
                    <a:pt x="432268" y="512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6528697" y="4706088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6528697" y="4684228"/>
              <a:ext cx="445770" cy="214312"/>
            </a:xfrm>
            <a:custGeom>
              <a:avLst/>
              <a:gdLst/>
              <a:ahLst/>
              <a:cxnLst/>
              <a:rect l="l" t="t" r="r" b="b"/>
              <a:pathLst>
                <a:path w="445770" h="214312" extrusionOk="0">
                  <a:moveTo>
                    <a:pt x="3215" y="25074"/>
                  </a:moveTo>
                  <a:lnTo>
                    <a:pt x="269820" y="212812"/>
                  </a:lnTo>
                  <a:lnTo>
                    <a:pt x="444699" y="182380"/>
                  </a:lnTo>
                  <a:cubicBezTo>
                    <a:pt x="442127" y="175951"/>
                    <a:pt x="439555" y="169950"/>
                    <a:pt x="436983" y="163521"/>
                  </a:cubicBezTo>
                  <a:cubicBezTo>
                    <a:pt x="435697" y="160091"/>
                    <a:pt x="434411" y="156663"/>
                    <a:pt x="433126" y="153233"/>
                  </a:cubicBezTo>
                  <a:lnTo>
                    <a:pt x="271963" y="181094"/>
                  </a:lnTo>
                  <a:lnTo>
                    <a:pt x="268105" y="181952"/>
                  </a:lnTo>
                  <a:lnTo>
                    <a:pt x="14787" y="3215"/>
                  </a:lnTo>
                  <a:cubicBezTo>
                    <a:pt x="10930" y="10502"/>
                    <a:pt x="6644" y="17788"/>
                    <a:pt x="3215" y="250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4407432" y="3495223"/>
              <a:ext cx="192881" cy="214312"/>
            </a:xfrm>
            <a:custGeom>
              <a:avLst/>
              <a:gdLst/>
              <a:ahLst/>
              <a:cxnLst/>
              <a:rect l="l" t="t" r="r" b="b"/>
              <a:pathLst>
                <a:path w="192881" h="214312" extrusionOk="0">
                  <a:moveTo>
                    <a:pt x="143375" y="164806"/>
                  </a:moveTo>
                  <a:lnTo>
                    <a:pt x="143375" y="164806"/>
                  </a:lnTo>
                  <a:lnTo>
                    <a:pt x="143375" y="25932"/>
                  </a:lnTo>
                  <a:lnTo>
                    <a:pt x="120658" y="3215"/>
                  </a:lnTo>
                  <a:lnTo>
                    <a:pt x="3215" y="3215"/>
                  </a:lnTo>
                  <a:cubicBezTo>
                    <a:pt x="11787" y="37076"/>
                    <a:pt x="21217" y="70509"/>
                    <a:pt x="31075" y="103942"/>
                  </a:cubicBezTo>
                  <a:lnTo>
                    <a:pt x="35790" y="99227"/>
                  </a:lnTo>
                  <a:cubicBezTo>
                    <a:pt x="31504" y="92797"/>
                    <a:pt x="28932" y="84653"/>
                    <a:pt x="28932" y="76081"/>
                  </a:cubicBezTo>
                  <a:cubicBezTo>
                    <a:pt x="28932" y="52507"/>
                    <a:pt x="47792" y="33647"/>
                    <a:pt x="71795" y="33647"/>
                  </a:cubicBezTo>
                  <a:cubicBezTo>
                    <a:pt x="95798" y="33647"/>
                    <a:pt x="115086" y="52507"/>
                    <a:pt x="115086" y="76081"/>
                  </a:cubicBezTo>
                  <a:cubicBezTo>
                    <a:pt x="115086" y="99655"/>
                    <a:pt x="95369" y="119372"/>
                    <a:pt x="71795" y="119372"/>
                  </a:cubicBezTo>
                  <a:cubicBezTo>
                    <a:pt x="67508" y="119372"/>
                    <a:pt x="63222" y="118515"/>
                    <a:pt x="59365" y="117229"/>
                  </a:cubicBezTo>
                  <a:lnTo>
                    <a:pt x="40505" y="136088"/>
                  </a:lnTo>
                  <a:cubicBezTo>
                    <a:pt x="45649" y="150233"/>
                    <a:pt x="55507" y="161806"/>
                    <a:pt x="68794" y="169093"/>
                  </a:cubicBezTo>
                  <a:cubicBezTo>
                    <a:pt x="106942" y="189238"/>
                    <a:pt x="148519" y="202097"/>
                    <a:pt x="190524" y="211955"/>
                  </a:cubicBezTo>
                  <a:lnTo>
                    <a:pt x="147233" y="168664"/>
                  </a:lnTo>
                  <a:lnTo>
                    <a:pt x="143375" y="16480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5620869" y="353401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5617011" y="301966"/>
              <a:ext cx="690086" cy="304323"/>
            </a:xfrm>
            <a:custGeom>
              <a:avLst/>
              <a:gdLst/>
              <a:ahLst/>
              <a:cxnLst/>
              <a:rect l="l" t="t" r="r" b="b"/>
              <a:pathLst>
                <a:path w="690086" h="304323" extrusionOk="0">
                  <a:moveTo>
                    <a:pt x="7072" y="54650"/>
                  </a:moveTo>
                  <a:lnTo>
                    <a:pt x="366689" y="54650"/>
                  </a:lnTo>
                  <a:cubicBezTo>
                    <a:pt x="369260" y="49506"/>
                    <a:pt x="371832" y="44363"/>
                    <a:pt x="376119" y="40076"/>
                  </a:cubicBezTo>
                  <a:cubicBezTo>
                    <a:pt x="394978" y="21217"/>
                    <a:pt x="424982" y="20788"/>
                    <a:pt x="442984" y="38791"/>
                  </a:cubicBezTo>
                  <a:cubicBezTo>
                    <a:pt x="460986" y="56793"/>
                    <a:pt x="460558" y="86797"/>
                    <a:pt x="441698" y="105656"/>
                  </a:cubicBezTo>
                  <a:cubicBezTo>
                    <a:pt x="422839" y="124516"/>
                    <a:pt x="393264" y="124944"/>
                    <a:pt x="374833" y="106942"/>
                  </a:cubicBezTo>
                  <a:cubicBezTo>
                    <a:pt x="368403" y="100513"/>
                    <a:pt x="364546" y="92369"/>
                    <a:pt x="362831" y="83796"/>
                  </a:cubicBezTo>
                  <a:lnTo>
                    <a:pt x="7930" y="83796"/>
                  </a:lnTo>
                  <a:cubicBezTo>
                    <a:pt x="8787" y="92369"/>
                    <a:pt x="9644" y="101370"/>
                    <a:pt x="10930" y="109942"/>
                  </a:cubicBezTo>
                  <a:lnTo>
                    <a:pt x="263390" y="109942"/>
                  </a:lnTo>
                  <a:lnTo>
                    <a:pt x="269391" y="109942"/>
                  </a:lnTo>
                  <a:lnTo>
                    <a:pt x="319969" y="160520"/>
                  </a:lnTo>
                  <a:lnTo>
                    <a:pt x="457557" y="160520"/>
                  </a:lnTo>
                  <a:lnTo>
                    <a:pt x="463987" y="160520"/>
                  </a:lnTo>
                  <a:lnTo>
                    <a:pt x="605433" y="301966"/>
                  </a:lnTo>
                  <a:cubicBezTo>
                    <a:pt x="607147" y="299395"/>
                    <a:pt x="609719" y="296823"/>
                    <a:pt x="612291" y="294251"/>
                  </a:cubicBezTo>
                  <a:cubicBezTo>
                    <a:pt x="630293" y="276249"/>
                    <a:pt x="658154" y="274963"/>
                    <a:pt x="676585" y="290822"/>
                  </a:cubicBezTo>
                  <a:cubicBezTo>
                    <a:pt x="680014" y="283107"/>
                    <a:pt x="683014" y="275392"/>
                    <a:pt x="684729" y="267248"/>
                  </a:cubicBezTo>
                  <a:cubicBezTo>
                    <a:pt x="686443" y="258247"/>
                    <a:pt x="688158" y="249245"/>
                    <a:pt x="689015" y="240244"/>
                  </a:cubicBezTo>
                  <a:lnTo>
                    <a:pt x="686872" y="238101"/>
                  </a:lnTo>
                  <a:lnTo>
                    <a:pt x="599004" y="238101"/>
                  </a:lnTo>
                  <a:lnTo>
                    <a:pt x="493133" y="132231"/>
                  </a:lnTo>
                  <a:lnTo>
                    <a:pt x="493133" y="128373"/>
                  </a:lnTo>
                  <a:lnTo>
                    <a:pt x="492705" y="64079"/>
                  </a:lnTo>
                  <a:lnTo>
                    <a:pt x="435269" y="6644"/>
                  </a:lnTo>
                  <a:cubicBezTo>
                    <a:pt x="434840" y="6644"/>
                    <a:pt x="434412" y="6644"/>
                    <a:pt x="433983" y="6215"/>
                  </a:cubicBezTo>
                  <a:lnTo>
                    <a:pt x="3215" y="3215"/>
                  </a:lnTo>
                  <a:cubicBezTo>
                    <a:pt x="3215" y="19931"/>
                    <a:pt x="4072" y="36219"/>
                    <a:pt x="5358" y="52935"/>
                  </a:cubicBezTo>
                  <a:lnTo>
                    <a:pt x="7072" y="54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6661571" y="4457915"/>
              <a:ext cx="210026" cy="137160"/>
            </a:xfrm>
            <a:custGeom>
              <a:avLst/>
              <a:gdLst/>
              <a:ahLst/>
              <a:cxnLst/>
              <a:rect l="l" t="t" r="r" b="b"/>
              <a:pathLst>
                <a:path w="210026" h="137160" extrusionOk="0">
                  <a:moveTo>
                    <a:pt x="3215" y="32361"/>
                  </a:moveTo>
                  <a:lnTo>
                    <a:pt x="152805" y="137374"/>
                  </a:lnTo>
                  <a:lnTo>
                    <a:pt x="208955" y="127944"/>
                  </a:lnTo>
                  <a:cubicBezTo>
                    <a:pt x="202954" y="115514"/>
                    <a:pt x="197382" y="103084"/>
                    <a:pt x="192238" y="90654"/>
                  </a:cubicBezTo>
                  <a:lnTo>
                    <a:pt x="162234" y="95798"/>
                  </a:lnTo>
                  <a:lnTo>
                    <a:pt x="156234" y="96655"/>
                  </a:lnTo>
                  <a:lnTo>
                    <a:pt x="23789" y="3215"/>
                  </a:lnTo>
                  <a:cubicBezTo>
                    <a:pt x="19502" y="8786"/>
                    <a:pt x="15645" y="14787"/>
                    <a:pt x="11358" y="20360"/>
                  </a:cubicBezTo>
                  <a:lnTo>
                    <a:pt x="11358" y="20360"/>
                  </a:lnTo>
                  <a:cubicBezTo>
                    <a:pt x="8358" y="25074"/>
                    <a:pt x="5786" y="28503"/>
                    <a:pt x="3215" y="323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6699290" y="4403479"/>
              <a:ext cx="145732" cy="120015"/>
            </a:xfrm>
            <a:custGeom>
              <a:avLst/>
              <a:gdLst/>
              <a:ahLst/>
              <a:cxnLst/>
              <a:rect l="l" t="t" r="r" b="b"/>
              <a:pathLst>
                <a:path w="145732" h="120015" extrusionOk="0">
                  <a:moveTo>
                    <a:pt x="3215" y="34076"/>
                  </a:moveTo>
                  <a:lnTo>
                    <a:pt x="125373" y="120230"/>
                  </a:lnTo>
                  <a:lnTo>
                    <a:pt x="145518" y="116800"/>
                  </a:lnTo>
                  <a:cubicBezTo>
                    <a:pt x="142518" y="105228"/>
                    <a:pt x="139946" y="93654"/>
                    <a:pt x="138660" y="82082"/>
                  </a:cubicBezTo>
                  <a:lnTo>
                    <a:pt x="26789" y="3215"/>
                  </a:lnTo>
                  <a:cubicBezTo>
                    <a:pt x="18645" y="13502"/>
                    <a:pt x="10930" y="23789"/>
                    <a:pt x="3215" y="340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6831735" y="4444627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6740438" y="4353758"/>
              <a:ext cx="98583" cy="94297"/>
            </a:xfrm>
            <a:custGeom>
              <a:avLst/>
              <a:gdLst/>
              <a:ahLst/>
              <a:cxnLst/>
              <a:rect l="l" t="t" r="r" b="b"/>
              <a:pathLst>
                <a:path w="98583" h="94297" extrusionOk="0">
                  <a:moveTo>
                    <a:pt x="94512" y="94083"/>
                  </a:moveTo>
                  <a:cubicBezTo>
                    <a:pt x="94512" y="81653"/>
                    <a:pt x="94512" y="69223"/>
                    <a:pt x="95369" y="57221"/>
                  </a:cubicBezTo>
                  <a:cubicBezTo>
                    <a:pt x="95369" y="55936"/>
                    <a:pt x="95369" y="54221"/>
                    <a:pt x="95369" y="52935"/>
                  </a:cubicBezTo>
                  <a:lnTo>
                    <a:pt x="25075" y="3215"/>
                  </a:lnTo>
                  <a:cubicBezTo>
                    <a:pt x="17788" y="12216"/>
                    <a:pt x="10501" y="21217"/>
                    <a:pt x="3215" y="30218"/>
                  </a:cubicBezTo>
                  <a:lnTo>
                    <a:pt x="94512" y="940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6571988" y="4607933"/>
              <a:ext cx="368617" cy="188595"/>
            </a:xfrm>
            <a:custGeom>
              <a:avLst/>
              <a:gdLst/>
              <a:ahLst/>
              <a:cxnLst/>
              <a:rect l="l" t="t" r="r" b="b"/>
              <a:pathLst>
                <a:path w="368617" h="188595" extrusionOk="0">
                  <a:moveTo>
                    <a:pt x="3215" y="22931"/>
                  </a:moveTo>
                  <a:lnTo>
                    <a:pt x="3215" y="22931"/>
                  </a:lnTo>
                  <a:lnTo>
                    <a:pt x="236387" y="187094"/>
                  </a:lnTo>
                  <a:lnTo>
                    <a:pt x="368403" y="164378"/>
                  </a:lnTo>
                  <a:cubicBezTo>
                    <a:pt x="365832" y="154948"/>
                    <a:pt x="362831" y="145089"/>
                    <a:pt x="360259" y="135659"/>
                  </a:cubicBezTo>
                  <a:lnTo>
                    <a:pt x="240673" y="156234"/>
                  </a:lnTo>
                  <a:lnTo>
                    <a:pt x="234244" y="157520"/>
                  </a:lnTo>
                  <a:lnTo>
                    <a:pt x="15216" y="3215"/>
                  </a:lnTo>
                  <a:cubicBezTo>
                    <a:pt x="10930" y="9644"/>
                    <a:pt x="7072" y="16502"/>
                    <a:pt x="3215" y="229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6629852" y="4510635"/>
              <a:ext cx="278606" cy="167163"/>
            </a:xfrm>
            <a:custGeom>
              <a:avLst/>
              <a:gdLst/>
              <a:ahLst/>
              <a:cxnLst/>
              <a:rect l="l" t="t" r="r" b="b"/>
              <a:pathLst>
                <a:path w="278606" h="167163" extrusionOk="0">
                  <a:moveTo>
                    <a:pt x="3215" y="26361"/>
                  </a:moveTo>
                  <a:lnTo>
                    <a:pt x="199525" y="164378"/>
                  </a:lnTo>
                  <a:lnTo>
                    <a:pt x="275820" y="151090"/>
                  </a:lnTo>
                  <a:cubicBezTo>
                    <a:pt x="274534" y="148090"/>
                    <a:pt x="273677" y="145089"/>
                    <a:pt x="272391" y="142518"/>
                  </a:cubicBezTo>
                  <a:cubicBezTo>
                    <a:pt x="266819" y="129231"/>
                    <a:pt x="260819" y="116372"/>
                    <a:pt x="254389" y="103085"/>
                  </a:cubicBezTo>
                  <a:lnTo>
                    <a:pt x="183666" y="114657"/>
                  </a:lnTo>
                  <a:lnTo>
                    <a:pt x="177665" y="115086"/>
                  </a:lnTo>
                  <a:lnTo>
                    <a:pt x="18645" y="3215"/>
                  </a:lnTo>
                  <a:cubicBezTo>
                    <a:pt x="13073" y="11359"/>
                    <a:pt x="7930" y="18645"/>
                    <a:pt x="3215" y="263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5355122" y="5926384"/>
              <a:ext cx="282892" cy="132873"/>
            </a:xfrm>
            <a:custGeom>
              <a:avLst/>
              <a:gdLst/>
              <a:ahLst/>
              <a:cxnLst/>
              <a:rect l="l" t="t" r="r" b="b"/>
              <a:pathLst>
                <a:path w="282892" h="132873" extrusionOk="0">
                  <a:moveTo>
                    <a:pt x="253960" y="3215"/>
                  </a:moveTo>
                  <a:lnTo>
                    <a:pt x="253960" y="3215"/>
                  </a:lnTo>
                  <a:lnTo>
                    <a:pt x="179808" y="46077"/>
                  </a:lnTo>
                  <a:lnTo>
                    <a:pt x="176808" y="47792"/>
                  </a:lnTo>
                  <a:lnTo>
                    <a:pt x="3215" y="47792"/>
                  </a:lnTo>
                  <a:cubicBezTo>
                    <a:pt x="8358" y="73080"/>
                    <a:pt x="13930" y="98369"/>
                    <a:pt x="19074" y="124087"/>
                  </a:cubicBezTo>
                  <a:cubicBezTo>
                    <a:pt x="19502" y="127087"/>
                    <a:pt x="20360" y="130516"/>
                    <a:pt x="21217" y="133517"/>
                  </a:cubicBezTo>
                  <a:lnTo>
                    <a:pt x="37076" y="106085"/>
                  </a:lnTo>
                  <a:lnTo>
                    <a:pt x="41362" y="98798"/>
                  </a:lnTo>
                  <a:lnTo>
                    <a:pt x="185809" y="98798"/>
                  </a:lnTo>
                  <a:lnTo>
                    <a:pt x="240673" y="44363"/>
                  </a:lnTo>
                  <a:lnTo>
                    <a:pt x="244959" y="40076"/>
                  </a:lnTo>
                  <a:lnTo>
                    <a:pt x="274106" y="40076"/>
                  </a:lnTo>
                  <a:cubicBezTo>
                    <a:pt x="275820" y="27646"/>
                    <a:pt x="277963" y="15645"/>
                    <a:pt x="279678" y="3215"/>
                  </a:cubicBezTo>
                  <a:lnTo>
                    <a:pt x="253960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2"/>
            <p:cNvSpPr/>
            <p:nvPr/>
          </p:nvSpPr>
          <p:spPr>
            <a:xfrm>
              <a:off x="6598991" y="4558641"/>
              <a:ext cx="325755" cy="175736"/>
            </a:xfrm>
            <a:custGeom>
              <a:avLst/>
              <a:gdLst/>
              <a:ahLst/>
              <a:cxnLst/>
              <a:rect l="l" t="t" r="r" b="b"/>
              <a:pathLst>
                <a:path w="325755" h="175736" extrusionOk="0">
                  <a:moveTo>
                    <a:pt x="3215" y="27218"/>
                  </a:moveTo>
                  <a:lnTo>
                    <a:pt x="3215" y="27218"/>
                  </a:lnTo>
                  <a:lnTo>
                    <a:pt x="214098" y="175522"/>
                  </a:lnTo>
                  <a:lnTo>
                    <a:pt x="324683" y="156234"/>
                  </a:lnTo>
                  <a:cubicBezTo>
                    <a:pt x="322112" y="147661"/>
                    <a:pt x="319540" y="139517"/>
                    <a:pt x="316540" y="131373"/>
                  </a:cubicBezTo>
                  <a:lnTo>
                    <a:pt x="229100" y="146375"/>
                  </a:lnTo>
                  <a:lnTo>
                    <a:pt x="223100" y="147661"/>
                  </a:lnTo>
                  <a:lnTo>
                    <a:pt x="17788" y="3215"/>
                  </a:lnTo>
                  <a:cubicBezTo>
                    <a:pt x="13073" y="11358"/>
                    <a:pt x="8358" y="19074"/>
                    <a:pt x="3215" y="272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2"/>
            <p:cNvSpPr/>
            <p:nvPr/>
          </p:nvSpPr>
          <p:spPr>
            <a:xfrm>
              <a:off x="6549700" y="4644795"/>
              <a:ext cx="407193" cy="201453"/>
            </a:xfrm>
            <a:custGeom>
              <a:avLst/>
              <a:gdLst/>
              <a:ahLst/>
              <a:cxnLst/>
              <a:rect l="l" t="t" r="r" b="b"/>
              <a:pathLst>
                <a:path w="407193" h="201453" extrusionOk="0">
                  <a:moveTo>
                    <a:pt x="3215" y="25503"/>
                  </a:moveTo>
                  <a:lnTo>
                    <a:pt x="251817" y="200811"/>
                  </a:lnTo>
                  <a:lnTo>
                    <a:pt x="404836" y="174236"/>
                  </a:lnTo>
                  <a:cubicBezTo>
                    <a:pt x="401836" y="164806"/>
                    <a:pt x="398836" y="155805"/>
                    <a:pt x="395835" y="146376"/>
                  </a:cubicBezTo>
                  <a:lnTo>
                    <a:pt x="257818" y="170378"/>
                  </a:lnTo>
                  <a:lnTo>
                    <a:pt x="253960" y="171235"/>
                  </a:lnTo>
                  <a:lnTo>
                    <a:pt x="15645" y="3215"/>
                  </a:lnTo>
                  <a:cubicBezTo>
                    <a:pt x="11787" y="10501"/>
                    <a:pt x="7501" y="18217"/>
                    <a:pt x="3215" y="255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42"/>
            <p:cNvSpPr/>
            <p:nvPr/>
          </p:nvSpPr>
          <p:spPr>
            <a:xfrm>
              <a:off x="6549700" y="4667083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42"/>
            <p:cNvSpPr/>
            <p:nvPr/>
          </p:nvSpPr>
          <p:spPr>
            <a:xfrm>
              <a:off x="5182814" y="2943154"/>
              <a:ext cx="21431" cy="34290"/>
            </a:xfrm>
            <a:custGeom>
              <a:avLst/>
              <a:gdLst/>
              <a:ahLst/>
              <a:cxnLst/>
              <a:rect l="l" t="t" r="r" b="b"/>
              <a:pathLst>
                <a:path w="21431" h="34290" extrusionOk="0">
                  <a:moveTo>
                    <a:pt x="3215" y="19074"/>
                  </a:moveTo>
                  <a:cubicBezTo>
                    <a:pt x="9215" y="23360"/>
                    <a:pt x="15645" y="27646"/>
                    <a:pt x="21646" y="31504"/>
                  </a:cubicBezTo>
                  <a:cubicBezTo>
                    <a:pt x="16502" y="22074"/>
                    <a:pt x="11359" y="12644"/>
                    <a:pt x="6215" y="3215"/>
                  </a:cubicBezTo>
                  <a:cubicBezTo>
                    <a:pt x="5358" y="8787"/>
                    <a:pt x="4072" y="13930"/>
                    <a:pt x="3215" y="190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2"/>
            <p:cNvSpPr/>
            <p:nvPr/>
          </p:nvSpPr>
          <p:spPr>
            <a:xfrm>
              <a:off x="5145953" y="3167324"/>
              <a:ext cx="8572" cy="25717"/>
            </a:xfrm>
            <a:custGeom>
              <a:avLst/>
              <a:gdLst/>
              <a:ahLst/>
              <a:cxnLst/>
              <a:rect l="l" t="t" r="r" b="b"/>
              <a:pathLst>
                <a:path w="8572" h="25717" extrusionOk="0">
                  <a:moveTo>
                    <a:pt x="3215" y="26360"/>
                  </a:moveTo>
                  <a:lnTo>
                    <a:pt x="3215" y="26360"/>
                  </a:lnTo>
                  <a:cubicBezTo>
                    <a:pt x="4501" y="25932"/>
                    <a:pt x="5358" y="25503"/>
                    <a:pt x="6644" y="25074"/>
                  </a:cubicBezTo>
                  <a:lnTo>
                    <a:pt x="6644" y="3215"/>
                  </a:lnTo>
                  <a:cubicBezTo>
                    <a:pt x="5358" y="10930"/>
                    <a:pt x="4501" y="18645"/>
                    <a:pt x="3215" y="26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2"/>
            <p:cNvSpPr/>
            <p:nvPr/>
          </p:nvSpPr>
          <p:spPr>
            <a:xfrm>
              <a:off x="5121092" y="2981730"/>
              <a:ext cx="124301" cy="402907"/>
            </a:xfrm>
            <a:custGeom>
              <a:avLst/>
              <a:gdLst/>
              <a:ahLst/>
              <a:cxnLst/>
              <a:rect l="l" t="t" r="r" b="b"/>
              <a:pathLst>
                <a:path w="124301" h="402907" extrusionOk="0">
                  <a:moveTo>
                    <a:pt x="3215" y="402264"/>
                  </a:moveTo>
                  <a:lnTo>
                    <a:pt x="3215" y="402264"/>
                  </a:lnTo>
                  <a:cubicBezTo>
                    <a:pt x="10073" y="387691"/>
                    <a:pt x="25075" y="377404"/>
                    <a:pt x="42220" y="377404"/>
                  </a:cubicBezTo>
                  <a:cubicBezTo>
                    <a:pt x="47363" y="377404"/>
                    <a:pt x="52507" y="378262"/>
                    <a:pt x="56793" y="379976"/>
                  </a:cubicBezTo>
                  <a:lnTo>
                    <a:pt x="122801" y="313968"/>
                  </a:lnTo>
                  <a:lnTo>
                    <a:pt x="122801" y="62365"/>
                  </a:lnTo>
                  <a:cubicBezTo>
                    <a:pt x="117658" y="53364"/>
                    <a:pt x="112514" y="44363"/>
                    <a:pt x="107371" y="35362"/>
                  </a:cubicBezTo>
                  <a:cubicBezTo>
                    <a:pt x="91940" y="24217"/>
                    <a:pt x="76510" y="13502"/>
                    <a:pt x="61079" y="3215"/>
                  </a:cubicBezTo>
                  <a:cubicBezTo>
                    <a:pt x="57650" y="21646"/>
                    <a:pt x="54650" y="40505"/>
                    <a:pt x="51649" y="59364"/>
                  </a:cubicBezTo>
                  <a:lnTo>
                    <a:pt x="51649" y="209812"/>
                  </a:lnTo>
                  <a:cubicBezTo>
                    <a:pt x="71366" y="213669"/>
                    <a:pt x="86368" y="231243"/>
                    <a:pt x="86368" y="252246"/>
                  </a:cubicBezTo>
                  <a:cubicBezTo>
                    <a:pt x="86368" y="275820"/>
                    <a:pt x="67080" y="295108"/>
                    <a:pt x="43077" y="295108"/>
                  </a:cubicBezTo>
                  <a:cubicBezTo>
                    <a:pt x="33647" y="295108"/>
                    <a:pt x="24646" y="292108"/>
                    <a:pt x="17359" y="286536"/>
                  </a:cubicBezTo>
                  <a:cubicBezTo>
                    <a:pt x="12644" y="325112"/>
                    <a:pt x="7501" y="363688"/>
                    <a:pt x="3215" y="4022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42"/>
            <p:cNvSpPr/>
            <p:nvPr/>
          </p:nvSpPr>
          <p:spPr>
            <a:xfrm>
              <a:off x="5138143" y="6692336"/>
              <a:ext cx="180022" cy="162877"/>
            </a:xfrm>
            <a:custGeom>
              <a:avLst/>
              <a:gdLst/>
              <a:ahLst/>
              <a:cxnLst/>
              <a:rect l="l" t="t" r="r" b="b"/>
              <a:pathLst>
                <a:path w="180022" h="162877" extrusionOk="0">
                  <a:moveTo>
                    <a:pt x="6309" y="46506"/>
                  </a:moveTo>
                  <a:cubicBezTo>
                    <a:pt x="308" y="61508"/>
                    <a:pt x="3737" y="79082"/>
                    <a:pt x="10595" y="94084"/>
                  </a:cubicBezTo>
                  <a:cubicBezTo>
                    <a:pt x="17882" y="88511"/>
                    <a:pt x="27312" y="85082"/>
                    <a:pt x="37170" y="85082"/>
                  </a:cubicBezTo>
                  <a:cubicBezTo>
                    <a:pt x="60745" y="85082"/>
                    <a:pt x="80033" y="104370"/>
                    <a:pt x="80033" y="127944"/>
                  </a:cubicBezTo>
                  <a:cubicBezTo>
                    <a:pt x="80033" y="133945"/>
                    <a:pt x="78747" y="139089"/>
                    <a:pt x="76604" y="144232"/>
                  </a:cubicBezTo>
                  <a:cubicBezTo>
                    <a:pt x="89462" y="146804"/>
                    <a:pt x="103607" y="141232"/>
                    <a:pt x="116037" y="147233"/>
                  </a:cubicBezTo>
                  <a:cubicBezTo>
                    <a:pt x="128039" y="152376"/>
                    <a:pt x="139612" y="163092"/>
                    <a:pt x="153756" y="158806"/>
                  </a:cubicBezTo>
                  <a:cubicBezTo>
                    <a:pt x="163615" y="154520"/>
                    <a:pt x="170044" y="145519"/>
                    <a:pt x="176902" y="137375"/>
                  </a:cubicBezTo>
                  <a:lnTo>
                    <a:pt x="42742" y="3215"/>
                  </a:lnTo>
                  <a:cubicBezTo>
                    <a:pt x="29455" y="16931"/>
                    <a:pt x="16168" y="30218"/>
                    <a:pt x="6309" y="465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42"/>
            <p:cNvSpPr/>
            <p:nvPr/>
          </p:nvSpPr>
          <p:spPr>
            <a:xfrm>
              <a:off x="5382125" y="5992821"/>
              <a:ext cx="248602" cy="214312"/>
            </a:xfrm>
            <a:custGeom>
              <a:avLst/>
              <a:gdLst/>
              <a:ahLst/>
              <a:cxnLst/>
              <a:rect l="l" t="t" r="r" b="b"/>
              <a:pathLst>
                <a:path w="248602" h="214312" extrusionOk="0">
                  <a:moveTo>
                    <a:pt x="157520" y="118943"/>
                  </a:moveTo>
                  <a:lnTo>
                    <a:pt x="238101" y="38362"/>
                  </a:lnTo>
                  <a:cubicBezTo>
                    <a:pt x="238959" y="30218"/>
                    <a:pt x="239816" y="21645"/>
                    <a:pt x="241102" y="13502"/>
                  </a:cubicBezTo>
                  <a:cubicBezTo>
                    <a:pt x="241530" y="10073"/>
                    <a:pt x="241959" y="6643"/>
                    <a:pt x="242387" y="3215"/>
                  </a:cubicBezTo>
                  <a:lnTo>
                    <a:pt x="229957" y="3215"/>
                  </a:lnTo>
                  <a:lnTo>
                    <a:pt x="174665" y="57650"/>
                  </a:lnTo>
                  <a:lnTo>
                    <a:pt x="170379" y="61936"/>
                  </a:lnTo>
                  <a:lnTo>
                    <a:pt x="31075" y="61936"/>
                  </a:lnTo>
                  <a:lnTo>
                    <a:pt x="3215" y="109942"/>
                  </a:lnTo>
                  <a:cubicBezTo>
                    <a:pt x="10501" y="143803"/>
                    <a:pt x="17359" y="178093"/>
                    <a:pt x="22074" y="212383"/>
                  </a:cubicBezTo>
                  <a:lnTo>
                    <a:pt x="22931" y="211526"/>
                  </a:lnTo>
                  <a:lnTo>
                    <a:pt x="27218" y="207240"/>
                  </a:lnTo>
                  <a:lnTo>
                    <a:pt x="247102" y="207240"/>
                  </a:lnTo>
                  <a:cubicBezTo>
                    <a:pt x="244102" y="184952"/>
                    <a:pt x="241530" y="162663"/>
                    <a:pt x="239816" y="139946"/>
                  </a:cubicBezTo>
                  <a:cubicBezTo>
                    <a:pt x="238530" y="120229"/>
                    <a:pt x="237244" y="100512"/>
                    <a:pt x="236815" y="81224"/>
                  </a:cubicBezTo>
                  <a:lnTo>
                    <a:pt x="151090" y="166949"/>
                  </a:lnTo>
                  <a:cubicBezTo>
                    <a:pt x="148519" y="169521"/>
                    <a:pt x="145090" y="170807"/>
                    <a:pt x="141661" y="171235"/>
                  </a:cubicBezTo>
                  <a:cubicBezTo>
                    <a:pt x="134803" y="175950"/>
                    <a:pt x="126230" y="178951"/>
                    <a:pt x="117658" y="178951"/>
                  </a:cubicBezTo>
                  <a:cubicBezTo>
                    <a:pt x="94083" y="178951"/>
                    <a:pt x="74795" y="159663"/>
                    <a:pt x="74795" y="136088"/>
                  </a:cubicBezTo>
                  <a:cubicBezTo>
                    <a:pt x="74795" y="112514"/>
                    <a:pt x="93655" y="93226"/>
                    <a:pt x="117658" y="93226"/>
                  </a:cubicBezTo>
                  <a:lnTo>
                    <a:pt x="117658" y="93226"/>
                  </a:lnTo>
                  <a:cubicBezTo>
                    <a:pt x="135231" y="92797"/>
                    <a:pt x="151090" y="103513"/>
                    <a:pt x="157520" y="118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42"/>
            <p:cNvSpPr/>
            <p:nvPr/>
          </p:nvSpPr>
          <p:spPr>
            <a:xfrm>
              <a:off x="5317831" y="6832926"/>
              <a:ext cx="21431" cy="21431"/>
            </a:xfrm>
            <a:custGeom>
              <a:avLst/>
              <a:gdLst/>
              <a:ahLst/>
              <a:cxnLst/>
              <a:rect l="l" t="t" r="r" b="b"/>
              <a:pathLst>
                <a:path w="21431" h="21431" extrusionOk="0">
                  <a:moveTo>
                    <a:pt x="11359" y="17359"/>
                  </a:moveTo>
                  <a:lnTo>
                    <a:pt x="11359" y="17359"/>
                  </a:lnTo>
                  <a:cubicBezTo>
                    <a:pt x="14359" y="18217"/>
                    <a:pt x="16931" y="19074"/>
                    <a:pt x="19931" y="19931"/>
                  </a:cubicBezTo>
                  <a:lnTo>
                    <a:pt x="3215" y="3215"/>
                  </a:lnTo>
                  <a:cubicBezTo>
                    <a:pt x="4072" y="9216"/>
                    <a:pt x="5358" y="14787"/>
                    <a:pt x="11359" y="173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5200388" y="6508028"/>
              <a:ext cx="428625" cy="351472"/>
            </a:xfrm>
            <a:custGeom>
              <a:avLst/>
              <a:gdLst/>
              <a:ahLst/>
              <a:cxnLst/>
              <a:rect l="l" t="t" r="r" b="b"/>
              <a:pathLst>
                <a:path w="428625" h="351472" extrusionOk="0">
                  <a:moveTo>
                    <a:pt x="227814" y="76939"/>
                  </a:moveTo>
                  <a:lnTo>
                    <a:pt x="227814" y="76939"/>
                  </a:lnTo>
                  <a:lnTo>
                    <a:pt x="223528" y="72652"/>
                  </a:lnTo>
                  <a:lnTo>
                    <a:pt x="154091" y="3215"/>
                  </a:lnTo>
                  <a:cubicBezTo>
                    <a:pt x="152376" y="4929"/>
                    <a:pt x="151090" y="7072"/>
                    <a:pt x="149376" y="8787"/>
                  </a:cubicBezTo>
                  <a:cubicBezTo>
                    <a:pt x="105227" y="59794"/>
                    <a:pt x="56364" y="105656"/>
                    <a:pt x="11359" y="155377"/>
                  </a:cubicBezTo>
                  <a:cubicBezTo>
                    <a:pt x="9215" y="160091"/>
                    <a:pt x="6644" y="164378"/>
                    <a:pt x="3215" y="168235"/>
                  </a:cubicBezTo>
                  <a:lnTo>
                    <a:pt x="184094" y="349972"/>
                  </a:lnTo>
                  <a:cubicBezTo>
                    <a:pt x="187952" y="349972"/>
                    <a:pt x="192238" y="349972"/>
                    <a:pt x="196096" y="349544"/>
                  </a:cubicBezTo>
                  <a:cubicBezTo>
                    <a:pt x="221813" y="348258"/>
                    <a:pt x="244959" y="334542"/>
                    <a:pt x="265962" y="320826"/>
                  </a:cubicBezTo>
                  <a:cubicBezTo>
                    <a:pt x="268105" y="319540"/>
                    <a:pt x="270248" y="317826"/>
                    <a:pt x="272391" y="316539"/>
                  </a:cubicBezTo>
                  <a:cubicBezTo>
                    <a:pt x="271105" y="312253"/>
                    <a:pt x="270248" y="307967"/>
                    <a:pt x="270248" y="303681"/>
                  </a:cubicBezTo>
                  <a:cubicBezTo>
                    <a:pt x="270248" y="280106"/>
                    <a:pt x="289536" y="260390"/>
                    <a:pt x="313111" y="260390"/>
                  </a:cubicBezTo>
                  <a:cubicBezTo>
                    <a:pt x="319111" y="260390"/>
                    <a:pt x="325112" y="261676"/>
                    <a:pt x="330256" y="264247"/>
                  </a:cubicBezTo>
                  <a:cubicBezTo>
                    <a:pt x="343543" y="243673"/>
                    <a:pt x="345686" y="217527"/>
                    <a:pt x="349115" y="193524"/>
                  </a:cubicBezTo>
                  <a:cubicBezTo>
                    <a:pt x="349972" y="184952"/>
                    <a:pt x="354687" y="177665"/>
                    <a:pt x="360259" y="171236"/>
                  </a:cubicBezTo>
                  <a:cubicBezTo>
                    <a:pt x="380405" y="167378"/>
                    <a:pt x="403122" y="170378"/>
                    <a:pt x="420696" y="157091"/>
                  </a:cubicBezTo>
                  <a:cubicBezTo>
                    <a:pt x="423267" y="155377"/>
                    <a:pt x="425839" y="153233"/>
                    <a:pt x="427982" y="150662"/>
                  </a:cubicBezTo>
                  <a:lnTo>
                    <a:pt x="353830" y="76939"/>
                  </a:lnTo>
                  <a:lnTo>
                    <a:pt x="227814" y="769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5269825" y="3049881"/>
              <a:ext cx="42862" cy="47148"/>
            </a:xfrm>
            <a:custGeom>
              <a:avLst/>
              <a:gdLst/>
              <a:ahLst/>
              <a:cxnLst/>
              <a:rect l="l" t="t" r="r" b="b"/>
              <a:pathLst>
                <a:path w="42862" h="47148" extrusionOk="0">
                  <a:moveTo>
                    <a:pt x="3215" y="3215"/>
                  </a:moveTo>
                  <a:cubicBezTo>
                    <a:pt x="11359" y="16931"/>
                    <a:pt x="19931" y="31075"/>
                    <a:pt x="28504" y="44791"/>
                  </a:cubicBezTo>
                  <a:lnTo>
                    <a:pt x="42648" y="30647"/>
                  </a:lnTo>
                  <a:cubicBezTo>
                    <a:pt x="30647" y="21217"/>
                    <a:pt x="18645" y="12216"/>
                    <a:pt x="6644" y="3215"/>
                  </a:cubicBez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4361140" y="2670119"/>
              <a:ext cx="501491" cy="1032986"/>
            </a:xfrm>
            <a:custGeom>
              <a:avLst/>
              <a:gdLst/>
              <a:ahLst/>
              <a:cxnLst/>
              <a:rect l="l" t="t" r="r" b="b"/>
              <a:pathLst>
                <a:path w="501491" h="1032986" extrusionOk="0">
                  <a:moveTo>
                    <a:pt x="337114" y="745593"/>
                  </a:moveTo>
                  <a:lnTo>
                    <a:pt x="337114" y="745593"/>
                  </a:lnTo>
                  <a:cubicBezTo>
                    <a:pt x="333685" y="742164"/>
                    <a:pt x="330684" y="738735"/>
                    <a:pt x="328113" y="734878"/>
                  </a:cubicBezTo>
                  <a:cubicBezTo>
                    <a:pt x="328113" y="735735"/>
                    <a:pt x="328113" y="737021"/>
                    <a:pt x="328113" y="737878"/>
                  </a:cubicBezTo>
                  <a:cubicBezTo>
                    <a:pt x="328113" y="761452"/>
                    <a:pt x="309253" y="780740"/>
                    <a:pt x="285679" y="780740"/>
                  </a:cubicBezTo>
                  <a:cubicBezTo>
                    <a:pt x="262104" y="780740"/>
                    <a:pt x="242387" y="761881"/>
                    <a:pt x="242387" y="737878"/>
                  </a:cubicBezTo>
                  <a:cubicBezTo>
                    <a:pt x="242387" y="728448"/>
                    <a:pt x="245388" y="719876"/>
                    <a:pt x="250531" y="713018"/>
                  </a:cubicBezTo>
                  <a:lnTo>
                    <a:pt x="194810" y="657296"/>
                  </a:lnTo>
                  <a:lnTo>
                    <a:pt x="190524" y="653010"/>
                  </a:lnTo>
                  <a:lnTo>
                    <a:pt x="190524" y="402264"/>
                  </a:lnTo>
                  <a:lnTo>
                    <a:pt x="138660" y="350401"/>
                  </a:lnTo>
                  <a:lnTo>
                    <a:pt x="134374" y="346115"/>
                  </a:lnTo>
                  <a:lnTo>
                    <a:pt x="134374" y="8787"/>
                  </a:lnTo>
                  <a:cubicBezTo>
                    <a:pt x="126659" y="7072"/>
                    <a:pt x="118943" y="5358"/>
                    <a:pt x="111228" y="3215"/>
                  </a:cubicBezTo>
                  <a:lnTo>
                    <a:pt x="111228" y="361117"/>
                  </a:lnTo>
                  <a:lnTo>
                    <a:pt x="141232" y="391120"/>
                  </a:lnTo>
                  <a:lnTo>
                    <a:pt x="146804" y="396692"/>
                  </a:lnTo>
                  <a:lnTo>
                    <a:pt x="146804" y="530852"/>
                  </a:lnTo>
                  <a:cubicBezTo>
                    <a:pt x="154519" y="538567"/>
                    <a:pt x="159234" y="549712"/>
                    <a:pt x="159234" y="561285"/>
                  </a:cubicBezTo>
                  <a:cubicBezTo>
                    <a:pt x="159234" y="584859"/>
                    <a:pt x="140375" y="603718"/>
                    <a:pt x="116372" y="603718"/>
                  </a:cubicBezTo>
                  <a:cubicBezTo>
                    <a:pt x="92797" y="603718"/>
                    <a:pt x="73081" y="584859"/>
                    <a:pt x="73081" y="561285"/>
                  </a:cubicBezTo>
                  <a:cubicBezTo>
                    <a:pt x="73081" y="540710"/>
                    <a:pt x="87654" y="523137"/>
                    <a:pt x="107371" y="519279"/>
                  </a:cubicBezTo>
                  <a:lnTo>
                    <a:pt x="107371" y="413409"/>
                  </a:lnTo>
                  <a:lnTo>
                    <a:pt x="77367" y="382976"/>
                  </a:lnTo>
                  <a:lnTo>
                    <a:pt x="71795" y="376976"/>
                  </a:lnTo>
                  <a:lnTo>
                    <a:pt x="71795" y="30647"/>
                  </a:lnTo>
                  <a:cubicBezTo>
                    <a:pt x="62794" y="90654"/>
                    <a:pt x="57650" y="151519"/>
                    <a:pt x="51221" y="211955"/>
                  </a:cubicBezTo>
                  <a:cubicBezTo>
                    <a:pt x="47792" y="249674"/>
                    <a:pt x="39219" y="286107"/>
                    <a:pt x="29361" y="322540"/>
                  </a:cubicBezTo>
                  <a:lnTo>
                    <a:pt x="29361" y="621721"/>
                  </a:lnTo>
                  <a:lnTo>
                    <a:pt x="104370" y="696730"/>
                  </a:lnTo>
                  <a:cubicBezTo>
                    <a:pt x="108228" y="695444"/>
                    <a:pt x="112514" y="695015"/>
                    <a:pt x="116372" y="695015"/>
                  </a:cubicBezTo>
                  <a:cubicBezTo>
                    <a:pt x="139946" y="695015"/>
                    <a:pt x="159234" y="714303"/>
                    <a:pt x="159234" y="737878"/>
                  </a:cubicBezTo>
                  <a:cubicBezTo>
                    <a:pt x="159234" y="761452"/>
                    <a:pt x="140375" y="780740"/>
                    <a:pt x="116372" y="780740"/>
                  </a:cubicBezTo>
                  <a:cubicBezTo>
                    <a:pt x="92369" y="780740"/>
                    <a:pt x="73081" y="761881"/>
                    <a:pt x="73081" y="737878"/>
                  </a:cubicBezTo>
                  <a:cubicBezTo>
                    <a:pt x="73081" y="729305"/>
                    <a:pt x="75652" y="721162"/>
                    <a:pt x="80367" y="714303"/>
                  </a:cubicBezTo>
                  <a:lnTo>
                    <a:pt x="4929" y="638437"/>
                  </a:lnTo>
                  <a:lnTo>
                    <a:pt x="3215" y="636722"/>
                  </a:lnTo>
                  <a:cubicBezTo>
                    <a:pt x="4501" y="643152"/>
                    <a:pt x="5786" y="649581"/>
                    <a:pt x="7501" y="656011"/>
                  </a:cubicBezTo>
                  <a:cubicBezTo>
                    <a:pt x="18645" y="704017"/>
                    <a:pt x="29789" y="751594"/>
                    <a:pt x="41791" y="799171"/>
                  </a:cubicBezTo>
                  <a:lnTo>
                    <a:pt x="178951" y="799171"/>
                  </a:lnTo>
                  <a:lnTo>
                    <a:pt x="183237" y="803458"/>
                  </a:lnTo>
                  <a:lnTo>
                    <a:pt x="218813" y="839033"/>
                  </a:lnTo>
                  <a:lnTo>
                    <a:pt x="218813" y="977479"/>
                  </a:lnTo>
                  <a:lnTo>
                    <a:pt x="271534" y="1030200"/>
                  </a:lnTo>
                  <a:cubicBezTo>
                    <a:pt x="297680" y="1028486"/>
                    <a:pt x="323826" y="1026771"/>
                    <a:pt x="350401" y="1024628"/>
                  </a:cubicBezTo>
                  <a:cubicBezTo>
                    <a:pt x="357688" y="1023342"/>
                    <a:pt x="366689" y="1022913"/>
                    <a:pt x="371832" y="1016484"/>
                  </a:cubicBezTo>
                  <a:cubicBezTo>
                    <a:pt x="375261" y="1006626"/>
                    <a:pt x="370546" y="996339"/>
                    <a:pt x="371404" y="986480"/>
                  </a:cubicBezTo>
                  <a:cubicBezTo>
                    <a:pt x="395407" y="983480"/>
                    <a:pt x="419410" y="990767"/>
                    <a:pt x="443413" y="987766"/>
                  </a:cubicBezTo>
                  <a:cubicBezTo>
                    <a:pt x="451128" y="981766"/>
                    <a:pt x="451128" y="972336"/>
                    <a:pt x="449413" y="962906"/>
                  </a:cubicBezTo>
                  <a:lnTo>
                    <a:pt x="337971" y="962906"/>
                  </a:lnTo>
                  <a:lnTo>
                    <a:pt x="335399" y="959906"/>
                  </a:lnTo>
                  <a:lnTo>
                    <a:pt x="311825" y="936331"/>
                  </a:lnTo>
                  <a:cubicBezTo>
                    <a:pt x="304967" y="941475"/>
                    <a:pt x="296394" y="944475"/>
                    <a:pt x="286964" y="944475"/>
                  </a:cubicBezTo>
                  <a:cubicBezTo>
                    <a:pt x="263390" y="944475"/>
                    <a:pt x="244102" y="924758"/>
                    <a:pt x="244102" y="901184"/>
                  </a:cubicBezTo>
                  <a:cubicBezTo>
                    <a:pt x="244102" y="877610"/>
                    <a:pt x="263390" y="858750"/>
                    <a:pt x="286964" y="858750"/>
                  </a:cubicBezTo>
                  <a:cubicBezTo>
                    <a:pt x="310539" y="858750"/>
                    <a:pt x="329827" y="877610"/>
                    <a:pt x="329827" y="901184"/>
                  </a:cubicBezTo>
                  <a:cubicBezTo>
                    <a:pt x="329827" y="908471"/>
                    <a:pt x="328113" y="915757"/>
                    <a:pt x="324683" y="921758"/>
                  </a:cubicBezTo>
                  <a:lnTo>
                    <a:pt x="346115" y="943189"/>
                  </a:lnTo>
                  <a:lnTo>
                    <a:pt x="441270" y="943189"/>
                  </a:lnTo>
                  <a:cubicBezTo>
                    <a:pt x="429697" y="930331"/>
                    <a:pt x="408694" y="929902"/>
                    <a:pt x="393692" y="921330"/>
                  </a:cubicBezTo>
                  <a:cubicBezTo>
                    <a:pt x="379119" y="912757"/>
                    <a:pt x="364546" y="902470"/>
                    <a:pt x="353401" y="889611"/>
                  </a:cubicBezTo>
                  <a:cubicBezTo>
                    <a:pt x="393692" y="906328"/>
                    <a:pt x="435697" y="926044"/>
                    <a:pt x="480703" y="920901"/>
                  </a:cubicBezTo>
                  <a:cubicBezTo>
                    <a:pt x="494848" y="917043"/>
                    <a:pt x="498277" y="900755"/>
                    <a:pt x="498277" y="887897"/>
                  </a:cubicBezTo>
                  <a:lnTo>
                    <a:pt x="463558" y="853178"/>
                  </a:lnTo>
                  <a:cubicBezTo>
                    <a:pt x="417695" y="821460"/>
                    <a:pt x="375261" y="785455"/>
                    <a:pt x="337114" y="745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4789765" y="3260765"/>
              <a:ext cx="85725" cy="222885"/>
            </a:xfrm>
            <a:custGeom>
              <a:avLst/>
              <a:gdLst/>
              <a:ahLst/>
              <a:cxnLst/>
              <a:rect l="l" t="t" r="r" b="b"/>
              <a:pathLst>
                <a:path w="85725" h="222885" extrusionOk="0">
                  <a:moveTo>
                    <a:pt x="49506" y="175951"/>
                  </a:moveTo>
                  <a:lnTo>
                    <a:pt x="49506" y="73081"/>
                  </a:lnTo>
                  <a:cubicBezTo>
                    <a:pt x="35362" y="49078"/>
                    <a:pt x="19931" y="25932"/>
                    <a:pt x="3215" y="3215"/>
                  </a:cubicBezTo>
                  <a:lnTo>
                    <a:pt x="3215" y="172950"/>
                  </a:lnTo>
                  <a:cubicBezTo>
                    <a:pt x="7072" y="181094"/>
                    <a:pt x="11359" y="189238"/>
                    <a:pt x="16502" y="196524"/>
                  </a:cubicBezTo>
                  <a:cubicBezTo>
                    <a:pt x="25932" y="207669"/>
                    <a:pt x="40934" y="210241"/>
                    <a:pt x="53364" y="216241"/>
                  </a:cubicBezTo>
                  <a:cubicBezTo>
                    <a:pt x="60222" y="218813"/>
                    <a:pt x="67080" y="223099"/>
                    <a:pt x="74366" y="221385"/>
                  </a:cubicBezTo>
                  <a:cubicBezTo>
                    <a:pt x="78653" y="219242"/>
                    <a:pt x="82082" y="215813"/>
                    <a:pt x="84225" y="211526"/>
                  </a:cubicBezTo>
                  <a:lnTo>
                    <a:pt x="52078" y="179379"/>
                  </a:lnTo>
                  <a:lnTo>
                    <a:pt x="49506" y="1759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4522732" y="2682978"/>
              <a:ext cx="252888" cy="715803"/>
            </a:xfrm>
            <a:custGeom>
              <a:avLst/>
              <a:gdLst/>
              <a:ahLst/>
              <a:cxnLst/>
              <a:rect l="l" t="t" r="r" b="b"/>
              <a:pathLst>
                <a:path w="252888" h="715803" extrusionOk="0">
                  <a:moveTo>
                    <a:pt x="84225" y="361974"/>
                  </a:moveTo>
                  <a:lnTo>
                    <a:pt x="84225" y="361974"/>
                  </a:lnTo>
                  <a:cubicBezTo>
                    <a:pt x="103942" y="299823"/>
                    <a:pt x="124516" y="236815"/>
                    <a:pt x="157091" y="179808"/>
                  </a:cubicBezTo>
                  <a:cubicBezTo>
                    <a:pt x="171236" y="154519"/>
                    <a:pt x="185809" y="129659"/>
                    <a:pt x="200382" y="105227"/>
                  </a:cubicBezTo>
                  <a:lnTo>
                    <a:pt x="200382" y="65794"/>
                  </a:lnTo>
                  <a:cubicBezTo>
                    <a:pt x="166521" y="53364"/>
                    <a:pt x="132659" y="41362"/>
                    <a:pt x="98369" y="30647"/>
                  </a:cubicBezTo>
                  <a:cubicBezTo>
                    <a:pt x="92369" y="34076"/>
                    <a:pt x="85511" y="35790"/>
                    <a:pt x="78224" y="35790"/>
                  </a:cubicBezTo>
                  <a:cubicBezTo>
                    <a:pt x="61936" y="35790"/>
                    <a:pt x="48220" y="26789"/>
                    <a:pt x="40934" y="13502"/>
                  </a:cubicBezTo>
                  <a:cubicBezTo>
                    <a:pt x="28504" y="10073"/>
                    <a:pt x="15645" y="6644"/>
                    <a:pt x="3215" y="3215"/>
                  </a:cubicBezTo>
                  <a:lnTo>
                    <a:pt x="3215" y="321255"/>
                  </a:lnTo>
                  <a:lnTo>
                    <a:pt x="55078" y="372690"/>
                  </a:lnTo>
                  <a:lnTo>
                    <a:pt x="59365" y="376976"/>
                  </a:lnTo>
                  <a:lnTo>
                    <a:pt x="59365" y="627721"/>
                  </a:lnTo>
                  <a:lnTo>
                    <a:pt x="114657" y="683014"/>
                  </a:lnTo>
                  <a:cubicBezTo>
                    <a:pt x="118086" y="682157"/>
                    <a:pt x="121087" y="681728"/>
                    <a:pt x="124944" y="681728"/>
                  </a:cubicBezTo>
                  <a:cubicBezTo>
                    <a:pt x="134374" y="681728"/>
                    <a:pt x="142946" y="684728"/>
                    <a:pt x="149804" y="689872"/>
                  </a:cubicBezTo>
                  <a:cubicBezTo>
                    <a:pt x="149376" y="688586"/>
                    <a:pt x="148947" y="687300"/>
                    <a:pt x="148519" y="686014"/>
                  </a:cubicBezTo>
                  <a:cubicBezTo>
                    <a:pt x="147233" y="681300"/>
                    <a:pt x="145947" y="673584"/>
                    <a:pt x="152376" y="671870"/>
                  </a:cubicBezTo>
                  <a:cubicBezTo>
                    <a:pt x="169521" y="667583"/>
                    <a:pt x="187095" y="668869"/>
                    <a:pt x="204240" y="671441"/>
                  </a:cubicBezTo>
                  <a:cubicBezTo>
                    <a:pt x="211098" y="680871"/>
                    <a:pt x="221385" y="686443"/>
                    <a:pt x="228671" y="695873"/>
                  </a:cubicBezTo>
                  <a:cubicBezTo>
                    <a:pt x="235529" y="703588"/>
                    <a:pt x="244102" y="709160"/>
                    <a:pt x="251389" y="716447"/>
                  </a:cubicBezTo>
                  <a:lnTo>
                    <a:pt x="251389" y="554855"/>
                  </a:lnTo>
                  <a:cubicBezTo>
                    <a:pt x="233815" y="534281"/>
                    <a:pt x="213241" y="517136"/>
                    <a:pt x="190524" y="502991"/>
                  </a:cubicBezTo>
                  <a:lnTo>
                    <a:pt x="163520" y="529995"/>
                  </a:lnTo>
                  <a:cubicBezTo>
                    <a:pt x="166092" y="535567"/>
                    <a:pt x="167378" y="541996"/>
                    <a:pt x="167378" y="548426"/>
                  </a:cubicBezTo>
                  <a:cubicBezTo>
                    <a:pt x="167378" y="572000"/>
                    <a:pt x="148519" y="590859"/>
                    <a:pt x="124944" y="590859"/>
                  </a:cubicBezTo>
                  <a:cubicBezTo>
                    <a:pt x="101370" y="590859"/>
                    <a:pt x="81653" y="572000"/>
                    <a:pt x="81653" y="548426"/>
                  </a:cubicBezTo>
                  <a:cubicBezTo>
                    <a:pt x="81653" y="524851"/>
                    <a:pt x="100941" y="505563"/>
                    <a:pt x="124944" y="505563"/>
                  </a:cubicBezTo>
                  <a:cubicBezTo>
                    <a:pt x="135231" y="505563"/>
                    <a:pt x="144232" y="508992"/>
                    <a:pt x="151519" y="514993"/>
                  </a:cubicBezTo>
                  <a:lnTo>
                    <a:pt x="173379" y="493133"/>
                  </a:lnTo>
                  <a:cubicBezTo>
                    <a:pt x="159234" y="485418"/>
                    <a:pt x="144232" y="479417"/>
                    <a:pt x="128802" y="474273"/>
                  </a:cubicBezTo>
                  <a:cubicBezTo>
                    <a:pt x="112085" y="468273"/>
                    <a:pt x="94083" y="471273"/>
                    <a:pt x="76938" y="469130"/>
                  </a:cubicBezTo>
                  <a:cubicBezTo>
                    <a:pt x="69652" y="468273"/>
                    <a:pt x="62794" y="462701"/>
                    <a:pt x="64937" y="454557"/>
                  </a:cubicBezTo>
                  <a:cubicBezTo>
                    <a:pt x="65794" y="422838"/>
                    <a:pt x="75652" y="392406"/>
                    <a:pt x="84225" y="3619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42"/>
            <p:cNvSpPr/>
            <p:nvPr/>
          </p:nvSpPr>
          <p:spPr>
            <a:xfrm>
              <a:off x="4855345" y="3372207"/>
              <a:ext cx="12858" cy="64293"/>
            </a:xfrm>
            <a:custGeom>
              <a:avLst/>
              <a:gdLst/>
              <a:ahLst/>
              <a:cxnLst/>
              <a:rect l="l" t="t" r="r" b="b"/>
              <a:pathLst>
                <a:path w="12858" h="64293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56793"/>
                  </a:lnTo>
                  <a:lnTo>
                    <a:pt x="9644" y="63222"/>
                  </a:lnTo>
                  <a:cubicBezTo>
                    <a:pt x="7501" y="56793"/>
                    <a:pt x="6215" y="49935"/>
                    <a:pt x="6215" y="42648"/>
                  </a:cubicBezTo>
                  <a:cubicBezTo>
                    <a:pt x="6215" y="29361"/>
                    <a:pt x="6215" y="16073"/>
                    <a:pt x="3215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42"/>
            <p:cNvSpPr/>
            <p:nvPr/>
          </p:nvSpPr>
          <p:spPr>
            <a:xfrm>
              <a:off x="4870775" y="1471255"/>
              <a:ext cx="4286" cy="4286"/>
            </a:xfrm>
            <a:custGeom>
              <a:avLst/>
              <a:gdLst/>
              <a:ahLst/>
              <a:cxnLst/>
              <a:rect l="l" t="t" r="r" b="b"/>
              <a:pathLst>
                <a:path w="4286" h="4286" extrusionOk="0">
                  <a:moveTo>
                    <a:pt x="3215" y="3215"/>
                  </a:moveTo>
                  <a:lnTo>
                    <a:pt x="3215" y="3215"/>
                  </a:lnTo>
                  <a:lnTo>
                    <a:pt x="3215" y="32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42"/>
            <p:cNvSpPr/>
            <p:nvPr/>
          </p:nvSpPr>
          <p:spPr>
            <a:xfrm>
              <a:off x="4440864" y="1471255"/>
              <a:ext cx="501491" cy="1268730"/>
            </a:xfrm>
            <a:custGeom>
              <a:avLst/>
              <a:gdLst/>
              <a:ahLst/>
              <a:cxnLst/>
              <a:rect l="l" t="t" r="r" b="b"/>
              <a:pathLst>
                <a:path w="501491" h="1268730" extrusionOk="0">
                  <a:moveTo>
                    <a:pt x="433126" y="3215"/>
                  </a:moveTo>
                  <a:cubicBezTo>
                    <a:pt x="425839" y="25503"/>
                    <a:pt x="419838" y="47792"/>
                    <a:pt x="416838" y="70509"/>
                  </a:cubicBezTo>
                  <a:cubicBezTo>
                    <a:pt x="408694" y="124087"/>
                    <a:pt x="408694" y="178094"/>
                    <a:pt x="405694" y="232100"/>
                  </a:cubicBezTo>
                  <a:cubicBezTo>
                    <a:pt x="403979" y="267248"/>
                    <a:pt x="401407" y="302824"/>
                    <a:pt x="389406" y="336256"/>
                  </a:cubicBezTo>
                  <a:cubicBezTo>
                    <a:pt x="373547" y="383405"/>
                    <a:pt x="343114" y="422839"/>
                    <a:pt x="322969" y="468273"/>
                  </a:cubicBezTo>
                  <a:cubicBezTo>
                    <a:pt x="290822" y="540710"/>
                    <a:pt x="276249" y="620435"/>
                    <a:pt x="238101" y="690301"/>
                  </a:cubicBezTo>
                  <a:cubicBezTo>
                    <a:pt x="222242" y="719018"/>
                    <a:pt x="204240" y="746022"/>
                    <a:pt x="186666" y="773454"/>
                  </a:cubicBezTo>
                  <a:cubicBezTo>
                    <a:pt x="142946" y="840748"/>
                    <a:pt x="99227" y="908471"/>
                    <a:pt x="64937" y="981337"/>
                  </a:cubicBezTo>
                  <a:cubicBezTo>
                    <a:pt x="38791" y="1035772"/>
                    <a:pt x="19931" y="1093637"/>
                    <a:pt x="7501" y="1152358"/>
                  </a:cubicBezTo>
                  <a:cubicBezTo>
                    <a:pt x="6215" y="1158788"/>
                    <a:pt x="4501" y="1165646"/>
                    <a:pt x="3215" y="1172075"/>
                  </a:cubicBezTo>
                  <a:cubicBezTo>
                    <a:pt x="109514" y="1195221"/>
                    <a:pt x="213241" y="1226939"/>
                    <a:pt x="313539" y="1265944"/>
                  </a:cubicBezTo>
                  <a:cubicBezTo>
                    <a:pt x="361545" y="1187506"/>
                    <a:pt x="411694" y="1109925"/>
                    <a:pt x="458415" y="1030629"/>
                  </a:cubicBezTo>
                  <a:cubicBezTo>
                    <a:pt x="476845" y="1002339"/>
                    <a:pt x="469987" y="967621"/>
                    <a:pt x="476845" y="936331"/>
                  </a:cubicBezTo>
                  <a:cubicBezTo>
                    <a:pt x="483703" y="900756"/>
                    <a:pt x="490561" y="865179"/>
                    <a:pt x="500848" y="830461"/>
                  </a:cubicBezTo>
                  <a:cubicBezTo>
                    <a:pt x="432697" y="554426"/>
                    <a:pt x="409980" y="274963"/>
                    <a:pt x="433126" y="32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42"/>
            <p:cNvSpPr/>
            <p:nvPr/>
          </p:nvSpPr>
          <p:spPr>
            <a:xfrm>
              <a:off x="4881491" y="713875"/>
              <a:ext cx="1504473" cy="2546032"/>
            </a:xfrm>
            <a:custGeom>
              <a:avLst/>
              <a:gdLst/>
              <a:ahLst/>
              <a:cxnLst/>
              <a:rect l="l" t="t" r="r" b="b"/>
              <a:pathLst>
                <a:path w="1504473" h="2546032" extrusionOk="0">
                  <a:moveTo>
                    <a:pt x="285679" y="1179790"/>
                  </a:moveTo>
                  <a:lnTo>
                    <a:pt x="285679" y="1179790"/>
                  </a:lnTo>
                  <a:cubicBezTo>
                    <a:pt x="293822" y="1147215"/>
                    <a:pt x="292537" y="1113353"/>
                    <a:pt x="298109" y="1080349"/>
                  </a:cubicBezTo>
                  <a:cubicBezTo>
                    <a:pt x="304967" y="1093208"/>
                    <a:pt x="307967" y="1107353"/>
                    <a:pt x="312253" y="1121069"/>
                  </a:cubicBezTo>
                  <a:cubicBezTo>
                    <a:pt x="321255" y="1152787"/>
                    <a:pt x="329827" y="1184934"/>
                    <a:pt x="338400" y="1217081"/>
                  </a:cubicBezTo>
                  <a:cubicBezTo>
                    <a:pt x="347401" y="1227796"/>
                    <a:pt x="350830" y="1241512"/>
                    <a:pt x="347829" y="1254371"/>
                  </a:cubicBezTo>
                  <a:cubicBezTo>
                    <a:pt x="363260" y="1314379"/>
                    <a:pt x="378262" y="1374386"/>
                    <a:pt x="394121" y="1433965"/>
                  </a:cubicBezTo>
                  <a:lnTo>
                    <a:pt x="437412" y="1433965"/>
                  </a:lnTo>
                  <a:lnTo>
                    <a:pt x="526566" y="1344811"/>
                  </a:lnTo>
                  <a:lnTo>
                    <a:pt x="532567" y="1344811"/>
                  </a:lnTo>
                  <a:lnTo>
                    <a:pt x="871180" y="1344811"/>
                  </a:lnTo>
                  <a:cubicBezTo>
                    <a:pt x="873324" y="1339668"/>
                    <a:pt x="876753" y="1335381"/>
                    <a:pt x="880610" y="1331524"/>
                  </a:cubicBezTo>
                  <a:cubicBezTo>
                    <a:pt x="897327" y="1314807"/>
                    <a:pt x="924330" y="1314379"/>
                    <a:pt x="941046" y="1331095"/>
                  </a:cubicBezTo>
                  <a:cubicBezTo>
                    <a:pt x="957763" y="1347811"/>
                    <a:pt x="958191" y="1375243"/>
                    <a:pt x="941475" y="1391960"/>
                  </a:cubicBezTo>
                  <a:cubicBezTo>
                    <a:pt x="924759" y="1408676"/>
                    <a:pt x="897327" y="1408676"/>
                    <a:pt x="880610" y="1391531"/>
                  </a:cubicBezTo>
                  <a:cubicBezTo>
                    <a:pt x="875467" y="1386388"/>
                    <a:pt x="872466" y="1380387"/>
                    <a:pt x="870323" y="1373958"/>
                  </a:cubicBezTo>
                  <a:lnTo>
                    <a:pt x="538996" y="1374386"/>
                  </a:lnTo>
                  <a:lnTo>
                    <a:pt x="449842" y="1463540"/>
                  </a:lnTo>
                  <a:lnTo>
                    <a:pt x="443841" y="1463540"/>
                  </a:lnTo>
                  <a:lnTo>
                    <a:pt x="403122" y="1463540"/>
                  </a:lnTo>
                  <a:cubicBezTo>
                    <a:pt x="406980" y="1473827"/>
                    <a:pt x="412123" y="1483686"/>
                    <a:pt x="417267" y="1493544"/>
                  </a:cubicBezTo>
                  <a:lnTo>
                    <a:pt x="497419" y="1493544"/>
                  </a:lnTo>
                  <a:lnTo>
                    <a:pt x="514993" y="1475970"/>
                  </a:lnTo>
                  <a:cubicBezTo>
                    <a:pt x="512421" y="1462254"/>
                    <a:pt x="515850" y="1448110"/>
                    <a:pt x="526566" y="1437394"/>
                  </a:cubicBezTo>
                  <a:cubicBezTo>
                    <a:pt x="543282" y="1420678"/>
                    <a:pt x="570286" y="1420678"/>
                    <a:pt x="587002" y="1437394"/>
                  </a:cubicBezTo>
                  <a:cubicBezTo>
                    <a:pt x="603718" y="1454110"/>
                    <a:pt x="603718" y="1481114"/>
                    <a:pt x="587002" y="1497830"/>
                  </a:cubicBezTo>
                  <a:cubicBezTo>
                    <a:pt x="571572" y="1513261"/>
                    <a:pt x="547569" y="1514547"/>
                    <a:pt x="530424" y="1501259"/>
                  </a:cubicBezTo>
                  <a:lnTo>
                    <a:pt x="508992" y="1522690"/>
                  </a:lnTo>
                  <a:lnTo>
                    <a:pt x="430982" y="1522690"/>
                  </a:lnTo>
                  <a:cubicBezTo>
                    <a:pt x="433126" y="1528262"/>
                    <a:pt x="435269" y="1533835"/>
                    <a:pt x="436555" y="1539407"/>
                  </a:cubicBezTo>
                  <a:cubicBezTo>
                    <a:pt x="437412" y="1542407"/>
                    <a:pt x="437841" y="1545407"/>
                    <a:pt x="438698" y="1548408"/>
                  </a:cubicBezTo>
                  <a:cubicBezTo>
                    <a:pt x="449413" y="1548837"/>
                    <a:pt x="459700" y="1552694"/>
                    <a:pt x="467844" y="1560838"/>
                  </a:cubicBezTo>
                  <a:cubicBezTo>
                    <a:pt x="484561" y="1577554"/>
                    <a:pt x="484989" y="1604558"/>
                    <a:pt x="468273" y="1621274"/>
                  </a:cubicBezTo>
                  <a:cubicBezTo>
                    <a:pt x="461843" y="1627703"/>
                    <a:pt x="454128" y="1631561"/>
                    <a:pt x="445984" y="1633276"/>
                  </a:cubicBezTo>
                  <a:cubicBezTo>
                    <a:pt x="446413" y="1651707"/>
                    <a:pt x="445984" y="1669709"/>
                    <a:pt x="444270" y="1688140"/>
                  </a:cubicBezTo>
                  <a:lnTo>
                    <a:pt x="548426" y="1583984"/>
                  </a:lnTo>
                  <a:lnTo>
                    <a:pt x="554427" y="1584412"/>
                  </a:lnTo>
                  <a:lnTo>
                    <a:pt x="635865" y="1584412"/>
                  </a:lnTo>
                  <a:cubicBezTo>
                    <a:pt x="636723" y="1574983"/>
                    <a:pt x="640580" y="1565553"/>
                    <a:pt x="647867" y="1558266"/>
                  </a:cubicBezTo>
                  <a:cubicBezTo>
                    <a:pt x="664583" y="1541550"/>
                    <a:pt x="691587" y="1541550"/>
                    <a:pt x="708303" y="1558266"/>
                  </a:cubicBezTo>
                  <a:cubicBezTo>
                    <a:pt x="725019" y="1574983"/>
                    <a:pt x="725448" y="1602415"/>
                    <a:pt x="708732" y="1619131"/>
                  </a:cubicBezTo>
                  <a:cubicBezTo>
                    <a:pt x="692015" y="1635847"/>
                    <a:pt x="664583" y="1635847"/>
                    <a:pt x="647867" y="1618702"/>
                  </a:cubicBezTo>
                  <a:cubicBezTo>
                    <a:pt x="646152" y="1616988"/>
                    <a:pt x="644866" y="1615702"/>
                    <a:pt x="643581" y="1613559"/>
                  </a:cubicBezTo>
                  <a:lnTo>
                    <a:pt x="560427" y="1613130"/>
                  </a:lnTo>
                  <a:lnTo>
                    <a:pt x="436126" y="1737432"/>
                  </a:lnTo>
                  <a:cubicBezTo>
                    <a:pt x="436126" y="1737432"/>
                    <a:pt x="436126" y="1737860"/>
                    <a:pt x="436126" y="1737860"/>
                  </a:cubicBezTo>
                  <a:cubicBezTo>
                    <a:pt x="430125" y="1764435"/>
                    <a:pt x="421124" y="1790152"/>
                    <a:pt x="413837" y="1816727"/>
                  </a:cubicBezTo>
                  <a:cubicBezTo>
                    <a:pt x="411694" y="1829157"/>
                    <a:pt x="409123" y="1841587"/>
                    <a:pt x="406980" y="1854017"/>
                  </a:cubicBezTo>
                  <a:lnTo>
                    <a:pt x="522280" y="1738717"/>
                  </a:lnTo>
                  <a:cubicBezTo>
                    <a:pt x="522708" y="1738289"/>
                    <a:pt x="523566" y="1737860"/>
                    <a:pt x="524423" y="1737432"/>
                  </a:cubicBezTo>
                  <a:cubicBezTo>
                    <a:pt x="512421" y="1720715"/>
                    <a:pt x="514136" y="1697141"/>
                    <a:pt x="529138" y="1682139"/>
                  </a:cubicBezTo>
                  <a:cubicBezTo>
                    <a:pt x="545854" y="1665422"/>
                    <a:pt x="572429" y="1665422"/>
                    <a:pt x="589574" y="1682139"/>
                  </a:cubicBezTo>
                  <a:cubicBezTo>
                    <a:pt x="606290" y="1698855"/>
                    <a:pt x="606719" y="1726287"/>
                    <a:pt x="590002" y="1743004"/>
                  </a:cubicBezTo>
                  <a:cubicBezTo>
                    <a:pt x="578430" y="1754577"/>
                    <a:pt x="561713" y="1758006"/>
                    <a:pt x="546711" y="1753291"/>
                  </a:cubicBezTo>
                  <a:cubicBezTo>
                    <a:pt x="546283" y="1755434"/>
                    <a:pt x="544997" y="1757577"/>
                    <a:pt x="543282" y="1759720"/>
                  </a:cubicBezTo>
                  <a:lnTo>
                    <a:pt x="397978" y="1905024"/>
                  </a:lnTo>
                  <a:cubicBezTo>
                    <a:pt x="396692" y="1911882"/>
                    <a:pt x="395407" y="1918740"/>
                    <a:pt x="394121" y="1926027"/>
                  </a:cubicBezTo>
                  <a:cubicBezTo>
                    <a:pt x="389835" y="1948315"/>
                    <a:pt x="385548" y="1970603"/>
                    <a:pt x="380833" y="1992892"/>
                  </a:cubicBezTo>
                  <a:lnTo>
                    <a:pt x="782884" y="1590842"/>
                  </a:lnTo>
                  <a:lnTo>
                    <a:pt x="782884" y="1514975"/>
                  </a:lnTo>
                  <a:cubicBezTo>
                    <a:pt x="776883" y="1512832"/>
                    <a:pt x="771311" y="1509403"/>
                    <a:pt x="766596" y="1504688"/>
                  </a:cubicBezTo>
                  <a:cubicBezTo>
                    <a:pt x="749880" y="1487972"/>
                    <a:pt x="749880" y="1460968"/>
                    <a:pt x="767025" y="1444252"/>
                  </a:cubicBezTo>
                  <a:cubicBezTo>
                    <a:pt x="783741" y="1427536"/>
                    <a:pt x="810744" y="1427107"/>
                    <a:pt x="827461" y="1443823"/>
                  </a:cubicBezTo>
                  <a:cubicBezTo>
                    <a:pt x="844177" y="1460540"/>
                    <a:pt x="844606" y="1488400"/>
                    <a:pt x="827889" y="1505117"/>
                  </a:cubicBezTo>
                  <a:cubicBezTo>
                    <a:pt x="823175" y="1509832"/>
                    <a:pt x="818031" y="1512832"/>
                    <a:pt x="812459" y="1514975"/>
                  </a:cubicBezTo>
                  <a:lnTo>
                    <a:pt x="812030" y="1596842"/>
                  </a:lnTo>
                  <a:lnTo>
                    <a:pt x="812030" y="1602843"/>
                  </a:lnTo>
                  <a:lnTo>
                    <a:pt x="373547" y="2041755"/>
                  </a:lnTo>
                  <a:lnTo>
                    <a:pt x="369261" y="2041755"/>
                  </a:lnTo>
                  <a:cubicBezTo>
                    <a:pt x="363688" y="2062758"/>
                    <a:pt x="356830" y="2083761"/>
                    <a:pt x="348258" y="2103906"/>
                  </a:cubicBezTo>
                  <a:cubicBezTo>
                    <a:pt x="345686" y="2109907"/>
                    <a:pt x="343543" y="2115907"/>
                    <a:pt x="340971" y="2121480"/>
                  </a:cubicBezTo>
                  <a:lnTo>
                    <a:pt x="370546" y="2121480"/>
                  </a:lnTo>
                  <a:lnTo>
                    <a:pt x="638437" y="1853589"/>
                  </a:lnTo>
                  <a:cubicBezTo>
                    <a:pt x="634151" y="1839016"/>
                    <a:pt x="637580" y="1822728"/>
                    <a:pt x="649153" y="1811584"/>
                  </a:cubicBezTo>
                  <a:cubicBezTo>
                    <a:pt x="665869" y="1794867"/>
                    <a:pt x="693301" y="1794867"/>
                    <a:pt x="710017" y="1811584"/>
                  </a:cubicBezTo>
                  <a:cubicBezTo>
                    <a:pt x="726734" y="1828300"/>
                    <a:pt x="726734" y="1855303"/>
                    <a:pt x="710017" y="1872020"/>
                  </a:cubicBezTo>
                  <a:cubicBezTo>
                    <a:pt x="695444" y="1886593"/>
                    <a:pt x="673156" y="1888736"/>
                    <a:pt x="656439" y="1877592"/>
                  </a:cubicBezTo>
                  <a:lnTo>
                    <a:pt x="383405" y="2150626"/>
                  </a:lnTo>
                  <a:lnTo>
                    <a:pt x="377404" y="2150626"/>
                  </a:lnTo>
                  <a:lnTo>
                    <a:pt x="329827" y="2150626"/>
                  </a:lnTo>
                  <a:cubicBezTo>
                    <a:pt x="323826" y="2166485"/>
                    <a:pt x="318683" y="2182773"/>
                    <a:pt x="314396" y="2199489"/>
                  </a:cubicBezTo>
                  <a:cubicBezTo>
                    <a:pt x="317826" y="2205919"/>
                    <a:pt x="321255" y="2212348"/>
                    <a:pt x="324255" y="2218349"/>
                  </a:cubicBezTo>
                  <a:lnTo>
                    <a:pt x="408694" y="2218349"/>
                  </a:lnTo>
                  <a:lnTo>
                    <a:pt x="752880" y="1874163"/>
                  </a:lnTo>
                  <a:lnTo>
                    <a:pt x="752880" y="1718572"/>
                  </a:lnTo>
                  <a:cubicBezTo>
                    <a:pt x="752880" y="1715143"/>
                    <a:pt x="754166" y="1711285"/>
                    <a:pt x="756738" y="1708714"/>
                  </a:cubicBezTo>
                  <a:cubicBezTo>
                    <a:pt x="758452" y="1700570"/>
                    <a:pt x="762310" y="1692426"/>
                    <a:pt x="768310" y="1686425"/>
                  </a:cubicBezTo>
                  <a:cubicBezTo>
                    <a:pt x="785027" y="1669709"/>
                    <a:pt x="812030" y="1669709"/>
                    <a:pt x="828747" y="1686425"/>
                  </a:cubicBezTo>
                  <a:cubicBezTo>
                    <a:pt x="845463" y="1703142"/>
                    <a:pt x="845463" y="1730145"/>
                    <a:pt x="828747" y="1746861"/>
                  </a:cubicBezTo>
                  <a:cubicBezTo>
                    <a:pt x="816316" y="1759291"/>
                    <a:pt x="797457" y="1763149"/>
                    <a:pt x="782026" y="1756720"/>
                  </a:cubicBezTo>
                  <a:lnTo>
                    <a:pt x="782026" y="1887879"/>
                  </a:lnTo>
                  <a:lnTo>
                    <a:pt x="421553" y="2248781"/>
                  </a:lnTo>
                  <a:lnTo>
                    <a:pt x="340543" y="2248781"/>
                  </a:lnTo>
                  <a:cubicBezTo>
                    <a:pt x="347829" y="2262068"/>
                    <a:pt x="355116" y="2275356"/>
                    <a:pt x="362402" y="2288643"/>
                  </a:cubicBezTo>
                  <a:cubicBezTo>
                    <a:pt x="372261" y="2295930"/>
                    <a:pt x="382119" y="2302788"/>
                    <a:pt x="391978" y="2310075"/>
                  </a:cubicBezTo>
                  <a:lnTo>
                    <a:pt x="393692" y="2310075"/>
                  </a:lnTo>
                  <a:lnTo>
                    <a:pt x="812887" y="1890879"/>
                  </a:lnTo>
                  <a:lnTo>
                    <a:pt x="813316" y="1812869"/>
                  </a:lnTo>
                  <a:lnTo>
                    <a:pt x="813316" y="1806869"/>
                  </a:lnTo>
                  <a:lnTo>
                    <a:pt x="911900" y="1708285"/>
                  </a:lnTo>
                  <a:lnTo>
                    <a:pt x="893469" y="1639276"/>
                  </a:lnTo>
                  <a:cubicBezTo>
                    <a:pt x="891326" y="1637562"/>
                    <a:pt x="889183" y="1636276"/>
                    <a:pt x="887468" y="1634133"/>
                  </a:cubicBezTo>
                  <a:cubicBezTo>
                    <a:pt x="870752" y="1617417"/>
                    <a:pt x="870752" y="1590413"/>
                    <a:pt x="887468" y="1573268"/>
                  </a:cubicBezTo>
                  <a:cubicBezTo>
                    <a:pt x="904185" y="1556552"/>
                    <a:pt x="931617" y="1556552"/>
                    <a:pt x="948333" y="1573268"/>
                  </a:cubicBezTo>
                  <a:cubicBezTo>
                    <a:pt x="965049" y="1589984"/>
                    <a:pt x="965049" y="1616988"/>
                    <a:pt x="948333" y="1633704"/>
                  </a:cubicBezTo>
                  <a:cubicBezTo>
                    <a:pt x="941904" y="1640134"/>
                    <a:pt x="934188" y="1644420"/>
                    <a:pt x="926045" y="1645706"/>
                  </a:cubicBezTo>
                  <a:lnTo>
                    <a:pt x="942761" y="1708714"/>
                  </a:lnTo>
                  <a:lnTo>
                    <a:pt x="944904" y="1716857"/>
                  </a:lnTo>
                  <a:lnTo>
                    <a:pt x="842891" y="1819299"/>
                  </a:lnTo>
                  <a:lnTo>
                    <a:pt x="842891" y="1896451"/>
                  </a:lnTo>
                  <a:lnTo>
                    <a:pt x="842891" y="1902452"/>
                  </a:lnTo>
                  <a:lnTo>
                    <a:pt x="417267" y="2328077"/>
                  </a:lnTo>
                  <a:cubicBezTo>
                    <a:pt x="427125" y="2335364"/>
                    <a:pt x="436983" y="2343079"/>
                    <a:pt x="446842" y="2350794"/>
                  </a:cubicBezTo>
                  <a:lnTo>
                    <a:pt x="862608" y="1935028"/>
                  </a:lnTo>
                  <a:lnTo>
                    <a:pt x="884896" y="1852303"/>
                  </a:lnTo>
                  <a:lnTo>
                    <a:pt x="885754" y="1848874"/>
                  </a:lnTo>
                  <a:lnTo>
                    <a:pt x="1008340" y="1726287"/>
                  </a:lnTo>
                  <a:lnTo>
                    <a:pt x="1008340" y="1515832"/>
                  </a:lnTo>
                  <a:cubicBezTo>
                    <a:pt x="1007912" y="1515404"/>
                    <a:pt x="1007483" y="1515404"/>
                    <a:pt x="1007055" y="1514975"/>
                  </a:cubicBezTo>
                  <a:cubicBezTo>
                    <a:pt x="990338" y="1498259"/>
                    <a:pt x="990338" y="1470827"/>
                    <a:pt x="1007055" y="1454110"/>
                  </a:cubicBezTo>
                  <a:cubicBezTo>
                    <a:pt x="1023771" y="1437394"/>
                    <a:pt x="1050774" y="1437394"/>
                    <a:pt x="1067491" y="1454539"/>
                  </a:cubicBezTo>
                  <a:cubicBezTo>
                    <a:pt x="1084207" y="1471255"/>
                    <a:pt x="1084207" y="1498259"/>
                    <a:pt x="1067491" y="1514975"/>
                  </a:cubicBezTo>
                  <a:cubicBezTo>
                    <a:pt x="1059347" y="1523119"/>
                    <a:pt x="1048203" y="1527834"/>
                    <a:pt x="1037487" y="1527834"/>
                  </a:cubicBezTo>
                  <a:lnTo>
                    <a:pt x="1037487" y="1732717"/>
                  </a:lnTo>
                  <a:lnTo>
                    <a:pt x="1037487" y="1738717"/>
                  </a:lnTo>
                  <a:lnTo>
                    <a:pt x="911471" y="1864733"/>
                  </a:lnTo>
                  <a:lnTo>
                    <a:pt x="889611" y="1946601"/>
                  </a:lnTo>
                  <a:lnTo>
                    <a:pt x="888754" y="1950458"/>
                  </a:lnTo>
                  <a:lnTo>
                    <a:pt x="469559" y="2369654"/>
                  </a:lnTo>
                  <a:cubicBezTo>
                    <a:pt x="472988" y="2372225"/>
                    <a:pt x="476417" y="2375226"/>
                    <a:pt x="479417" y="2377797"/>
                  </a:cubicBezTo>
                  <a:lnTo>
                    <a:pt x="1033201" y="1824014"/>
                  </a:lnTo>
                  <a:lnTo>
                    <a:pt x="1039202" y="1824014"/>
                  </a:lnTo>
                  <a:lnTo>
                    <a:pt x="1113354" y="1823585"/>
                  </a:lnTo>
                  <a:cubicBezTo>
                    <a:pt x="1115497" y="1818442"/>
                    <a:pt x="1118926" y="1813298"/>
                    <a:pt x="1123212" y="1809012"/>
                  </a:cubicBezTo>
                  <a:cubicBezTo>
                    <a:pt x="1139928" y="1792296"/>
                    <a:pt x="1166932" y="1792296"/>
                    <a:pt x="1184077" y="1809012"/>
                  </a:cubicBezTo>
                  <a:cubicBezTo>
                    <a:pt x="1200793" y="1825728"/>
                    <a:pt x="1200793" y="1852732"/>
                    <a:pt x="1184077" y="1869448"/>
                  </a:cubicBezTo>
                  <a:cubicBezTo>
                    <a:pt x="1167360" y="1886164"/>
                    <a:pt x="1140357" y="1886164"/>
                    <a:pt x="1123641" y="1869448"/>
                  </a:cubicBezTo>
                  <a:cubicBezTo>
                    <a:pt x="1118926" y="1864733"/>
                    <a:pt x="1115497" y="1858732"/>
                    <a:pt x="1113354" y="1852732"/>
                  </a:cubicBezTo>
                  <a:lnTo>
                    <a:pt x="1046488" y="1852732"/>
                  </a:lnTo>
                  <a:lnTo>
                    <a:pt x="502563" y="2396657"/>
                  </a:lnTo>
                  <a:cubicBezTo>
                    <a:pt x="511564" y="2404372"/>
                    <a:pt x="520565" y="2411659"/>
                    <a:pt x="529566" y="2419374"/>
                  </a:cubicBezTo>
                  <a:lnTo>
                    <a:pt x="869466" y="2079474"/>
                  </a:lnTo>
                  <a:cubicBezTo>
                    <a:pt x="870323" y="2078617"/>
                    <a:pt x="871609" y="2077331"/>
                    <a:pt x="872895" y="2076474"/>
                  </a:cubicBezTo>
                  <a:cubicBezTo>
                    <a:pt x="873324" y="2065758"/>
                    <a:pt x="877181" y="2055471"/>
                    <a:pt x="885325" y="2047327"/>
                  </a:cubicBezTo>
                  <a:cubicBezTo>
                    <a:pt x="902041" y="2030611"/>
                    <a:pt x="929045" y="2030611"/>
                    <a:pt x="946190" y="2047327"/>
                  </a:cubicBezTo>
                  <a:cubicBezTo>
                    <a:pt x="962906" y="2064044"/>
                    <a:pt x="962906" y="2091047"/>
                    <a:pt x="946190" y="2107763"/>
                  </a:cubicBezTo>
                  <a:cubicBezTo>
                    <a:pt x="936760" y="2117193"/>
                    <a:pt x="924330" y="2121051"/>
                    <a:pt x="912328" y="2119765"/>
                  </a:cubicBezTo>
                  <a:cubicBezTo>
                    <a:pt x="911900" y="2120194"/>
                    <a:pt x="911900" y="2120194"/>
                    <a:pt x="911471" y="2120622"/>
                  </a:cubicBezTo>
                  <a:lnTo>
                    <a:pt x="574143" y="2457950"/>
                  </a:lnTo>
                  <a:cubicBezTo>
                    <a:pt x="584430" y="2467380"/>
                    <a:pt x="595146" y="2476810"/>
                    <a:pt x="605433" y="2486668"/>
                  </a:cubicBezTo>
                  <a:lnTo>
                    <a:pt x="1013913" y="2078188"/>
                  </a:lnTo>
                  <a:lnTo>
                    <a:pt x="1013913" y="1989892"/>
                  </a:lnTo>
                  <a:cubicBezTo>
                    <a:pt x="1010912" y="1988177"/>
                    <a:pt x="1007483" y="1986034"/>
                    <a:pt x="1004912" y="1983462"/>
                  </a:cubicBezTo>
                  <a:cubicBezTo>
                    <a:pt x="988195" y="1966746"/>
                    <a:pt x="988624" y="1939314"/>
                    <a:pt x="1005340" y="1922597"/>
                  </a:cubicBezTo>
                  <a:cubicBezTo>
                    <a:pt x="1022057" y="1905881"/>
                    <a:pt x="1049060" y="1905881"/>
                    <a:pt x="1065776" y="1922597"/>
                  </a:cubicBezTo>
                  <a:cubicBezTo>
                    <a:pt x="1082493" y="1939314"/>
                    <a:pt x="1082493" y="1966317"/>
                    <a:pt x="1065776" y="1983034"/>
                  </a:cubicBezTo>
                  <a:cubicBezTo>
                    <a:pt x="1061919" y="1986891"/>
                    <a:pt x="1057632" y="1989892"/>
                    <a:pt x="1052917" y="1992035"/>
                  </a:cubicBezTo>
                  <a:lnTo>
                    <a:pt x="1052917" y="2086332"/>
                  </a:lnTo>
                  <a:lnTo>
                    <a:pt x="1052917" y="2094476"/>
                  </a:lnTo>
                  <a:lnTo>
                    <a:pt x="634151" y="2513243"/>
                  </a:lnTo>
                  <a:cubicBezTo>
                    <a:pt x="644438" y="2523530"/>
                    <a:pt x="655153" y="2533388"/>
                    <a:pt x="665440" y="2544104"/>
                  </a:cubicBezTo>
                  <a:lnTo>
                    <a:pt x="1260801" y="1948744"/>
                  </a:lnTo>
                  <a:lnTo>
                    <a:pt x="1260801" y="1797010"/>
                  </a:lnTo>
                  <a:lnTo>
                    <a:pt x="1260801" y="1785009"/>
                  </a:lnTo>
                  <a:lnTo>
                    <a:pt x="1349097" y="1696712"/>
                  </a:lnTo>
                  <a:lnTo>
                    <a:pt x="1361099" y="1696712"/>
                  </a:lnTo>
                  <a:lnTo>
                    <a:pt x="1497830" y="1697141"/>
                  </a:lnTo>
                  <a:lnTo>
                    <a:pt x="1502117" y="1692854"/>
                  </a:lnTo>
                  <a:cubicBezTo>
                    <a:pt x="1349955" y="1277088"/>
                    <a:pt x="1301091" y="844177"/>
                    <a:pt x="1353812" y="435269"/>
                  </a:cubicBezTo>
                  <a:cubicBezTo>
                    <a:pt x="1336239" y="431411"/>
                    <a:pt x="1319951" y="423267"/>
                    <a:pt x="1304520" y="413837"/>
                  </a:cubicBezTo>
                  <a:cubicBezTo>
                    <a:pt x="1299377" y="410837"/>
                    <a:pt x="1294662" y="407837"/>
                    <a:pt x="1289947" y="404408"/>
                  </a:cubicBezTo>
                  <a:lnTo>
                    <a:pt x="1289947" y="467416"/>
                  </a:lnTo>
                  <a:cubicBezTo>
                    <a:pt x="1291662" y="468701"/>
                    <a:pt x="1293805" y="470416"/>
                    <a:pt x="1295519" y="472130"/>
                  </a:cubicBezTo>
                  <a:cubicBezTo>
                    <a:pt x="1312236" y="488847"/>
                    <a:pt x="1312236" y="516279"/>
                    <a:pt x="1295519" y="532995"/>
                  </a:cubicBezTo>
                  <a:cubicBezTo>
                    <a:pt x="1278803" y="549712"/>
                    <a:pt x="1251800" y="549712"/>
                    <a:pt x="1234655" y="532995"/>
                  </a:cubicBezTo>
                  <a:cubicBezTo>
                    <a:pt x="1217938" y="516279"/>
                    <a:pt x="1217938" y="489275"/>
                    <a:pt x="1234655" y="472559"/>
                  </a:cubicBezTo>
                  <a:cubicBezTo>
                    <a:pt x="1241941" y="465272"/>
                    <a:pt x="1250942" y="461415"/>
                    <a:pt x="1260801" y="460558"/>
                  </a:cubicBezTo>
                  <a:lnTo>
                    <a:pt x="1260801" y="388120"/>
                  </a:lnTo>
                  <a:lnTo>
                    <a:pt x="1260801" y="384262"/>
                  </a:lnTo>
                  <a:cubicBezTo>
                    <a:pt x="1246227" y="373547"/>
                    <a:pt x="1232083" y="362402"/>
                    <a:pt x="1217938" y="351258"/>
                  </a:cubicBezTo>
                  <a:cubicBezTo>
                    <a:pt x="1199507" y="336256"/>
                    <a:pt x="1180648" y="321254"/>
                    <a:pt x="1166503" y="301966"/>
                  </a:cubicBezTo>
                  <a:cubicBezTo>
                    <a:pt x="1162217" y="296394"/>
                    <a:pt x="1158788" y="289965"/>
                    <a:pt x="1157073" y="283107"/>
                  </a:cubicBezTo>
                  <a:lnTo>
                    <a:pt x="1132642" y="307538"/>
                  </a:lnTo>
                  <a:lnTo>
                    <a:pt x="1132642" y="342686"/>
                  </a:lnTo>
                  <a:cubicBezTo>
                    <a:pt x="1147644" y="337542"/>
                    <a:pt x="1165217" y="340971"/>
                    <a:pt x="1177647" y="352973"/>
                  </a:cubicBezTo>
                  <a:cubicBezTo>
                    <a:pt x="1194364" y="369689"/>
                    <a:pt x="1194364" y="396692"/>
                    <a:pt x="1177647" y="413409"/>
                  </a:cubicBezTo>
                  <a:cubicBezTo>
                    <a:pt x="1160931" y="430125"/>
                    <a:pt x="1133499" y="430125"/>
                    <a:pt x="1116783" y="413409"/>
                  </a:cubicBezTo>
                  <a:cubicBezTo>
                    <a:pt x="1101352" y="397978"/>
                    <a:pt x="1100495" y="373547"/>
                    <a:pt x="1113354" y="356830"/>
                  </a:cubicBezTo>
                  <a:lnTo>
                    <a:pt x="1113354" y="303681"/>
                  </a:lnTo>
                  <a:lnTo>
                    <a:pt x="1113782" y="299395"/>
                  </a:lnTo>
                  <a:lnTo>
                    <a:pt x="1156216" y="256961"/>
                  </a:lnTo>
                  <a:cubicBezTo>
                    <a:pt x="1157502" y="228671"/>
                    <a:pt x="1161788" y="200811"/>
                    <a:pt x="1168646" y="173379"/>
                  </a:cubicBezTo>
                  <a:cubicBezTo>
                    <a:pt x="1168646" y="172950"/>
                    <a:pt x="1169075" y="172522"/>
                    <a:pt x="1169075" y="171664"/>
                  </a:cubicBezTo>
                  <a:cubicBezTo>
                    <a:pt x="1152359" y="186666"/>
                    <a:pt x="1126641" y="186238"/>
                    <a:pt x="1110782" y="169950"/>
                  </a:cubicBezTo>
                  <a:cubicBezTo>
                    <a:pt x="1109067" y="168235"/>
                    <a:pt x="1107782" y="166092"/>
                    <a:pt x="1106067" y="164378"/>
                  </a:cubicBezTo>
                  <a:lnTo>
                    <a:pt x="1051203" y="163949"/>
                  </a:lnTo>
                  <a:lnTo>
                    <a:pt x="1043059" y="163949"/>
                  </a:lnTo>
                  <a:lnTo>
                    <a:pt x="880182" y="3215"/>
                  </a:lnTo>
                  <a:lnTo>
                    <a:pt x="776454" y="3215"/>
                  </a:lnTo>
                  <a:cubicBezTo>
                    <a:pt x="776026" y="7072"/>
                    <a:pt x="775168" y="10930"/>
                    <a:pt x="774740" y="14359"/>
                  </a:cubicBezTo>
                  <a:cubicBezTo>
                    <a:pt x="773883" y="19074"/>
                    <a:pt x="772597" y="23789"/>
                    <a:pt x="771740" y="28504"/>
                  </a:cubicBezTo>
                  <a:lnTo>
                    <a:pt x="861751" y="28504"/>
                  </a:lnTo>
                  <a:lnTo>
                    <a:pt x="869895" y="28504"/>
                  </a:lnTo>
                  <a:lnTo>
                    <a:pt x="1057204" y="215384"/>
                  </a:lnTo>
                  <a:cubicBezTo>
                    <a:pt x="1061490" y="219670"/>
                    <a:pt x="1063633" y="225671"/>
                    <a:pt x="1062776" y="231672"/>
                  </a:cubicBezTo>
                  <a:cubicBezTo>
                    <a:pt x="1071777" y="247960"/>
                    <a:pt x="1069205" y="268962"/>
                    <a:pt x="1055489" y="283107"/>
                  </a:cubicBezTo>
                  <a:cubicBezTo>
                    <a:pt x="1038773" y="299823"/>
                    <a:pt x="1011770" y="299823"/>
                    <a:pt x="995053" y="283107"/>
                  </a:cubicBezTo>
                  <a:cubicBezTo>
                    <a:pt x="978337" y="266390"/>
                    <a:pt x="977908" y="239387"/>
                    <a:pt x="994625" y="222242"/>
                  </a:cubicBezTo>
                  <a:cubicBezTo>
                    <a:pt x="997196" y="219670"/>
                    <a:pt x="999768" y="217527"/>
                    <a:pt x="1002340" y="215813"/>
                  </a:cubicBezTo>
                  <a:lnTo>
                    <a:pt x="853607" y="67080"/>
                  </a:lnTo>
                  <a:lnTo>
                    <a:pt x="758881" y="67080"/>
                  </a:lnTo>
                  <a:cubicBezTo>
                    <a:pt x="755452" y="74795"/>
                    <a:pt x="751594" y="82510"/>
                    <a:pt x="746879" y="89797"/>
                  </a:cubicBezTo>
                  <a:cubicBezTo>
                    <a:pt x="745593" y="91940"/>
                    <a:pt x="744307" y="93655"/>
                    <a:pt x="742593" y="95798"/>
                  </a:cubicBezTo>
                  <a:lnTo>
                    <a:pt x="844177" y="95798"/>
                  </a:lnTo>
                  <a:lnTo>
                    <a:pt x="848035" y="95798"/>
                  </a:lnTo>
                  <a:lnTo>
                    <a:pt x="958191" y="205954"/>
                  </a:lnTo>
                  <a:lnTo>
                    <a:pt x="958191" y="209812"/>
                  </a:lnTo>
                  <a:lnTo>
                    <a:pt x="958191" y="369260"/>
                  </a:lnTo>
                  <a:lnTo>
                    <a:pt x="1120212" y="531281"/>
                  </a:lnTo>
                  <a:lnTo>
                    <a:pt x="1167360" y="530852"/>
                  </a:lnTo>
                  <a:lnTo>
                    <a:pt x="1171647" y="530852"/>
                  </a:lnTo>
                  <a:lnTo>
                    <a:pt x="1250514" y="609719"/>
                  </a:lnTo>
                  <a:lnTo>
                    <a:pt x="1250514" y="613577"/>
                  </a:lnTo>
                  <a:lnTo>
                    <a:pt x="1250514" y="659868"/>
                  </a:lnTo>
                  <a:lnTo>
                    <a:pt x="1250514" y="664154"/>
                  </a:lnTo>
                  <a:lnTo>
                    <a:pt x="1160931" y="753737"/>
                  </a:lnTo>
                  <a:lnTo>
                    <a:pt x="1156645" y="753737"/>
                  </a:lnTo>
                  <a:lnTo>
                    <a:pt x="1068348" y="753737"/>
                  </a:lnTo>
                  <a:cubicBezTo>
                    <a:pt x="1068777" y="764881"/>
                    <a:pt x="1064490" y="776454"/>
                    <a:pt x="1055918" y="785027"/>
                  </a:cubicBezTo>
                  <a:cubicBezTo>
                    <a:pt x="1039202" y="801743"/>
                    <a:pt x="1012198" y="801743"/>
                    <a:pt x="995053" y="784598"/>
                  </a:cubicBezTo>
                  <a:cubicBezTo>
                    <a:pt x="978337" y="767882"/>
                    <a:pt x="978337" y="740878"/>
                    <a:pt x="995053" y="724162"/>
                  </a:cubicBezTo>
                  <a:cubicBezTo>
                    <a:pt x="1011770" y="707446"/>
                    <a:pt x="1038773" y="707017"/>
                    <a:pt x="1055489" y="723733"/>
                  </a:cubicBezTo>
                  <a:cubicBezTo>
                    <a:pt x="1058490" y="726734"/>
                    <a:pt x="1060633" y="730163"/>
                    <a:pt x="1062776" y="733592"/>
                  </a:cubicBezTo>
                  <a:lnTo>
                    <a:pt x="1152359" y="733592"/>
                  </a:lnTo>
                  <a:lnTo>
                    <a:pt x="1230368" y="655582"/>
                  </a:lnTo>
                  <a:lnTo>
                    <a:pt x="1230797" y="617434"/>
                  </a:lnTo>
                  <a:lnTo>
                    <a:pt x="1163074" y="551426"/>
                  </a:lnTo>
                  <a:lnTo>
                    <a:pt x="1115497" y="551426"/>
                  </a:lnTo>
                  <a:lnTo>
                    <a:pt x="1111211" y="550997"/>
                  </a:lnTo>
                  <a:lnTo>
                    <a:pt x="938475" y="378262"/>
                  </a:lnTo>
                  <a:lnTo>
                    <a:pt x="938475" y="374404"/>
                  </a:lnTo>
                  <a:lnTo>
                    <a:pt x="938475" y="214955"/>
                  </a:lnTo>
                  <a:lnTo>
                    <a:pt x="839891" y="116372"/>
                  </a:lnTo>
                  <a:lnTo>
                    <a:pt x="722876" y="116372"/>
                  </a:lnTo>
                  <a:cubicBezTo>
                    <a:pt x="712589" y="124944"/>
                    <a:pt x="701874" y="132659"/>
                    <a:pt x="692444" y="142089"/>
                  </a:cubicBezTo>
                  <a:lnTo>
                    <a:pt x="831318" y="142089"/>
                  </a:lnTo>
                  <a:lnTo>
                    <a:pt x="835605" y="142518"/>
                  </a:lnTo>
                  <a:lnTo>
                    <a:pt x="914900" y="221813"/>
                  </a:lnTo>
                  <a:lnTo>
                    <a:pt x="914900" y="393263"/>
                  </a:lnTo>
                  <a:lnTo>
                    <a:pt x="1126212" y="604576"/>
                  </a:lnTo>
                  <a:cubicBezTo>
                    <a:pt x="1142072" y="596432"/>
                    <a:pt x="1162217" y="599003"/>
                    <a:pt x="1175504" y="612291"/>
                  </a:cubicBezTo>
                  <a:cubicBezTo>
                    <a:pt x="1192221" y="629007"/>
                    <a:pt x="1192221" y="656011"/>
                    <a:pt x="1175504" y="673156"/>
                  </a:cubicBezTo>
                  <a:cubicBezTo>
                    <a:pt x="1158788" y="689872"/>
                    <a:pt x="1131785" y="689872"/>
                    <a:pt x="1114640" y="673156"/>
                  </a:cubicBezTo>
                  <a:cubicBezTo>
                    <a:pt x="1099209" y="657725"/>
                    <a:pt x="1098352" y="634151"/>
                    <a:pt x="1110782" y="617434"/>
                  </a:cubicBezTo>
                  <a:lnTo>
                    <a:pt x="894755" y="401407"/>
                  </a:lnTo>
                  <a:lnTo>
                    <a:pt x="894755" y="397550"/>
                  </a:lnTo>
                  <a:lnTo>
                    <a:pt x="895183" y="229957"/>
                  </a:lnTo>
                  <a:lnTo>
                    <a:pt x="827461" y="162235"/>
                  </a:lnTo>
                  <a:lnTo>
                    <a:pt x="674013" y="162235"/>
                  </a:lnTo>
                  <a:cubicBezTo>
                    <a:pt x="668441" y="167807"/>
                    <a:pt x="662869" y="173379"/>
                    <a:pt x="657297" y="179380"/>
                  </a:cubicBezTo>
                  <a:lnTo>
                    <a:pt x="820603" y="179380"/>
                  </a:lnTo>
                  <a:lnTo>
                    <a:pt x="824889" y="178951"/>
                  </a:lnTo>
                  <a:lnTo>
                    <a:pt x="878467" y="232529"/>
                  </a:lnTo>
                  <a:lnTo>
                    <a:pt x="878038" y="236387"/>
                  </a:lnTo>
                  <a:lnTo>
                    <a:pt x="878038" y="310110"/>
                  </a:lnTo>
                  <a:lnTo>
                    <a:pt x="878467" y="314396"/>
                  </a:lnTo>
                  <a:lnTo>
                    <a:pt x="819745" y="373118"/>
                  </a:lnTo>
                  <a:lnTo>
                    <a:pt x="819745" y="421124"/>
                  </a:lnTo>
                  <a:lnTo>
                    <a:pt x="908471" y="509849"/>
                  </a:lnTo>
                  <a:lnTo>
                    <a:pt x="908042" y="513707"/>
                  </a:lnTo>
                  <a:lnTo>
                    <a:pt x="908042" y="595574"/>
                  </a:lnTo>
                  <a:cubicBezTo>
                    <a:pt x="917043" y="596860"/>
                    <a:pt x="925616" y="600289"/>
                    <a:pt x="932474" y="607147"/>
                  </a:cubicBezTo>
                  <a:cubicBezTo>
                    <a:pt x="949190" y="623864"/>
                    <a:pt x="949190" y="650867"/>
                    <a:pt x="932474" y="668012"/>
                  </a:cubicBezTo>
                  <a:cubicBezTo>
                    <a:pt x="915757" y="684728"/>
                    <a:pt x="888325" y="684728"/>
                    <a:pt x="871609" y="668012"/>
                  </a:cubicBezTo>
                  <a:cubicBezTo>
                    <a:pt x="854893" y="651296"/>
                    <a:pt x="854893" y="624292"/>
                    <a:pt x="872038" y="607147"/>
                  </a:cubicBezTo>
                  <a:cubicBezTo>
                    <a:pt x="876753" y="602432"/>
                    <a:pt x="882325" y="599432"/>
                    <a:pt x="888325" y="597289"/>
                  </a:cubicBezTo>
                  <a:lnTo>
                    <a:pt x="888325" y="517565"/>
                  </a:lnTo>
                  <a:lnTo>
                    <a:pt x="800029" y="429268"/>
                  </a:lnTo>
                  <a:lnTo>
                    <a:pt x="799600" y="424982"/>
                  </a:lnTo>
                  <a:lnTo>
                    <a:pt x="800029" y="368403"/>
                  </a:lnTo>
                  <a:lnTo>
                    <a:pt x="800029" y="364117"/>
                  </a:lnTo>
                  <a:lnTo>
                    <a:pt x="858750" y="305395"/>
                  </a:lnTo>
                  <a:lnTo>
                    <a:pt x="858750" y="239816"/>
                  </a:lnTo>
                  <a:lnTo>
                    <a:pt x="816745" y="197810"/>
                  </a:lnTo>
                  <a:lnTo>
                    <a:pt x="638008" y="197810"/>
                  </a:lnTo>
                  <a:cubicBezTo>
                    <a:pt x="619149" y="217099"/>
                    <a:pt x="599861" y="236387"/>
                    <a:pt x="581001" y="255675"/>
                  </a:cubicBezTo>
                  <a:lnTo>
                    <a:pt x="738735" y="255246"/>
                  </a:lnTo>
                  <a:cubicBezTo>
                    <a:pt x="740878" y="250960"/>
                    <a:pt x="743450" y="247102"/>
                    <a:pt x="746879" y="243673"/>
                  </a:cubicBezTo>
                  <a:cubicBezTo>
                    <a:pt x="763596" y="226957"/>
                    <a:pt x="790599" y="226957"/>
                    <a:pt x="807315" y="243673"/>
                  </a:cubicBezTo>
                  <a:cubicBezTo>
                    <a:pt x="824032" y="260390"/>
                    <a:pt x="824460" y="287822"/>
                    <a:pt x="807744" y="304538"/>
                  </a:cubicBezTo>
                  <a:cubicBezTo>
                    <a:pt x="791028" y="321254"/>
                    <a:pt x="763596" y="321254"/>
                    <a:pt x="746879" y="304109"/>
                  </a:cubicBezTo>
                  <a:cubicBezTo>
                    <a:pt x="738735" y="295966"/>
                    <a:pt x="734878" y="285679"/>
                    <a:pt x="734449" y="274963"/>
                  </a:cubicBezTo>
                  <a:lnTo>
                    <a:pt x="561713" y="274963"/>
                  </a:lnTo>
                  <a:cubicBezTo>
                    <a:pt x="557427" y="279249"/>
                    <a:pt x="553569" y="283535"/>
                    <a:pt x="549283" y="287393"/>
                  </a:cubicBezTo>
                  <a:lnTo>
                    <a:pt x="686443" y="287393"/>
                  </a:lnTo>
                  <a:lnTo>
                    <a:pt x="690729" y="287822"/>
                  </a:lnTo>
                  <a:lnTo>
                    <a:pt x="754594" y="351687"/>
                  </a:lnTo>
                  <a:lnTo>
                    <a:pt x="755023" y="355973"/>
                  </a:lnTo>
                  <a:lnTo>
                    <a:pt x="755023" y="475559"/>
                  </a:lnTo>
                  <a:lnTo>
                    <a:pt x="761452" y="481989"/>
                  </a:lnTo>
                  <a:cubicBezTo>
                    <a:pt x="778169" y="470845"/>
                    <a:pt x="800457" y="472559"/>
                    <a:pt x="815459" y="487132"/>
                  </a:cubicBezTo>
                  <a:cubicBezTo>
                    <a:pt x="832176" y="503849"/>
                    <a:pt x="832176" y="530852"/>
                    <a:pt x="815459" y="547997"/>
                  </a:cubicBezTo>
                  <a:cubicBezTo>
                    <a:pt x="798743" y="564713"/>
                    <a:pt x="771740" y="564713"/>
                    <a:pt x="755023" y="547997"/>
                  </a:cubicBezTo>
                  <a:cubicBezTo>
                    <a:pt x="740878" y="533852"/>
                    <a:pt x="738735" y="512850"/>
                    <a:pt x="748165" y="496562"/>
                  </a:cubicBezTo>
                  <a:lnTo>
                    <a:pt x="735735" y="484132"/>
                  </a:lnTo>
                  <a:lnTo>
                    <a:pt x="735735" y="479846"/>
                  </a:lnTo>
                  <a:lnTo>
                    <a:pt x="735735" y="361117"/>
                  </a:lnTo>
                  <a:lnTo>
                    <a:pt x="683014" y="308396"/>
                  </a:lnTo>
                  <a:lnTo>
                    <a:pt x="538139" y="308396"/>
                  </a:lnTo>
                  <a:lnTo>
                    <a:pt x="533853" y="307967"/>
                  </a:lnTo>
                  <a:lnTo>
                    <a:pt x="532138" y="306253"/>
                  </a:lnTo>
                  <a:cubicBezTo>
                    <a:pt x="529566" y="308824"/>
                    <a:pt x="526566" y="311825"/>
                    <a:pt x="523994" y="314396"/>
                  </a:cubicBezTo>
                  <a:lnTo>
                    <a:pt x="589145" y="379547"/>
                  </a:lnTo>
                  <a:lnTo>
                    <a:pt x="623007" y="379547"/>
                  </a:lnTo>
                  <a:cubicBezTo>
                    <a:pt x="624721" y="371832"/>
                    <a:pt x="628150" y="364117"/>
                    <a:pt x="634151" y="358116"/>
                  </a:cubicBezTo>
                  <a:cubicBezTo>
                    <a:pt x="650867" y="341400"/>
                    <a:pt x="677871" y="341400"/>
                    <a:pt x="694587" y="358116"/>
                  </a:cubicBezTo>
                  <a:cubicBezTo>
                    <a:pt x="711303" y="374833"/>
                    <a:pt x="711732" y="401836"/>
                    <a:pt x="695016" y="418981"/>
                  </a:cubicBezTo>
                  <a:cubicBezTo>
                    <a:pt x="678299" y="435697"/>
                    <a:pt x="650867" y="435697"/>
                    <a:pt x="634151" y="418981"/>
                  </a:cubicBezTo>
                  <a:cubicBezTo>
                    <a:pt x="628579" y="413409"/>
                    <a:pt x="625150" y="406551"/>
                    <a:pt x="623435" y="399264"/>
                  </a:cubicBezTo>
                  <a:lnTo>
                    <a:pt x="581430" y="399264"/>
                  </a:lnTo>
                  <a:lnTo>
                    <a:pt x="508135" y="327684"/>
                  </a:lnTo>
                  <a:cubicBezTo>
                    <a:pt x="504277" y="331541"/>
                    <a:pt x="500420" y="335399"/>
                    <a:pt x="496562" y="339257"/>
                  </a:cubicBezTo>
                  <a:cubicBezTo>
                    <a:pt x="493562" y="342257"/>
                    <a:pt x="490561" y="345257"/>
                    <a:pt x="487561" y="347829"/>
                  </a:cubicBezTo>
                  <a:lnTo>
                    <a:pt x="947904" y="807744"/>
                  </a:lnTo>
                  <a:lnTo>
                    <a:pt x="947904" y="818031"/>
                  </a:lnTo>
                  <a:lnTo>
                    <a:pt x="947904" y="1055918"/>
                  </a:lnTo>
                  <a:lnTo>
                    <a:pt x="989481" y="1097494"/>
                  </a:lnTo>
                  <a:lnTo>
                    <a:pt x="1207651" y="1097066"/>
                  </a:lnTo>
                  <a:lnTo>
                    <a:pt x="1281803" y="1022914"/>
                  </a:lnTo>
                  <a:cubicBezTo>
                    <a:pt x="1284375" y="1028914"/>
                    <a:pt x="1287375" y="1034486"/>
                    <a:pt x="1290804" y="1040059"/>
                  </a:cubicBezTo>
                  <a:cubicBezTo>
                    <a:pt x="1296377" y="1048631"/>
                    <a:pt x="1302377" y="1057204"/>
                    <a:pt x="1309235" y="1064919"/>
                  </a:cubicBezTo>
                  <a:lnTo>
                    <a:pt x="1228225" y="1145929"/>
                  </a:lnTo>
                  <a:lnTo>
                    <a:pt x="1218367" y="1145929"/>
                  </a:lnTo>
                  <a:lnTo>
                    <a:pt x="979194" y="1145929"/>
                  </a:lnTo>
                  <a:lnTo>
                    <a:pt x="968907" y="1145929"/>
                  </a:lnTo>
                  <a:lnTo>
                    <a:pt x="898184" y="1075206"/>
                  </a:lnTo>
                  <a:lnTo>
                    <a:pt x="898184" y="1064919"/>
                  </a:lnTo>
                  <a:lnTo>
                    <a:pt x="898612" y="827032"/>
                  </a:lnTo>
                  <a:lnTo>
                    <a:pt x="452414" y="381691"/>
                  </a:lnTo>
                  <a:cubicBezTo>
                    <a:pt x="442127" y="391120"/>
                    <a:pt x="431840" y="400550"/>
                    <a:pt x="420696" y="409551"/>
                  </a:cubicBezTo>
                  <a:cubicBezTo>
                    <a:pt x="418981" y="410837"/>
                    <a:pt x="416838" y="412123"/>
                    <a:pt x="414695" y="412980"/>
                  </a:cubicBezTo>
                  <a:lnTo>
                    <a:pt x="816316" y="814602"/>
                  </a:lnTo>
                  <a:lnTo>
                    <a:pt x="816745" y="822746"/>
                  </a:lnTo>
                  <a:lnTo>
                    <a:pt x="816745" y="978765"/>
                  </a:lnTo>
                  <a:cubicBezTo>
                    <a:pt x="829175" y="995482"/>
                    <a:pt x="827889" y="1019485"/>
                    <a:pt x="812459" y="1034486"/>
                  </a:cubicBezTo>
                  <a:cubicBezTo>
                    <a:pt x="795742" y="1051203"/>
                    <a:pt x="768739" y="1051203"/>
                    <a:pt x="752023" y="1034486"/>
                  </a:cubicBezTo>
                  <a:cubicBezTo>
                    <a:pt x="735306" y="1017770"/>
                    <a:pt x="735306" y="990767"/>
                    <a:pt x="752023" y="974050"/>
                  </a:cubicBezTo>
                  <a:cubicBezTo>
                    <a:pt x="759309" y="966764"/>
                    <a:pt x="768310" y="963335"/>
                    <a:pt x="777312" y="962049"/>
                  </a:cubicBezTo>
                  <a:lnTo>
                    <a:pt x="777312" y="830890"/>
                  </a:lnTo>
                  <a:lnTo>
                    <a:pt x="358973" y="412552"/>
                  </a:lnTo>
                  <a:cubicBezTo>
                    <a:pt x="352973" y="412980"/>
                    <a:pt x="347401" y="413409"/>
                    <a:pt x="341400" y="413837"/>
                  </a:cubicBezTo>
                  <a:lnTo>
                    <a:pt x="553998" y="626436"/>
                  </a:lnTo>
                  <a:lnTo>
                    <a:pt x="553998" y="630293"/>
                  </a:lnTo>
                  <a:lnTo>
                    <a:pt x="553569" y="719447"/>
                  </a:lnTo>
                  <a:cubicBezTo>
                    <a:pt x="559570" y="721590"/>
                    <a:pt x="565142" y="724591"/>
                    <a:pt x="569857" y="729306"/>
                  </a:cubicBezTo>
                  <a:cubicBezTo>
                    <a:pt x="586573" y="746022"/>
                    <a:pt x="586573" y="773025"/>
                    <a:pt x="569857" y="790170"/>
                  </a:cubicBezTo>
                  <a:cubicBezTo>
                    <a:pt x="553141" y="806887"/>
                    <a:pt x="526137" y="806887"/>
                    <a:pt x="508992" y="790170"/>
                  </a:cubicBezTo>
                  <a:cubicBezTo>
                    <a:pt x="492276" y="773454"/>
                    <a:pt x="492276" y="746451"/>
                    <a:pt x="508992" y="729734"/>
                  </a:cubicBezTo>
                  <a:cubicBezTo>
                    <a:pt x="515850" y="722876"/>
                    <a:pt x="524851" y="719018"/>
                    <a:pt x="533853" y="717733"/>
                  </a:cubicBezTo>
                  <a:lnTo>
                    <a:pt x="533853" y="634579"/>
                  </a:lnTo>
                  <a:lnTo>
                    <a:pt x="316111" y="416838"/>
                  </a:lnTo>
                  <a:cubicBezTo>
                    <a:pt x="289536" y="420695"/>
                    <a:pt x="263390" y="427982"/>
                    <a:pt x="240673" y="442555"/>
                  </a:cubicBezTo>
                  <a:cubicBezTo>
                    <a:pt x="239387" y="443413"/>
                    <a:pt x="238530" y="443841"/>
                    <a:pt x="237244" y="444698"/>
                  </a:cubicBezTo>
                  <a:lnTo>
                    <a:pt x="391549" y="599003"/>
                  </a:lnTo>
                  <a:cubicBezTo>
                    <a:pt x="407837" y="589145"/>
                    <a:pt x="429268" y="591288"/>
                    <a:pt x="443841" y="605433"/>
                  </a:cubicBezTo>
                  <a:cubicBezTo>
                    <a:pt x="460558" y="622149"/>
                    <a:pt x="460986" y="649581"/>
                    <a:pt x="444270" y="666298"/>
                  </a:cubicBezTo>
                  <a:cubicBezTo>
                    <a:pt x="427553" y="683014"/>
                    <a:pt x="400122" y="682585"/>
                    <a:pt x="383405" y="665869"/>
                  </a:cubicBezTo>
                  <a:cubicBezTo>
                    <a:pt x="368832" y="651296"/>
                    <a:pt x="367117" y="629436"/>
                    <a:pt x="377833" y="612719"/>
                  </a:cubicBezTo>
                  <a:lnTo>
                    <a:pt x="221385" y="456271"/>
                  </a:lnTo>
                  <a:cubicBezTo>
                    <a:pt x="202525" y="468701"/>
                    <a:pt x="184523" y="482417"/>
                    <a:pt x="167378" y="496991"/>
                  </a:cubicBezTo>
                  <a:lnTo>
                    <a:pt x="527852" y="857464"/>
                  </a:lnTo>
                  <a:lnTo>
                    <a:pt x="622149" y="857036"/>
                  </a:lnTo>
                  <a:cubicBezTo>
                    <a:pt x="623864" y="854464"/>
                    <a:pt x="625578" y="851892"/>
                    <a:pt x="628150" y="849749"/>
                  </a:cubicBezTo>
                  <a:cubicBezTo>
                    <a:pt x="644866" y="833033"/>
                    <a:pt x="671870" y="833033"/>
                    <a:pt x="688586" y="849749"/>
                  </a:cubicBezTo>
                  <a:cubicBezTo>
                    <a:pt x="705303" y="866466"/>
                    <a:pt x="705303" y="893469"/>
                    <a:pt x="688586" y="910614"/>
                  </a:cubicBezTo>
                  <a:cubicBezTo>
                    <a:pt x="671870" y="927330"/>
                    <a:pt x="644866" y="927330"/>
                    <a:pt x="628150" y="910614"/>
                  </a:cubicBezTo>
                  <a:cubicBezTo>
                    <a:pt x="619149" y="901613"/>
                    <a:pt x="614863" y="889183"/>
                    <a:pt x="615720" y="877181"/>
                  </a:cubicBezTo>
                  <a:lnTo>
                    <a:pt x="523566" y="877610"/>
                  </a:lnTo>
                  <a:lnTo>
                    <a:pt x="519708" y="877181"/>
                  </a:lnTo>
                  <a:lnTo>
                    <a:pt x="152376" y="509849"/>
                  </a:lnTo>
                  <a:cubicBezTo>
                    <a:pt x="139089" y="521851"/>
                    <a:pt x="126230" y="534281"/>
                    <a:pt x="113800" y="547568"/>
                  </a:cubicBezTo>
                  <a:lnTo>
                    <a:pt x="116372" y="547568"/>
                  </a:lnTo>
                  <a:lnTo>
                    <a:pt x="128802" y="547997"/>
                  </a:lnTo>
                  <a:lnTo>
                    <a:pt x="289965" y="709160"/>
                  </a:lnTo>
                  <a:cubicBezTo>
                    <a:pt x="304110" y="705731"/>
                    <a:pt x="319540" y="709160"/>
                    <a:pt x="330684" y="720304"/>
                  </a:cubicBezTo>
                  <a:cubicBezTo>
                    <a:pt x="347401" y="737021"/>
                    <a:pt x="347829" y="764453"/>
                    <a:pt x="331113" y="781169"/>
                  </a:cubicBezTo>
                  <a:cubicBezTo>
                    <a:pt x="314396" y="797886"/>
                    <a:pt x="286965" y="797886"/>
                    <a:pt x="270248" y="780741"/>
                  </a:cubicBezTo>
                  <a:cubicBezTo>
                    <a:pt x="264676" y="775168"/>
                    <a:pt x="261676" y="768739"/>
                    <a:pt x="259532" y="761881"/>
                  </a:cubicBezTo>
                  <a:lnTo>
                    <a:pt x="104799" y="607147"/>
                  </a:lnTo>
                  <a:lnTo>
                    <a:pt x="66651" y="607147"/>
                  </a:lnTo>
                  <a:cubicBezTo>
                    <a:pt x="52935" y="626864"/>
                    <a:pt x="40076" y="647867"/>
                    <a:pt x="29361" y="669298"/>
                  </a:cubicBezTo>
                  <a:lnTo>
                    <a:pt x="88940" y="669298"/>
                  </a:lnTo>
                  <a:lnTo>
                    <a:pt x="93226" y="669727"/>
                  </a:lnTo>
                  <a:lnTo>
                    <a:pt x="268962" y="845463"/>
                  </a:lnTo>
                  <a:lnTo>
                    <a:pt x="395835" y="845463"/>
                  </a:lnTo>
                  <a:cubicBezTo>
                    <a:pt x="412552" y="833033"/>
                    <a:pt x="436126" y="834319"/>
                    <a:pt x="451128" y="849749"/>
                  </a:cubicBezTo>
                  <a:cubicBezTo>
                    <a:pt x="467844" y="866466"/>
                    <a:pt x="467844" y="893469"/>
                    <a:pt x="451128" y="910185"/>
                  </a:cubicBezTo>
                  <a:cubicBezTo>
                    <a:pt x="434412" y="926902"/>
                    <a:pt x="407408" y="926902"/>
                    <a:pt x="390263" y="910185"/>
                  </a:cubicBezTo>
                  <a:cubicBezTo>
                    <a:pt x="377833" y="897755"/>
                    <a:pt x="374833" y="880181"/>
                    <a:pt x="380405" y="865180"/>
                  </a:cubicBezTo>
                  <a:lnTo>
                    <a:pt x="263819" y="865180"/>
                  </a:lnTo>
                  <a:lnTo>
                    <a:pt x="259961" y="865180"/>
                  </a:lnTo>
                  <a:lnTo>
                    <a:pt x="83796" y="689015"/>
                  </a:lnTo>
                  <a:lnTo>
                    <a:pt x="19502" y="689015"/>
                  </a:lnTo>
                  <a:cubicBezTo>
                    <a:pt x="17359" y="706160"/>
                    <a:pt x="15645" y="723733"/>
                    <a:pt x="13930" y="741307"/>
                  </a:cubicBezTo>
                  <a:lnTo>
                    <a:pt x="87225" y="741307"/>
                  </a:lnTo>
                  <a:lnTo>
                    <a:pt x="93226" y="741307"/>
                  </a:lnTo>
                  <a:lnTo>
                    <a:pt x="253103" y="901184"/>
                  </a:lnTo>
                  <a:lnTo>
                    <a:pt x="344400" y="901184"/>
                  </a:lnTo>
                  <a:lnTo>
                    <a:pt x="350401" y="901184"/>
                  </a:lnTo>
                  <a:lnTo>
                    <a:pt x="426268" y="977051"/>
                  </a:lnTo>
                  <a:lnTo>
                    <a:pt x="502134" y="977051"/>
                  </a:lnTo>
                  <a:cubicBezTo>
                    <a:pt x="502134" y="977051"/>
                    <a:pt x="502563" y="977051"/>
                    <a:pt x="502563" y="977051"/>
                  </a:cubicBezTo>
                  <a:cubicBezTo>
                    <a:pt x="504277" y="974479"/>
                    <a:pt x="506421" y="971479"/>
                    <a:pt x="508564" y="969336"/>
                  </a:cubicBezTo>
                  <a:cubicBezTo>
                    <a:pt x="525280" y="952619"/>
                    <a:pt x="552712" y="952191"/>
                    <a:pt x="569428" y="968907"/>
                  </a:cubicBezTo>
                  <a:cubicBezTo>
                    <a:pt x="586145" y="985623"/>
                    <a:pt x="586145" y="1013055"/>
                    <a:pt x="569428" y="1029772"/>
                  </a:cubicBezTo>
                  <a:cubicBezTo>
                    <a:pt x="552712" y="1046488"/>
                    <a:pt x="525709" y="1046488"/>
                    <a:pt x="508564" y="1029772"/>
                  </a:cubicBezTo>
                  <a:cubicBezTo>
                    <a:pt x="501706" y="1022914"/>
                    <a:pt x="497848" y="1014770"/>
                    <a:pt x="496562" y="1006197"/>
                  </a:cubicBezTo>
                  <a:lnTo>
                    <a:pt x="420267" y="1006197"/>
                  </a:lnTo>
                  <a:lnTo>
                    <a:pt x="414266" y="1006197"/>
                  </a:lnTo>
                  <a:lnTo>
                    <a:pt x="338400" y="930331"/>
                  </a:lnTo>
                  <a:lnTo>
                    <a:pt x="247531" y="930759"/>
                  </a:lnTo>
                  <a:lnTo>
                    <a:pt x="241102" y="930331"/>
                  </a:lnTo>
                  <a:lnTo>
                    <a:pt x="81224" y="770453"/>
                  </a:lnTo>
                  <a:lnTo>
                    <a:pt x="11359" y="770453"/>
                  </a:lnTo>
                  <a:cubicBezTo>
                    <a:pt x="10073" y="785884"/>
                    <a:pt x="9215" y="801314"/>
                    <a:pt x="7930" y="816745"/>
                  </a:cubicBezTo>
                  <a:lnTo>
                    <a:pt x="78653" y="816745"/>
                  </a:lnTo>
                  <a:lnTo>
                    <a:pt x="353401" y="1091494"/>
                  </a:lnTo>
                  <a:lnTo>
                    <a:pt x="629865" y="1091494"/>
                  </a:lnTo>
                  <a:cubicBezTo>
                    <a:pt x="630722" y="1090636"/>
                    <a:pt x="631579" y="1089351"/>
                    <a:pt x="632436" y="1088493"/>
                  </a:cubicBezTo>
                  <a:cubicBezTo>
                    <a:pt x="649153" y="1071777"/>
                    <a:pt x="676585" y="1071348"/>
                    <a:pt x="693301" y="1088065"/>
                  </a:cubicBezTo>
                  <a:cubicBezTo>
                    <a:pt x="710017" y="1104781"/>
                    <a:pt x="710017" y="1132213"/>
                    <a:pt x="692872" y="1148929"/>
                  </a:cubicBezTo>
                  <a:cubicBezTo>
                    <a:pt x="676156" y="1165646"/>
                    <a:pt x="649153" y="1165646"/>
                    <a:pt x="632008" y="1148929"/>
                  </a:cubicBezTo>
                  <a:cubicBezTo>
                    <a:pt x="624292" y="1141214"/>
                    <a:pt x="620435" y="1130927"/>
                    <a:pt x="620006" y="1120640"/>
                  </a:cubicBezTo>
                  <a:lnTo>
                    <a:pt x="346972" y="1120211"/>
                  </a:lnTo>
                  <a:lnTo>
                    <a:pt x="340971" y="1120211"/>
                  </a:lnTo>
                  <a:lnTo>
                    <a:pt x="66223" y="845463"/>
                  </a:lnTo>
                  <a:lnTo>
                    <a:pt x="5786" y="845463"/>
                  </a:lnTo>
                  <a:cubicBezTo>
                    <a:pt x="4929" y="860893"/>
                    <a:pt x="4501" y="876752"/>
                    <a:pt x="4072" y="892183"/>
                  </a:cubicBezTo>
                  <a:lnTo>
                    <a:pt x="80367" y="892183"/>
                  </a:lnTo>
                  <a:lnTo>
                    <a:pt x="86368" y="892183"/>
                  </a:lnTo>
                  <a:lnTo>
                    <a:pt x="181094" y="986909"/>
                  </a:lnTo>
                  <a:lnTo>
                    <a:pt x="178951" y="995482"/>
                  </a:lnTo>
                  <a:lnTo>
                    <a:pt x="155377" y="1083350"/>
                  </a:lnTo>
                  <a:lnTo>
                    <a:pt x="156234" y="1084207"/>
                  </a:lnTo>
                  <a:cubicBezTo>
                    <a:pt x="172950" y="1068776"/>
                    <a:pt x="198668" y="1069634"/>
                    <a:pt x="214955" y="1085493"/>
                  </a:cubicBezTo>
                  <a:cubicBezTo>
                    <a:pt x="231672" y="1102209"/>
                    <a:pt x="231672" y="1129213"/>
                    <a:pt x="214955" y="1145929"/>
                  </a:cubicBezTo>
                  <a:cubicBezTo>
                    <a:pt x="198239" y="1162645"/>
                    <a:pt x="171236" y="1162645"/>
                    <a:pt x="154519" y="1145929"/>
                  </a:cubicBezTo>
                  <a:cubicBezTo>
                    <a:pt x="145090" y="1136499"/>
                    <a:pt x="141232" y="1123641"/>
                    <a:pt x="142518" y="1111639"/>
                  </a:cubicBezTo>
                  <a:lnTo>
                    <a:pt x="122801" y="1091922"/>
                  </a:lnTo>
                  <a:lnTo>
                    <a:pt x="124944" y="1083778"/>
                  </a:lnTo>
                  <a:lnTo>
                    <a:pt x="148519" y="995482"/>
                  </a:lnTo>
                  <a:lnTo>
                    <a:pt x="74795" y="921758"/>
                  </a:lnTo>
                  <a:lnTo>
                    <a:pt x="3643" y="921758"/>
                  </a:lnTo>
                  <a:cubicBezTo>
                    <a:pt x="3215" y="946190"/>
                    <a:pt x="3215" y="970621"/>
                    <a:pt x="3215" y="995053"/>
                  </a:cubicBezTo>
                  <a:lnTo>
                    <a:pt x="20360" y="995053"/>
                  </a:lnTo>
                  <a:cubicBezTo>
                    <a:pt x="19931" y="983480"/>
                    <a:pt x="23789" y="972336"/>
                    <a:pt x="32790" y="963335"/>
                  </a:cubicBezTo>
                  <a:cubicBezTo>
                    <a:pt x="49506" y="946618"/>
                    <a:pt x="76938" y="946618"/>
                    <a:pt x="93655" y="963335"/>
                  </a:cubicBezTo>
                  <a:cubicBezTo>
                    <a:pt x="110371" y="980051"/>
                    <a:pt x="110371" y="1007054"/>
                    <a:pt x="93655" y="1024199"/>
                  </a:cubicBezTo>
                  <a:cubicBezTo>
                    <a:pt x="76938" y="1040916"/>
                    <a:pt x="49935" y="1040487"/>
                    <a:pt x="33218" y="1024199"/>
                  </a:cubicBezTo>
                  <a:lnTo>
                    <a:pt x="3643" y="1024199"/>
                  </a:lnTo>
                  <a:cubicBezTo>
                    <a:pt x="6644" y="1145072"/>
                    <a:pt x="18217" y="1266801"/>
                    <a:pt x="38791" y="1388102"/>
                  </a:cubicBezTo>
                  <a:lnTo>
                    <a:pt x="51221" y="1375672"/>
                  </a:lnTo>
                  <a:lnTo>
                    <a:pt x="51221" y="1279660"/>
                  </a:lnTo>
                  <a:cubicBezTo>
                    <a:pt x="45649" y="1277517"/>
                    <a:pt x="39648" y="1274516"/>
                    <a:pt x="35362" y="1269802"/>
                  </a:cubicBezTo>
                  <a:cubicBezTo>
                    <a:pt x="18645" y="1253085"/>
                    <a:pt x="18645" y="1226082"/>
                    <a:pt x="35790" y="1208937"/>
                  </a:cubicBezTo>
                  <a:cubicBezTo>
                    <a:pt x="52507" y="1192221"/>
                    <a:pt x="79510" y="1192221"/>
                    <a:pt x="96226" y="1208937"/>
                  </a:cubicBezTo>
                  <a:cubicBezTo>
                    <a:pt x="112943" y="1225653"/>
                    <a:pt x="112943" y="1253085"/>
                    <a:pt x="96226" y="1269802"/>
                  </a:cubicBezTo>
                  <a:cubicBezTo>
                    <a:pt x="91940" y="1274088"/>
                    <a:pt x="86368" y="1277517"/>
                    <a:pt x="80796" y="1279660"/>
                  </a:cubicBezTo>
                  <a:lnTo>
                    <a:pt x="80796" y="1382101"/>
                  </a:lnTo>
                  <a:lnTo>
                    <a:pt x="80796" y="1388102"/>
                  </a:lnTo>
                  <a:lnTo>
                    <a:pt x="45220" y="1423678"/>
                  </a:lnTo>
                  <a:cubicBezTo>
                    <a:pt x="48220" y="1439537"/>
                    <a:pt x="51221" y="1455825"/>
                    <a:pt x="54650" y="1471684"/>
                  </a:cubicBezTo>
                  <a:lnTo>
                    <a:pt x="145518" y="1380816"/>
                  </a:lnTo>
                  <a:cubicBezTo>
                    <a:pt x="141232" y="1366242"/>
                    <a:pt x="144661" y="1349954"/>
                    <a:pt x="156234" y="1338382"/>
                  </a:cubicBezTo>
                  <a:cubicBezTo>
                    <a:pt x="168664" y="1325951"/>
                    <a:pt x="186666" y="1322951"/>
                    <a:pt x="202097" y="1328523"/>
                  </a:cubicBezTo>
                  <a:cubicBezTo>
                    <a:pt x="220956" y="1298519"/>
                    <a:pt x="239816" y="1268087"/>
                    <a:pt x="257818" y="1237655"/>
                  </a:cubicBezTo>
                  <a:cubicBezTo>
                    <a:pt x="268534" y="1219224"/>
                    <a:pt x="280535" y="1200793"/>
                    <a:pt x="285679" y="1179790"/>
                  </a:cubicBezTo>
                  <a:close/>
                  <a:moveTo>
                    <a:pt x="1349955" y="1571982"/>
                  </a:moveTo>
                  <a:lnTo>
                    <a:pt x="1349955" y="1571982"/>
                  </a:lnTo>
                  <a:cubicBezTo>
                    <a:pt x="1366671" y="1555266"/>
                    <a:pt x="1394103" y="1555266"/>
                    <a:pt x="1410819" y="1571982"/>
                  </a:cubicBezTo>
                  <a:cubicBezTo>
                    <a:pt x="1427536" y="1588699"/>
                    <a:pt x="1427536" y="1615702"/>
                    <a:pt x="1410391" y="1632418"/>
                  </a:cubicBezTo>
                  <a:cubicBezTo>
                    <a:pt x="1393674" y="1649135"/>
                    <a:pt x="1366671" y="1649135"/>
                    <a:pt x="1349955" y="1632418"/>
                  </a:cubicBezTo>
                  <a:cubicBezTo>
                    <a:pt x="1333238" y="1615702"/>
                    <a:pt x="1332810" y="1588699"/>
                    <a:pt x="1349955" y="1571982"/>
                  </a:cubicBezTo>
                  <a:close/>
                  <a:moveTo>
                    <a:pt x="1169932" y="900327"/>
                  </a:moveTo>
                  <a:cubicBezTo>
                    <a:pt x="1153216" y="917043"/>
                    <a:pt x="1126212" y="917043"/>
                    <a:pt x="1109496" y="900327"/>
                  </a:cubicBezTo>
                  <a:cubicBezTo>
                    <a:pt x="1092780" y="883611"/>
                    <a:pt x="1092351" y="856607"/>
                    <a:pt x="1109067" y="839462"/>
                  </a:cubicBezTo>
                  <a:cubicBezTo>
                    <a:pt x="1125784" y="822746"/>
                    <a:pt x="1153216" y="822746"/>
                    <a:pt x="1169932" y="839462"/>
                  </a:cubicBezTo>
                  <a:cubicBezTo>
                    <a:pt x="1186649" y="856607"/>
                    <a:pt x="1186649" y="883611"/>
                    <a:pt x="1169932" y="900327"/>
                  </a:cubicBezTo>
                  <a:close/>
                  <a:moveTo>
                    <a:pt x="1289090" y="786313"/>
                  </a:moveTo>
                  <a:cubicBezTo>
                    <a:pt x="1272374" y="803029"/>
                    <a:pt x="1245370" y="803029"/>
                    <a:pt x="1228225" y="786313"/>
                  </a:cubicBezTo>
                  <a:cubicBezTo>
                    <a:pt x="1211509" y="769596"/>
                    <a:pt x="1211509" y="742593"/>
                    <a:pt x="1228225" y="725448"/>
                  </a:cubicBezTo>
                  <a:cubicBezTo>
                    <a:pt x="1244942" y="708731"/>
                    <a:pt x="1272374" y="708731"/>
                    <a:pt x="1289090" y="725448"/>
                  </a:cubicBezTo>
                  <a:cubicBezTo>
                    <a:pt x="1305806" y="742593"/>
                    <a:pt x="1305806" y="769596"/>
                    <a:pt x="1289090" y="786313"/>
                  </a:cubicBezTo>
                  <a:close/>
                  <a:moveTo>
                    <a:pt x="1225653" y="1447681"/>
                  </a:moveTo>
                  <a:lnTo>
                    <a:pt x="1225653" y="1447681"/>
                  </a:lnTo>
                  <a:cubicBezTo>
                    <a:pt x="1242370" y="1430965"/>
                    <a:pt x="1269373" y="1430965"/>
                    <a:pt x="1286518" y="1447681"/>
                  </a:cubicBezTo>
                  <a:cubicBezTo>
                    <a:pt x="1303235" y="1464397"/>
                    <a:pt x="1303663" y="1491829"/>
                    <a:pt x="1286947" y="1508546"/>
                  </a:cubicBezTo>
                  <a:cubicBezTo>
                    <a:pt x="1270230" y="1525262"/>
                    <a:pt x="1242798" y="1524833"/>
                    <a:pt x="1226082" y="1508117"/>
                  </a:cubicBezTo>
                  <a:cubicBezTo>
                    <a:pt x="1208937" y="1491401"/>
                    <a:pt x="1208937" y="1464397"/>
                    <a:pt x="1225653" y="1447681"/>
                  </a:cubicBezTo>
                  <a:close/>
                  <a:moveTo>
                    <a:pt x="1107782" y="1328095"/>
                  </a:moveTo>
                  <a:cubicBezTo>
                    <a:pt x="1124498" y="1311378"/>
                    <a:pt x="1151501" y="1311378"/>
                    <a:pt x="1168218" y="1328095"/>
                  </a:cubicBezTo>
                  <a:cubicBezTo>
                    <a:pt x="1184934" y="1344811"/>
                    <a:pt x="1184934" y="1371814"/>
                    <a:pt x="1168218" y="1388959"/>
                  </a:cubicBezTo>
                  <a:cubicBezTo>
                    <a:pt x="1151501" y="1405676"/>
                    <a:pt x="1124498" y="1405676"/>
                    <a:pt x="1107353" y="1388959"/>
                  </a:cubicBezTo>
                  <a:cubicBezTo>
                    <a:pt x="1090637" y="1371814"/>
                    <a:pt x="1091065" y="1344811"/>
                    <a:pt x="1107782" y="1328095"/>
                  </a:cubicBezTo>
                  <a:close/>
                  <a:moveTo>
                    <a:pt x="981766" y="1203793"/>
                  </a:moveTo>
                  <a:cubicBezTo>
                    <a:pt x="998482" y="1187077"/>
                    <a:pt x="1025914" y="1187077"/>
                    <a:pt x="1042630" y="1204222"/>
                  </a:cubicBezTo>
                  <a:cubicBezTo>
                    <a:pt x="1059347" y="1220938"/>
                    <a:pt x="1059347" y="1247942"/>
                    <a:pt x="1042630" y="1265087"/>
                  </a:cubicBezTo>
                  <a:cubicBezTo>
                    <a:pt x="1025914" y="1281803"/>
                    <a:pt x="998911" y="1281803"/>
                    <a:pt x="982194" y="1265087"/>
                  </a:cubicBezTo>
                  <a:cubicBezTo>
                    <a:pt x="965478" y="1247942"/>
                    <a:pt x="965049" y="1220510"/>
                    <a:pt x="981766" y="12037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42"/>
            <p:cNvSpPr/>
            <p:nvPr/>
          </p:nvSpPr>
          <p:spPr>
            <a:xfrm>
              <a:off x="4940213" y="2140339"/>
              <a:ext cx="81438" cy="124301"/>
            </a:xfrm>
            <a:custGeom>
              <a:avLst/>
              <a:gdLst/>
              <a:ahLst/>
              <a:cxnLst/>
              <a:rect l="l" t="t" r="r" b="b"/>
              <a:pathLst>
                <a:path w="81438" h="124301" extrusionOk="0">
                  <a:moveTo>
                    <a:pt x="13502" y="124944"/>
                  </a:moveTo>
                  <a:lnTo>
                    <a:pt x="13502" y="124944"/>
                  </a:lnTo>
                  <a:cubicBezTo>
                    <a:pt x="15645" y="119372"/>
                    <a:pt x="17788" y="113800"/>
                    <a:pt x="20360" y="108228"/>
                  </a:cubicBezTo>
                  <a:cubicBezTo>
                    <a:pt x="33218" y="80796"/>
                    <a:pt x="49506" y="55078"/>
                    <a:pt x="64937" y="29361"/>
                  </a:cubicBezTo>
                  <a:cubicBezTo>
                    <a:pt x="70080" y="20788"/>
                    <a:pt x="75652" y="11787"/>
                    <a:pt x="80796" y="3215"/>
                  </a:cubicBezTo>
                  <a:lnTo>
                    <a:pt x="3215" y="80796"/>
                  </a:lnTo>
                  <a:cubicBezTo>
                    <a:pt x="6644" y="94940"/>
                    <a:pt x="10073" y="109942"/>
                    <a:pt x="13502" y="1249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73" name="Google Shape;873;p42"/>
          <p:cNvGraphicFramePr/>
          <p:nvPr>
            <p:extLst>
              <p:ext uri="{D42A27DB-BD31-4B8C-83A1-F6EECF244321}">
                <p14:modId xmlns:p14="http://schemas.microsoft.com/office/powerpoint/2010/main" val="372817106"/>
              </p:ext>
            </p:extLst>
          </p:nvPr>
        </p:nvGraphicFramePr>
        <p:xfrm>
          <a:off x="326888" y="1042225"/>
          <a:ext cx="7869800" cy="3630250"/>
        </p:xfrm>
        <a:graphic>
          <a:graphicData uri="http://schemas.openxmlformats.org/drawingml/2006/table">
            <a:tbl>
              <a:tblPr>
                <a:noFill/>
                <a:tableStyleId>{AE207D5F-6A32-412C-8DE4-425ECFF3F4B5}</a:tableStyleId>
              </a:tblPr>
              <a:tblGrid>
                <a:gridCol w="13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CN" sz="18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Objective</a:t>
                      </a:r>
                      <a:endParaRPr sz="1800" b="1" strike="noStrike" cap="none">
                        <a:solidFill>
                          <a:schemeClr val="dk1"/>
                        </a:solidFill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Build an AI-powered platform to assess students’ LSRW (Listening, Speaking, Reading, Writing)skills with real-time, personalized feedback.</a:t>
                      </a:r>
                      <a:endParaRPr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65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800" b="1">
                          <a:solidFill>
                            <a:schemeClr val="dk1"/>
                          </a:solidFill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Scope</a:t>
                      </a:r>
                      <a:endParaRPr sz="170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gtree"/>
                        <a:buChar char="❖"/>
                      </a:pPr>
                      <a:r>
                        <a:rPr lang="zh-CN" b="1" i="1" dirty="0">
                          <a:solidFill>
                            <a:schemeClr val="dk1"/>
                          </a:solidFill>
                        </a:rPr>
                        <a:t>Writing</a:t>
                      </a:r>
                      <a:r>
                        <a:rPr lang="zh-CN" b="1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Grammar and relevance evaluation (BERT)</a:t>
                      </a:r>
                      <a:br>
                        <a:rPr lang="zh-CN" dirty="0">
                          <a:solidFill>
                            <a:schemeClr val="dk1"/>
                          </a:solidFill>
                        </a:rPr>
                      </a:b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gtree"/>
                        <a:buChar char="❖"/>
                      </a:pPr>
                      <a:r>
                        <a:rPr lang="zh-CN" b="1" i="1" dirty="0">
                          <a:solidFill>
                            <a:schemeClr val="dk1"/>
                          </a:solidFill>
                        </a:rPr>
                        <a:t>Speaking &amp; Listening</a:t>
                      </a:r>
                      <a:r>
                        <a:rPr lang="zh-CN" b="1" dirty="0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Speech-to-text &amp; fluency scoring (Whisper ASR)</a:t>
                      </a:r>
                      <a:br>
                        <a:rPr lang="zh-CN" dirty="0">
                          <a:solidFill>
                            <a:schemeClr val="dk1"/>
                          </a:solidFill>
                        </a:rPr>
                      </a:b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gtree"/>
                        <a:buChar char="❖"/>
                      </a:pPr>
                      <a:r>
                        <a:rPr lang="zh-CN" b="1" i="1" dirty="0">
                          <a:solidFill>
                            <a:schemeClr val="dk1"/>
                          </a:solidFill>
                        </a:rPr>
                        <a:t>Reading: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 Comprehension analysis using NLP(</a:t>
                      </a:r>
                      <a:r>
                        <a:rPr lang="zh-CN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Language Processing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)</a:t>
                      </a:r>
                      <a:br>
                        <a:rPr lang="zh-CN" dirty="0">
                          <a:solidFill>
                            <a:schemeClr val="dk1"/>
                          </a:solidFill>
                        </a:rPr>
                      </a:b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gtree"/>
                        <a:buChar char="❖"/>
                      </a:pPr>
                      <a:r>
                        <a:rPr lang="zh-CN" b="1" i="1" dirty="0">
                          <a:solidFill>
                            <a:schemeClr val="dk1"/>
                          </a:solidFill>
                        </a:rPr>
                        <a:t>Theme relevance: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 Semantic matching</a:t>
                      </a:r>
                      <a:br>
                        <a:rPr lang="zh-CN" dirty="0">
                          <a:solidFill>
                            <a:schemeClr val="dk1"/>
                          </a:solidFill>
                        </a:rPr>
                      </a:br>
                      <a:endParaRPr dirty="0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gtree"/>
                        <a:buChar char="❖"/>
                      </a:pPr>
                      <a:r>
                        <a:rPr lang="zh-CN" b="1" i="1" dirty="0">
                          <a:solidFill>
                            <a:schemeClr val="dk1"/>
                          </a:solidFill>
                        </a:rPr>
                        <a:t>Tech stack</a:t>
                      </a:r>
                      <a:r>
                        <a:rPr lang="zh-CN" b="1" dirty="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zh-CN" dirty="0">
                          <a:solidFill>
                            <a:schemeClr val="dk1"/>
                          </a:solidFill>
                        </a:rPr>
                        <a:t> Vue.js, Flask, SQLite, Node.js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3"/>
          <p:cNvSpPr txBox="1">
            <a:spLocks noGrp="1"/>
          </p:cNvSpPr>
          <p:nvPr>
            <p:ph type="body" idx="1"/>
          </p:nvPr>
        </p:nvSpPr>
        <p:spPr>
          <a:xfrm>
            <a:off x="1590551" y="254632"/>
            <a:ext cx="7331993" cy="54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</a:pPr>
            <a:r>
              <a:rPr lang="zh-CN" sz="3000"/>
              <a:t>Stakeholder Needs</a:t>
            </a:r>
            <a:endParaRPr sz="3000"/>
          </a:p>
        </p:txBody>
      </p:sp>
      <p:grpSp>
        <p:nvGrpSpPr>
          <p:cNvPr id="879" name="Google Shape;879;p43"/>
          <p:cNvGrpSpPr/>
          <p:nvPr/>
        </p:nvGrpSpPr>
        <p:grpSpPr>
          <a:xfrm>
            <a:off x="692331" y="1644754"/>
            <a:ext cx="7759340" cy="2859270"/>
            <a:chOff x="923107" y="2034749"/>
            <a:chExt cx="10345786" cy="3812360"/>
          </a:xfrm>
        </p:grpSpPr>
        <p:sp>
          <p:nvSpPr>
            <p:cNvPr id="880" name="Google Shape;880;p43"/>
            <p:cNvSpPr/>
            <p:nvPr/>
          </p:nvSpPr>
          <p:spPr>
            <a:xfrm>
              <a:off x="923107" y="2034749"/>
              <a:ext cx="10345786" cy="381236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43"/>
            <p:cNvSpPr/>
            <p:nvPr/>
          </p:nvSpPr>
          <p:spPr>
            <a:xfrm>
              <a:off x="1285688" y="3014577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43"/>
            <p:cNvSpPr/>
            <p:nvPr/>
          </p:nvSpPr>
          <p:spPr>
            <a:xfrm>
              <a:off x="1285688" y="3491122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43"/>
            <p:cNvSpPr/>
            <p:nvPr/>
          </p:nvSpPr>
          <p:spPr>
            <a:xfrm>
              <a:off x="1285688" y="3967667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1285688" y="4444212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43"/>
            <p:cNvSpPr/>
            <p:nvPr/>
          </p:nvSpPr>
          <p:spPr>
            <a:xfrm>
              <a:off x="1285688" y="4920757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43"/>
            <p:cNvSpPr/>
            <p:nvPr/>
          </p:nvSpPr>
          <p:spPr>
            <a:xfrm>
              <a:off x="1285688" y="5397301"/>
              <a:ext cx="9677005" cy="2382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  <a:effectLst>
              <a:reflection stA="50000" endA="300" endPos="55000" sy="-100000" algn="bl" rotWithShape="0"/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43"/>
          <p:cNvGrpSpPr/>
          <p:nvPr/>
        </p:nvGrpSpPr>
        <p:grpSpPr>
          <a:xfrm>
            <a:off x="2380618" y="1478210"/>
            <a:ext cx="6027695" cy="3197743"/>
            <a:chOff x="3174158" y="1812689"/>
            <a:chExt cx="8036926" cy="4263657"/>
          </a:xfrm>
        </p:grpSpPr>
        <p:sp>
          <p:nvSpPr>
            <p:cNvPr id="888" name="Google Shape;888;p43"/>
            <p:cNvSpPr/>
            <p:nvPr/>
          </p:nvSpPr>
          <p:spPr>
            <a:xfrm rot="-5400000">
              <a:off x="4376082" y="610768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538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43"/>
            <p:cNvSpPr/>
            <p:nvPr/>
          </p:nvSpPr>
          <p:spPr>
            <a:xfrm rot="-5400000">
              <a:off x="7082677" y="610768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1E0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43"/>
            <p:cNvSpPr/>
            <p:nvPr/>
          </p:nvSpPr>
          <p:spPr>
            <a:xfrm rot="-5400000">
              <a:off x="9789273" y="610765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538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3"/>
            <p:cNvSpPr/>
            <p:nvPr/>
          </p:nvSpPr>
          <p:spPr>
            <a:xfrm rot="-5400000" flipH="1">
              <a:off x="4376082" y="4647049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538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3"/>
            <p:cNvSpPr/>
            <p:nvPr/>
          </p:nvSpPr>
          <p:spPr>
            <a:xfrm rot="-5400000" flipH="1">
              <a:off x="7082679" y="4647050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1E0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3"/>
            <p:cNvSpPr/>
            <p:nvPr/>
          </p:nvSpPr>
          <p:spPr>
            <a:xfrm rot="-5400000" flipH="1">
              <a:off x="9789273" y="4647053"/>
              <a:ext cx="219887" cy="2623735"/>
            </a:xfrm>
            <a:custGeom>
              <a:avLst/>
              <a:gdLst/>
              <a:ahLst/>
              <a:cxnLst/>
              <a:rect l="l" t="t" r="r" b="b"/>
              <a:pathLst>
                <a:path w="232581" h="2020467" extrusionOk="0">
                  <a:moveTo>
                    <a:pt x="0" y="0"/>
                  </a:moveTo>
                  <a:lnTo>
                    <a:pt x="232581" y="200025"/>
                  </a:lnTo>
                  <a:lnTo>
                    <a:pt x="232581" y="1839492"/>
                  </a:lnTo>
                  <a:lnTo>
                    <a:pt x="0" y="2020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5388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3"/>
            <p:cNvSpPr/>
            <p:nvPr/>
          </p:nvSpPr>
          <p:spPr>
            <a:xfrm rot="10800000">
              <a:off x="3418868" y="1812689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3"/>
            <p:cNvSpPr/>
            <p:nvPr/>
          </p:nvSpPr>
          <p:spPr>
            <a:xfrm rot="10800000">
              <a:off x="6129905" y="1812689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43"/>
            <p:cNvSpPr/>
            <p:nvPr/>
          </p:nvSpPr>
          <p:spPr>
            <a:xfrm rot="10800000">
              <a:off x="8840943" y="1812690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43"/>
            <p:cNvSpPr/>
            <p:nvPr/>
          </p:nvSpPr>
          <p:spPr>
            <a:xfrm>
              <a:off x="3418868" y="5535341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43"/>
            <p:cNvSpPr/>
            <p:nvPr/>
          </p:nvSpPr>
          <p:spPr>
            <a:xfrm>
              <a:off x="6129905" y="5535341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8840943" y="5535342"/>
              <a:ext cx="2150685" cy="541004"/>
            </a:xfrm>
            <a:prstGeom prst="round2SameRect">
              <a:avLst>
                <a:gd name="adj1" fmla="val 3115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00" name="Google Shape;900;p43"/>
          <p:cNvGraphicFramePr/>
          <p:nvPr>
            <p:extLst>
              <p:ext uri="{D42A27DB-BD31-4B8C-83A1-F6EECF244321}">
                <p14:modId xmlns:p14="http://schemas.microsoft.com/office/powerpoint/2010/main" val="3902759595"/>
              </p:ext>
            </p:extLst>
          </p:nvPr>
        </p:nvGraphicFramePr>
        <p:xfrm>
          <a:off x="666208" y="1379197"/>
          <a:ext cx="7785400" cy="3375175"/>
        </p:xfrm>
        <a:graphic>
          <a:graphicData uri="http://schemas.openxmlformats.org/drawingml/2006/table">
            <a:tbl>
              <a:tblPr firstRow="1" bandRow="1">
                <a:noFill/>
                <a:tableStyleId>{46D5B238-849A-48DF-9DB8-9DE1E7902797}</a:tableStyleId>
              </a:tblPr>
              <a:tblGrid>
                <a:gridCol w="168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zh-CN" sz="1200" b="1">
                          <a:solidFill>
                            <a:schemeClr val="lt1"/>
                          </a:solidFill>
                        </a:rPr>
                        <a:t>Students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zh-CN" sz="1500" b="1">
                          <a:solidFill>
                            <a:schemeClr val="lt1"/>
                          </a:solidFill>
                        </a:rPr>
                        <a:t>Teachers</a:t>
                      </a:r>
                      <a:endParaRPr sz="21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lang="zh-CN" sz="1500" b="1">
                          <a:solidFill>
                            <a:schemeClr val="lt1"/>
                          </a:solidFill>
                        </a:rPr>
                        <a:t>Institutions</a:t>
                      </a:r>
                      <a:endParaRPr sz="1500" b="1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Receive instant, personalized language feedback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b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Save time on manual grading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Scalable, cost-effective assessment solution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 dirty="0">
                          <a:solidFill>
                            <a:srgbClr val="3F3F3F"/>
                          </a:solidFill>
                        </a:rPr>
                        <a:t>Practice LSRW skills with AI-guided evaluations</a:t>
                      </a:r>
                      <a:endParaRPr sz="1200" b="1" dirty="0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dirty="0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Monitor progress with analytics and dashboards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Aligns with digital education goals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Gain confidence and improve self-paced learning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Customize and post assessments easily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b="1">
                          <a:solidFill>
                            <a:srgbClr val="3F3F3F"/>
                          </a:solidFill>
                        </a:rPr>
                        <a:t>Promotes fairness and transparency in evaluations</a:t>
                      </a:r>
                      <a:endParaRPr sz="1200" b="1">
                        <a:solidFill>
                          <a:srgbClr val="3F3F3F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3F3F3F"/>
                        </a:solidFill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901" name="Google Shape;901;p43"/>
          <p:cNvGrpSpPr/>
          <p:nvPr/>
        </p:nvGrpSpPr>
        <p:grpSpPr>
          <a:xfrm>
            <a:off x="787155" y="2861963"/>
            <a:ext cx="1562377" cy="1595161"/>
            <a:chOff x="5369718" y="2683668"/>
            <a:chExt cx="1452563" cy="1483043"/>
          </a:xfrm>
        </p:grpSpPr>
        <p:sp>
          <p:nvSpPr>
            <p:cNvPr id="902" name="Google Shape;902;p43"/>
            <p:cNvSpPr/>
            <p:nvPr/>
          </p:nvSpPr>
          <p:spPr>
            <a:xfrm>
              <a:off x="5420716" y="3610451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 extrusionOk="0">
                  <a:moveTo>
                    <a:pt x="299046" y="7144"/>
                  </a:moveTo>
                  <a:cubicBezTo>
                    <a:pt x="162838" y="7144"/>
                    <a:pt x="96163" y="39529"/>
                    <a:pt x="42823" y="103346"/>
                  </a:cubicBezTo>
                  <a:cubicBezTo>
                    <a:pt x="-11469" y="169069"/>
                    <a:pt x="12343" y="270986"/>
                    <a:pt x="12343" y="273844"/>
                  </a:cubicBezTo>
                  <a:lnTo>
                    <a:pt x="80923" y="270034"/>
                  </a:lnTo>
                  <a:lnTo>
                    <a:pt x="80923" y="279559"/>
                  </a:lnTo>
                  <a:cubicBezTo>
                    <a:pt x="80923" y="277654"/>
                    <a:pt x="63778" y="186214"/>
                    <a:pt x="97116" y="147161"/>
                  </a:cubicBezTo>
                  <a:cubicBezTo>
                    <a:pt x="135216" y="101441"/>
                    <a:pt x="186651" y="77629"/>
                    <a:pt x="298093" y="77629"/>
                  </a:cubicBezTo>
                  <a:cubicBezTo>
                    <a:pt x="317143" y="77629"/>
                    <a:pt x="333336" y="62389"/>
                    <a:pt x="333336" y="42386"/>
                  </a:cubicBezTo>
                  <a:cubicBezTo>
                    <a:pt x="334288" y="22384"/>
                    <a:pt x="318096" y="7144"/>
                    <a:pt x="299046" y="71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5426868" y="3847623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 extrusionOk="0">
                  <a:moveTo>
                    <a:pt x="82391" y="60484"/>
                  </a:moveTo>
                  <a:cubicBezTo>
                    <a:pt x="82391" y="68104"/>
                    <a:pt x="69056" y="74771"/>
                    <a:pt x="51911" y="74771"/>
                  </a:cubicBezTo>
                  <a:lnTo>
                    <a:pt x="37624" y="74771"/>
                  </a:lnTo>
                  <a:cubicBezTo>
                    <a:pt x="21431" y="74771"/>
                    <a:pt x="7144" y="68104"/>
                    <a:pt x="7144" y="60484"/>
                  </a:cubicBezTo>
                  <a:lnTo>
                    <a:pt x="7144" y="21431"/>
                  </a:lnTo>
                  <a:cubicBezTo>
                    <a:pt x="7144" y="13811"/>
                    <a:pt x="20479" y="7144"/>
                    <a:pt x="37624" y="7144"/>
                  </a:cubicBezTo>
                  <a:lnTo>
                    <a:pt x="51911" y="7144"/>
                  </a:lnTo>
                  <a:cubicBezTo>
                    <a:pt x="68104" y="7144"/>
                    <a:pt x="82391" y="13811"/>
                    <a:pt x="82391" y="21431"/>
                  </a:cubicBezTo>
                  <a:lnTo>
                    <a:pt x="82391" y="60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3"/>
            <p:cNvSpPr/>
            <p:nvPr/>
          </p:nvSpPr>
          <p:spPr>
            <a:xfrm>
              <a:off x="5369718" y="39111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 extrusionOk="0">
                  <a:moveTo>
                    <a:pt x="203359" y="134167"/>
                  </a:moveTo>
                  <a:lnTo>
                    <a:pt x="203359" y="105592"/>
                  </a:lnTo>
                  <a:cubicBezTo>
                    <a:pt x="203359" y="48442"/>
                    <a:pt x="153829" y="2722"/>
                    <a:pt x="95726" y="7485"/>
                  </a:cubicBezTo>
                  <a:cubicBezTo>
                    <a:pt x="45244" y="12247"/>
                    <a:pt x="7144" y="57015"/>
                    <a:pt x="7144" y="108450"/>
                  </a:cubicBezTo>
                  <a:lnTo>
                    <a:pt x="7144" y="132263"/>
                  </a:lnTo>
                  <a:cubicBezTo>
                    <a:pt x="7144" y="150360"/>
                    <a:pt x="20479" y="166553"/>
                    <a:pt x="39529" y="167505"/>
                  </a:cubicBezTo>
                  <a:cubicBezTo>
                    <a:pt x="58579" y="168458"/>
                    <a:pt x="74771" y="153217"/>
                    <a:pt x="74771" y="134167"/>
                  </a:cubicBezTo>
                  <a:lnTo>
                    <a:pt x="74771" y="106545"/>
                  </a:lnTo>
                  <a:cubicBezTo>
                    <a:pt x="74771" y="91305"/>
                    <a:pt x="84296" y="77970"/>
                    <a:pt x="99536" y="75112"/>
                  </a:cubicBezTo>
                  <a:cubicBezTo>
                    <a:pt x="118586" y="71303"/>
                    <a:pt x="135731" y="86542"/>
                    <a:pt x="135731" y="104640"/>
                  </a:cubicBezTo>
                  <a:lnTo>
                    <a:pt x="135731" y="131310"/>
                  </a:lnTo>
                  <a:cubicBezTo>
                    <a:pt x="135731" y="148455"/>
                    <a:pt x="147161" y="163695"/>
                    <a:pt x="163354" y="166553"/>
                  </a:cubicBezTo>
                  <a:cubicBezTo>
                    <a:pt x="185261" y="171315"/>
                    <a:pt x="203359" y="155122"/>
                    <a:pt x="203359" y="134167"/>
                  </a:cubicBezTo>
                  <a:close/>
                  <a:moveTo>
                    <a:pt x="123349" y="39870"/>
                  </a:moveTo>
                  <a:cubicBezTo>
                    <a:pt x="123349" y="51300"/>
                    <a:pt x="113824" y="59872"/>
                    <a:pt x="103346" y="59872"/>
                  </a:cubicBezTo>
                  <a:cubicBezTo>
                    <a:pt x="92869" y="59872"/>
                    <a:pt x="83344" y="50347"/>
                    <a:pt x="83344" y="39870"/>
                  </a:cubicBezTo>
                  <a:cubicBezTo>
                    <a:pt x="83344" y="28440"/>
                    <a:pt x="92869" y="19867"/>
                    <a:pt x="103346" y="19867"/>
                  </a:cubicBezTo>
                  <a:cubicBezTo>
                    <a:pt x="113824" y="19867"/>
                    <a:pt x="123349" y="28440"/>
                    <a:pt x="123349" y="3987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3"/>
            <p:cNvSpPr/>
            <p:nvPr/>
          </p:nvSpPr>
          <p:spPr>
            <a:xfrm>
              <a:off x="6389803" y="3429476"/>
              <a:ext cx="371475" cy="247650"/>
            </a:xfrm>
            <a:custGeom>
              <a:avLst/>
              <a:gdLst/>
              <a:ahLst/>
              <a:cxnLst/>
              <a:rect l="l" t="t" r="r" b="b"/>
              <a:pathLst>
                <a:path w="371475" h="247650" extrusionOk="0">
                  <a:moveTo>
                    <a:pt x="41476" y="245269"/>
                  </a:moveTo>
                  <a:cubicBezTo>
                    <a:pt x="177684" y="245269"/>
                    <a:pt x="272934" y="212884"/>
                    <a:pt x="326274" y="149066"/>
                  </a:cubicBezTo>
                  <a:cubicBezTo>
                    <a:pt x="380566" y="83344"/>
                    <a:pt x="366279" y="10001"/>
                    <a:pt x="366279" y="7144"/>
                  </a:cubicBezTo>
                  <a:lnTo>
                    <a:pt x="297699" y="20479"/>
                  </a:lnTo>
                  <a:lnTo>
                    <a:pt x="297699" y="20479"/>
                  </a:lnTo>
                  <a:cubicBezTo>
                    <a:pt x="297699" y="22384"/>
                    <a:pt x="305319" y="66199"/>
                    <a:pt x="271981" y="105251"/>
                  </a:cubicBezTo>
                  <a:cubicBezTo>
                    <a:pt x="233881" y="150971"/>
                    <a:pt x="153871" y="174784"/>
                    <a:pt x="42429" y="174784"/>
                  </a:cubicBezTo>
                  <a:cubicBezTo>
                    <a:pt x="23379" y="174784"/>
                    <a:pt x="7186" y="190024"/>
                    <a:pt x="7186" y="210026"/>
                  </a:cubicBezTo>
                  <a:cubicBezTo>
                    <a:pt x="6234" y="229076"/>
                    <a:pt x="21474" y="245269"/>
                    <a:pt x="41476" y="24526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3"/>
            <p:cNvSpPr/>
            <p:nvPr/>
          </p:nvSpPr>
          <p:spPr>
            <a:xfrm>
              <a:off x="6677501" y="3390423"/>
              <a:ext cx="85725" cy="76200"/>
            </a:xfrm>
            <a:custGeom>
              <a:avLst/>
              <a:gdLst/>
              <a:ahLst/>
              <a:cxnLst/>
              <a:rect l="l" t="t" r="r" b="b"/>
              <a:pathLst>
                <a:path w="85725" h="76200" extrusionOk="0">
                  <a:moveTo>
                    <a:pt x="7144" y="21431"/>
                  </a:moveTo>
                  <a:cubicBezTo>
                    <a:pt x="7144" y="13811"/>
                    <a:pt x="20479" y="7144"/>
                    <a:pt x="37624" y="7144"/>
                  </a:cubicBezTo>
                  <a:lnTo>
                    <a:pt x="51911" y="7144"/>
                  </a:lnTo>
                  <a:cubicBezTo>
                    <a:pt x="68104" y="7144"/>
                    <a:pt x="82391" y="13811"/>
                    <a:pt x="82391" y="21431"/>
                  </a:cubicBezTo>
                  <a:lnTo>
                    <a:pt x="82391" y="60484"/>
                  </a:lnTo>
                  <a:cubicBezTo>
                    <a:pt x="82391" y="68104"/>
                    <a:pt x="69056" y="74771"/>
                    <a:pt x="51911" y="74771"/>
                  </a:cubicBezTo>
                  <a:lnTo>
                    <a:pt x="37624" y="74771"/>
                  </a:lnTo>
                  <a:cubicBezTo>
                    <a:pt x="21431" y="74771"/>
                    <a:pt x="7144" y="68104"/>
                    <a:pt x="7144" y="60484"/>
                  </a:cubicBezTo>
                  <a:lnTo>
                    <a:pt x="7144" y="21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43"/>
            <p:cNvSpPr/>
            <p:nvPr/>
          </p:nvSpPr>
          <p:spPr>
            <a:xfrm>
              <a:off x="6612731" y="3234171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 extrusionOk="0">
                  <a:moveTo>
                    <a:pt x="7144" y="40524"/>
                  </a:moveTo>
                  <a:lnTo>
                    <a:pt x="7144" y="69099"/>
                  </a:lnTo>
                  <a:cubicBezTo>
                    <a:pt x="7144" y="126249"/>
                    <a:pt x="56674" y="171969"/>
                    <a:pt x="114776" y="167206"/>
                  </a:cubicBezTo>
                  <a:cubicBezTo>
                    <a:pt x="165259" y="162444"/>
                    <a:pt x="203359" y="117676"/>
                    <a:pt x="203359" y="66241"/>
                  </a:cubicBezTo>
                  <a:lnTo>
                    <a:pt x="203359" y="42429"/>
                  </a:lnTo>
                  <a:cubicBezTo>
                    <a:pt x="203359" y="24331"/>
                    <a:pt x="190024" y="8139"/>
                    <a:pt x="170974" y="7186"/>
                  </a:cubicBezTo>
                  <a:cubicBezTo>
                    <a:pt x="151924" y="6234"/>
                    <a:pt x="135731" y="21474"/>
                    <a:pt x="135731" y="40524"/>
                  </a:cubicBezTo>
                  <a:lnTo>
                    <a:pt x="135731" y="68146"/>
                  </a:lnTo>
                  <a:cubicBezTo>
                    <a:pt x="135731" y="83386"/>
                    <a:pt x="126206" y="96721"/>
                    <a:pt x="110966" y="99579"/>
                  </a:cubicBezTo>
                  <a:cubicBezTo>
                    <a:pt x="91916" y="103389"/>
                    <a:pt x="74771" y="88149"/>
                    <a:pt x="74771" y="70051"/>
                  </a:cubicBezTo>
                  <a:lnTo>
                    <a:pt x="74771" y="43381"/>
                  </a:lnTo>
                  <a:cubicBezTo>
                    <a:pt x="74771" y="26236"/>
                    <a:pt x="63341" y="10996"/>
                    <a:pt x="47149" y="8139"/>
                  </a:cubicBezTo>
                  <a:cubicBezTo>
                    <a:pt x="26194" y="3376"/>
                    <a:pt x="7144" y="19569"/>
                    <a:pt x="7144" y="40524"/>
                  </a:cubicBezTo>
                  <a:close/>
                  <a:moveTo>
                    <a:pt x="87154" y="134821"/>
                  </a:moveTo>
                  <a:cubicBezTo>
                    <a:pt x="87154" y="123391"/>
                    <a:pt x="96679" y="114819"/>
                    <a:pt x="107156" y="114819"/>
                  </a:cubicBezTo>
                  <a:cubicBezTo>
                    <a:pt x="117634" y="114819"/>
                    <a:pt x="127159" y="124344"/>
                    <a:pt x="127159" y="134821"/>
                  </a:cubicBezTo>
                  <a:cubicBezTo>
                    <a:pt x="127159" y="146251"/>
                    <a:pt x="117634" y="154824"/>
                    <a:pt x="107156" y="154824"/>
                  </a:cubicBezTo>
                  <a:cubicBezTo>
                    <a:pt x="96679" y="154824"/>
                    <a:pt x="87154" y="146251"/>
                    <a:pt x="87154" y="1348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3"/>
            <p:cNvSpPr/>
            <p:nvPr/>
          </p:nvSpPr>
          <p:spPr>
            <a:xfrm>
              <a:off x="6213633" y="351805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7144" y="114776"/>
                  </a:moveTo>
                  <a:cubicBezTo>
                    <a:pt x="7144" y="173831"/>
                    <a:pt x="55721" y="222409"/>
                    <a:pt x="114776" y="222409"/>
                  </a:cubicBezTo>
                  <a:cubicBezTo>
                    <a:pt x="173831" y="222409"/>
                    <a:pt x="222409" y="173831"/>
                    <a:pt x="222409" y="114776"/>
                  </a:cubicBezTo>
                  <a:cubicBezTo>
                    <a:pt x="222409" y="55721"/>
                    <a:pt x="173831" y="7144"/>
                    <a:pt x="114776" y="7144"/>
                  </a:cubicBezTo>
                  <a:cubicBezTo>
                    <a:pt x="54769" y="7144"/>
                    <a:pt x="7144" y="54769"/>
                    <a:pt x="7144" y="114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5699283" y="352282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222409" y="114776"/>
                  </a:moveTo>
                  <a:cubicBezTo>
                    <a:pt x="222409" y="173831"/>
                    <a:pt x="173831" y="222409"/>
                    <a:pt x="114776" y="222409"/>
                  </a:cubicBezTo>
                  <a:cubicBezTo>
                    <a:pt x="55721" y="222409"/>
                    <a:pt x="7144" y="173831"/>
                    <a:pt x="7144" y="114776"/>
                  </a:cubicBezTo>
                  <a:cubicBezTo>
                    <a:pt x="7144" y="55721"/>
                    <a:pt x="55721" y="7144"/>
                    <a:pt x="114776" y="7144"/>
                  </a:cubicBezTo>
                  <a:cubicBezTo>
                    <a:pt x="174784" y="7144"/>
                    <a:pt x="222409" y="54769"/>
                    <a:pt x="222409" y="114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43"/>
            <p:cNvSpPr/>
            <p:nvPr/>
          </p:nvSpPr>
          <p:spPr>
            <a:xfrm>
              <a:off x="5790723" y="3423761"/>
              <a:ext cx="561975" cy="504825"/>
            </a:xfrm>
            <a:custGeom>
              <a:avLst/>
              <a:gdLst/>
              <a:ahLst/>
              <a:cxnLst/>
              <a:rect l="l" t="t" r="r" b="b"/>
              <a:pathLst>
                <a:path w="561975" h="504825" extrusionOk="0">
                  <a:moveTo>
                    <a:pt x="381476" y="7144"/>
                  </a:moveTo>
                  <a:lnTo>
                    <a:pt x="381476" y="7144"/>
                  </a:lnTo>
                  <a:lnTo>
                    <a:pt x="183356" y="7144"/>
                  </a:lnTo>
                  <a:lnTo>
                    <a:pt x="183356" y="7144"/>
                  </a:lnTo>
                  <a:cubicBezTo>
                    <a:pt x="86201" y="9049"/>
                    <a:pt x="7144" y="119539"/>
                    <a:pt x="7144" y="255746"/>
                  </a:cubicBezTo>
                  <a:lnTo>
                    <a:pt x="7144" y="504349"/>
                  </a:lnTo>
                  <a:lnTo>
                    <a:pt x="200501" y="504349"/>
                  </a:lnTo>
                  <a:lnTo>
                    <a:pt x="363379" y="504349"/>
                  </a:lnTo>
                  <a:lnTo>
                    <a:pt x="557689" y="504349"/>
                  </a:lnTo>
                  <a:lnTo>
                    <a:pt x="557689" y="255746"/>
                  </a:lnTo>
                  <a:cubicBezTo>
                    <a:pt x="557689" y="119539"/>
                    <a:pt x="478631" y="9049"/>
                    <a:pt x="381476" y="7144"/>
                  </a:cubicBezTo>
                  <a:close/>
                </a:path>
              </a:pathLst>
            </a:custGeom>
            <a:solidFill>
              <a:srgbClr val="DCDED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43"/>
            <p:cNvSpPr/>
            <p:nvPr/>
          </p:nvSpPr>
          <p:spPr>
            <a:xfrm>
              <a:off x="5790723" y="3661886"/>
              <a:ext cx="561975" cy="504825"/>
            </a:xfrm>
            <a:custGeom>
              <a:avLst/>
              <a:gdLst/>
              <a:ahLst/>
              <a:cxnLst/>
              <a:rect l="l" t="t" r="r" b="b"/>
              <a:pathLst>
                <a:path w="561975" h="504825" extrusionOk="0">
                  <a:moveTo>
                    <a:pt x="352901" y="504349"/>
                  </a:moveTo>
                  <a:lnTo>
                    <a:pt x="381476" y="504349"/>
                  </a:lnTo>
                  <a:lnTo>
                    <a:pt x="221456" y="504349"/>
                  </a:lnTo>
                  <a:lnTo>
                    <a:pt x="211931" y="504349"/>
                  </a:lnTo>
                  <a:cubicBezTo>
                    <a:pt x="114776" y="502444"/>
                    <a:pt x="7144" y="391954"/>
                    <a:pt x="7144" y="255746"/>
                  </a:cubicBezTo>
                  <a:lnTo>
                    <a:pt x="7144" y="7144"/>
                  </a:lnTo>
                  <a:lnTo>
                    <a:pt x="200501" y="7144"/>
                  </a:lnTo>
                  <a:lnTo>
                    <a:pt x="363379" y="7144"/>
                  </a:lnTo>
                  <a:lnTo>
                    <a:pt x="557689" y="7144"/>
                  </a:lnTo>
                  <a:lnTo>
                    <a:pt x="557689" y="255746"/>
                  </a:lnTo>
                  <a:cubicBezTo>
                    <a:pt x="557689" y="391954"/>
                    <a:pt x="450056" y="502444"/>
                    <a:pt x="352901" y="504349"/>
                  </a:cubicBezTo>
                  <a:close/>
                </a:path>
              </a:pathLst>
            </a:custGeom>
            <a:solidFill>
              <a:srgbClr val="DCDED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6311741" y="3046571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 extrusionOk="0">
                  <a:moveTo>
                    <a:pt x="148114" y="155734"/>
                  </a:moveTo>
                  <a:cubicBezTo>
                    <a:pt x="148114" y="194786"/>
                    <a:pt x="116681" y="226219"/>
                    <a:pt x="77629" y="226219"/>
                  </a:cubicBezTo>
                  <a:lnTo>
                    <a:pt x="77629" y="226219"/>
                  </a:lnTo>
                  <a:cubicBezTo>
                    <a:pt x="38576" y="226219"/>
                    <a:pt x="7144" y="194786"/>
                    <a:pt x="7144" y="155734"/>
                  </a:cubicBezTo>
                  <a:lnTo>
                    <a:pt x="7144" y="77629"/>
                  </a:lnTo>
                  <a:cubicBezTo>
                    <a:pt x="7144" y="38576"/>
                    <a:pt x="38576" y="7144"/>
                    <a:pt x="77629" y="7144"/>
                  </a:cubicBezTo>
                  <a:lnTo>
                    <a:pt x="77629" y="7144"/>
                  </a:lnTo>
                  <a:cubicBezTo>
                    <a:pt x="116681" y="7144"/>
                    <a:pt x="148114" y="38576"/>
                    <a:pt x="148114" y="77629"/>
                  </a:cubicBezTo>
                  <a:lnTo>
                    <a:pt x="148114" y="1557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3"/>
            <p:cNvSpPr/>
            <p:nvPr/>
          </p:nvSpPr>
          <p:spPr>
            <a:xfrm>
              <a:off x="5679281" y="3046571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 extrusionOk="0">
                  <a:moveTo>
                    <a:pt x="148114" y="155734"/>
                  </a:moveTo>
                  <a:cubicBezTo>
                    <a:pt x="148114" y="194786"/>
                    <a:pt x="116681" y="226219"/>
                    <a:pt x="77629" y="226219"/>
                  </a:cubicBezTo>
                  <a:lnTo>
                    <a:pt x="77629" y="226219"/>
                  </a:lnTo>
                  <a:cubicBezTo>
                    <a:pt x="38576" y="226219"/>
                    <a:pt x="7144" y="194786"/>
                    <a:pt x="7144" y="155734"/>
                  </a:cubicBezTo>
                  <a:lnTo>
                    <a:pt x="7144" y="77629"/>
                  </a:lnTo>
                  <a:cubicBezTo>
                    <a:pt x="7144" y="38576"/>
                    <a:pt x="38576" y="7144"/>
                    <a:pt x="77629" y="7144"/>
                  </a:cubicBezTo>
                  <a:lnTo>
                    <a:pt x="77629" y="7144"/>
                  </a:lnTo>
                  <a:cubicBezTo>
                    <a:pt x="116681" y="7144"/>
                    <a:pt x="148114" y="38576"/>
                    <a:pt x="148114" y="77629"/>
                  </a:cubicBezTo>
                  <a:lnTo>
                    <a:pt x="148114" y="1557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43"/>
            <p:cNvSpPr/>
            <p:nvPr/>
          </p:nvSpPr>
          <p:spPr>
            <a:xfrm>
              <a:off x="5749766" y="2922746"/>
              <a:ext cx="638175" cy="466725"/>
            </a:xfrm>
            <a:custGeom>
              <a:avLst/>
              <a:gdLst/>
              <a:ahLst/>
              <a:cxnLst/>
              <a:rect l="l" t="t" r="r" b="b"/>
              <a:pathLst>
                <a:path w="638175" h="466725" extrusionOk="0">
                  <a:moveTo>
                    <a:pt x="639604" y="273844"/>
                  </a:moveTo>
                  <a:cubicBezTo>
                    <a:pt x="639604" y="377666"/>
                    <a:pt x="554831" y="462439"/>
                    <a:pt x="451009" y="462439"/>
                  </a:cubicBezTo>
                  <a:lnTo>
                    <a:pt x="195739" y="462439"/>
                  </a:lnTo>
                  <a:cubicBezTo>
                    <a:pt x="91916" y="462439"/>
                    <a:pt x="7144" y="377666"/>
                    <a:pt x="7144" y="273844"/>
                  </a:cubicBezTo>
                  <a:lnTo>
                    <a:pt x="7144" y="195739"/>
                  </a:lnTo>
                  <a:cubicBezTo>
                    <a:pt x="7144" y="91916"/>
                    <a:pt x="91916" y="7144"/>
                    <a:pt x="195739" y="7144"/>
                  </a:cubicBezTo>
                  <a:lnTo>
                    <a:pt x="451009" y="7144"/>
                  </a:lnTo>
                  <a:cubicBezTo>
                    <a:pt x="554831" y="7144"/>
                    <a:pt x="639604" y="91916"/>
                    <a:pt x="639604" y="195739"/>
                  </a:cubicBezTo>
                  <a:lnTo>
                    <a:pt x="639604" y="273844"/>
                  </a:lnTo>
                  <a:close/>
                </a:path>
              </a:pathLst>
            </a:custGeom>
            <a:solidFill>
              <a:srgbClr val="DCDED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949791" y="2833211"/>
              <a:ext cx="228600" cy="95250"/>
            </a:xfrm>
            <a:custGeom>
              <a:avLst/>
              <a:gdLst/>
              <a:ahLst/>
              <a:cxnLst/>
              <a:rect l="l" t="t" r="r" b="b"/>
              <a:pathLst>
                <a:path w="228600" h="95250" extrusionOk="0">
                  <a:moveTo>
                    <a:pt x="191929" y="7144"/>
                  </a:moveTo>
                  <a:lnTo>
                    <a:pt x="43339" y="7144"/>
                  </a:lnTo>
                  <a:cubicBezTo>
                    <a:pt x="23336" y="7144"/>
                    <a:pt x="7144" y="27146"/>
                    <a:pt x="7144" y="51911"/>
                  </a:cubicBezTo>
                  <a:cubicBezTo>
                    <a:pt x="7144" y="76676"/>
                    <a:pt x="23336" y="96679"/>
                    <a:pt x="43339" y="96679"/>
                  </a:cubicBezTo>
                  <a:lnTo>
                    <a:pt x="191929" y="96679"/>
                  </a:lnTo>
                  <a:cubicBezTo>
                    <a:pt x="211931" y="96679"/>
                    <a:pt x="228124" y="76676"/>
                    <a:pt x="228124" y="51911"/>
                  </a:cubicBezTo>
                  <a:cubicBezTo>
                    <a:pt x="228124" y="27146"/>
                    <a:pt x="211931" y="7144"/>
                    <a:pt x="191929" y="71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6037355" y="2683668"/>
              <a:ext cx="57150" cy="190500"/>
            </a:xfrm>
            <a:custGeom>
              <a:avLst/>
              <a:gdLst/>
              <a:ahLst/>
              <a:cxnLst/>
              <a:rect l="l" t="t" r="r" b="b"/>
              <a:pathLst>
                <a:path w="57150" h="190500" extrusionOk="0">
                  <a:moveTo>
                    <a:pt x="21497" y="35719"/>
                  </a:moveTo>
                  <a:lnTo>
                    <a:pt x="7209" y="158591"/>
                  </a:lnTo>
                  <a:cubicBezTo>
                    <a:pt x="6257" y="174784"/>
                    <a:pt x="15782" y="189071"/>
                    <a:pt x="28164" y="189071"/>
                  </a:cubicBezTo>
                  <a:cubicBezTo>
                    <a:pt x="39594" y="189071"/>
                    <a:pt x="50072" y="176689"/>
                    <a:pt x="50072" y="159544"/>
                  </a:cubicBezTo>
                  <a:lnTo>
                    <a:pt x="43404" y="37624"/>
                  </a:lnTo>
                  <a:cubicBezTo>
                    <a:pt x="44357" y="21431"/>
                    <a:pt x="45309" y="7144"/>
                    <a:pt x="33879" y="7144"/>
                  </a:cubicBezTo>
                  <a:cubicBezTo>
                    <a:pt x="21497" y="7144"/>
                    <a:pt x="22449" y="19526"/>
                    <a:pt x="21497" y="357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3"/>
            <p:cNvSpPr/>
            <p:nvPr/>
          </p:nvSpPr>
          <p:spPr>
            <a:xfrm>
              <a:off x="5975508" y="354656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 extrusionOk="0">
                  <a:moveTo>
                    <a:pt x="41434" y="24361"/>
                  </a:moveTo>
                  <a:cubicBezTo>
                    <a:pt x="41434" y="33886"/>
                    <a:pt x="33814" y="41506"/>
                    <a:pt x="24289" y="41506"/>
                  </a:cubicBezTo>
                  <a:cubicBezTo>
                    <a:pt x="14764" y="41506"/>
                    <a:pt x="7144" y="33886"/>
                    <a:pt x="7144" y="24361"/>
                  </a:cubicBezTo>
                  <a:cubicBezTo>
                    <a:pt x="7144" y="14836"/>
                    <a:pt x="14764" y="7216"/>
                    <a:pt x="24289" y="7216"/>
                  </a:cubicBezTo>
                  <a:cubicBezTo>
                    <a:pt x="32861" y="6264"/>
                    <a:pt x="41434" y="14836"/>
                    <a:pt x="41434" y="24361"/>
                  </a:cubicBezTo>
                  <a:close/>
                </a:path>
              </a:pathLst>
            </a:custGeom>
            <a:solidFill>
              <a:srgbClr val="3BC0C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43"/>
            <p:cNvSpPr/>
            <p:nvPr/>
          </p:nvSpPr>
          <p:spPr>
            <a:xfrm>
              <a:off x="6029801" y="354656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 extrusionOk="0">
                  <a:moveTo>
                    <a:pt x="41434" y="24361"/>
                  </a:moveTo>
                  <a:cubicBezTo>
                    <a:pt x="41434" y="33886"/>
                    <a:pt x="33814" y="41506"/>
                    <a:pt x="24289" y="41506"/>
                  </a:cubicBezTo>
                  <a:cubicBezTo>
                    <a:pt x="14764" y="41506"/>
                    <a:pt x="7144" y="33886"/>
                    <a:pt x="7144" y="24361"/>
                  </a:cubicBezTo>
                  <a:cubicBezTo>
                    <a:pt x="7144" y="14836"/>
                    <a:pt x="14764" y="7216"/>
                    <a:pt x="24289" y="7216"/>
                  </a:cubicBezTo>
                  <a:cubicBezTo>
                    <a:pt x="33814" y="6264"/>
                    <a:pt x="41434" y="14836"/>
                    <a:pt x="41434" y="24361"/>
                  </a:cubicBezTo>
                  <a:close/>
                </a:path>
              </a:pathLst>
            </a:custGeom>
            <a:solidFill>
              <a:srgbClr val="3BC0C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43"/>
            <p:cNvSpPr/>
            <p:nvPr/>
          </p:nvSpPr>
          <p:spPr>
            <a:xfrm>
              <a:off x="6081236" y="354656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 extrusionOk="0">
                  <a:moveTo>
                    <a:pt x="41434" y="24361"/>
                  </a:moveTo>
                  <a:cubicBezTo>
                    <a:pt x="41434" y="33886"/>
                    <a:pt x="33814" y="41506"/>
                    <a:pt x="24289" y="41506"/>
                  </a:cubicBezTo>
                  <a:cubicBezTo>
                    <a:pt x="14764" y="41506"/>
                    <a:pt x="7144" y="33886"/>
                    <a:pt x="7144" y="24361"/>
                  </a:cubicBezTo>
                  <a:cubicBezTo>
                    <a:pt x="7144" y="14836"/>
                    <a:pt x="14764" y="7216"/>
                    <a:pt x="24289" y="7216"/>
                  </a:cubicBezTo>
                  <a:cubicBezTo>
                    <a:pt x="32861" y="6264"/>
                    <a:pt x="41434" y="14836"/>
                    <a:pt x="41434" y="24361"/>
                  </a:cubicBezTo>
                  <a:close/>
                </a:path>
              </a:pathLst>
            </a:custGeom>
            <a:solidFill>
              <a:srgbClr val="3BC0C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3"/>
            <p:cNvSpPr/>
            <p:nvPr/>
          </p:nvSpPr>
          <p:spPr>
            <a:xfrm>
              <a:off x="6135528" y="3546561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 extrusionOk="0">
                  <a:moveTo>
                    <a:pt x="41434" y="24361"/>
                  </a:moveTo>
                  <a:cubicBezTo>
                    <a:pt x="41434" y="33886"/>
                    <a:pt x="33814" y="41506"/>
                    <a:pt x="24289" y="41506"/>
                  </a:cubicBezTo>
                  <a:cubicBezTo>
                    <a:pt x="14764" y="41506"/>
                    <a:pt x="7144" y="33886"/>
                    <a:pt x="7144" y="24361"/>
                  </a:cubicBezTo>
                  <a:cubicBezTo>
                    <a:pt x="7144" y="14836"/>
                    <a:pt x="14764" y="7216"/>
                    <a:pt x="24289" y="7216"/>
                  </a:cubicBezTo>
                  <a:cubicBezTo>
                    <a:pt x="33814" y="6264"/>
                    <a:pt x="41434" y="14836"/>
                    <a:pt x="41434" y="24361"/>
                  </a:cubicBezTo>
                  <a:close/>
                </a:path>
              </a:pathLst>
            </a:custGeom>
            <a:solidFill>
              <a:srgbClr val="3BC0C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3"/>
            <p:cNvSpPr/>
            <p:nvPr/>
          </p:nvSpPr>
          <p:spPr>
            <a:xfrm>
              <a:off x="5829776" y="3046571"/>
              <a:ext cx="485775" cy="161925"/>
            </a:xfrm>
            <a:custGeom>
              <a:avLst/>
              <a:gdLst/>
              <a:ahLst/>
              <a:cxnLst/>
              <a:rect l="l" t="t" r="r" b="b"/>
              <a:pathLst>
                <a:path w="485775" h="161925" extrusionOk="0">
                  <a:moveTo>
                    <a:pt x="401479" y="7144"/>
                  </a:moveTo>
                  <a:lnTo>
                    <a:pt x="84296" y="7144"/>
                  </a:lnTo>
                  <a:cubicBezTo>
                    <a:pt x="41434" y="7144"/>
                    <a:pt x="7144" y="41434"/>
                    <a:pt x="7144" y="84296"/>
                  </a:cubicBezTo>
                  <a:cubicBezTo>
                    <a:pt x="7144" y="127159"/>
                    <a:pt x="41434" y="161449"/>
                    <a:pt x="84296" y="161449"/>
                  </a:cubicBezTo>
                  <a:lnTo>
                    <a:pt x="401479" y="161449"/>
                  </a:lnTo>
                  <a:cubicBezTo>
                    <a:pt x="444341" y="161449"/>
                    <a:pt x="478631" y="127159"/>
                    <a:pt x="478631" y="84296"/>
                  </a:cubicBezTo>
                  <a:cubicBezTo>
                    <a:pt x="478631" y="41434"/>
                    <a:pt x="444341" y="7144"/>
                    <a:pt x="401479" y="714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43"/>
            <p:cNvSpPr/>
            <p:nvPr/>
          </p:nvSpPr>
          <p:spPr>
            <a:xfrm>
              <a:off x="5923121" y="309038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56674" y="31909"/>
                  </a:moveTo>
                  <a:cubicBezTo>
                    <a:pt x="56674" y="46196"/>
                    <a:pt x="45244" y="56674"/>
                    <a:pt x="31909" y="56674"/>
                  </a:cubicBezTo>
                  <a:cubicBezTo>
                    <a:pt x="17621" y="56674"/>
                    <a:pt x="7144" y="45244"/>
                    <a:pt x="7144" y="31909"/>
                  </a:cubicBezTo>
                  <a:cubicBezTo>
                    <a:pt x="7144" y="17621"/>
                    <a:pt x="18574" y="7144"/>
                    <a:pt x="31909" y="7144"/>
                  </a:cubicBezTo>
                  <a:cubicBezTo>
                    <a:pt x="45244" y="7144"/>
                    <a:pt x="56674" y="18574"/>
                    <a:pt x="56674" y="31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43"/>
            <p:cNvSpPr/>
            <p:nvPr/>
          </p:nvSpPr>
          <p:spPr>
            <a:xfrm>
              <a:off x="6164103" y="3090386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56674" y="31909"/>
                  </a:moveTo>
                  <a:cubicBezTo>
                    <a:pt x="56674" y="46196"/>
                    <a:pt x="45244" y="56674"/>
                    <a:pt x="31909" y="56674"/>
                  </a:cubicBezTo>
                  <a:cubicBezTo>
                    <a:pt x="17621" y="56674"/>
                    <a:pt x="7144" y="45244"/>
                    <a:pt x="7144" y="31909"/>
                  </a:cubicBezTo>
                  <a:cubicBezTo>
                    <a:pt x="7144" y="17621"/>
                    <a:pt x="18574" y="7144"/>
                    <a:pt x="31909" y="7144"/>
                  </a:cubicBezTo>
                  <a:cubicBezTo>
                    <a:pt x="45244" y="7144"/>
                    <a:pt x="56674" y="18574"/>
                    <a:pt x="56674" y="319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3"/>
            <p:cNvSpPr/>
            <p:nvPr/>
          </p:nvSpPr>
          <p:spPr>
            <a:xfrm>
              <a:off x="5936456" y="3367563"/>
              <a:ext cx="276225" cy="66675"/>
            </a:xfrm>
            <a:custGeom>
              <a:avLst/>
              <a:gdLst/>
              <a:ahLst/>
              <a:cxnLst/>
              <a:rect l="l" t="t" r="r" b="b"/>
              <a:pathLst>
                <a:path w="276225" h="66675" extrusionOk="0">
                  <a:moveTo>
                    <a:pt x="273844" y="35719"/>
                  </a:moveTo>
                  <a:cubicBezTo>
                    <a:pt x="273844" y="50959"/>
                    <a:pt x="261461" y="64294"/>
                    <a:pt x="245269" y="64294"/>
                  </a:cubicBezTo>
                  <a:lnTo>
                    <a:pt x="35719" y="64294"/>
                  </a:lnTo>
                  <a:cubicBezTo>
                    <a:pt x="20479" y="64294"/>
                    <a:pt x="7144" y="51911"/>
                    <a:pt x="7144" y="35719"/>
                  </a:cubicBezTo>
                  <a:lnTo>
                    <a:pt x="7144" y="35719"/>
                  </a:lnTo>
                  <a:cubicBezTo>
                    <a:pt x="7144" y="20479"/>
                    <a:pt x="19526" y="7144"/>
                    <a:pt x="35719" y="7144"/>
                  </a:cubicBezTo>
                  <a:lnTo>
                    <a:pt x="245269" y="7144"/>
                  </a:lnTo>
                  <a:cubicBezTo>
                    <a:pt x="260509" y="7144"/>
                    <a:pt x="273844" y="19526"/>
                    <a:pt x="273844" y="35719"/>
                  </a:cubicBezTo>
                  <a:lnTo>
                    <a:pt x="273844" y="3571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3"/>
            <p:cNvSpPr/>
            <p:nvPr/>
          </p:nvSpPr>
          <p:spPr>
            <a:xfrm>
              <a:off x="5853588" y="3629501"/>
              <a:ext cx="438150" cy="304800"/>
            </a:xfrm>
            <a:custGeom>
              <a:avLst/>
              <a:gdLst/>
              <a:ahLst/>
              <a:cxnLst/>
              <a:rect l="l" t="t" r="r" b="b"/>
              <a:pathLst>
                <a:path w="438150" h="304800" extrusionOk="0">
                  <a:moveTo>
                    <a:pt x="392906" y="298609"/>
                  </a:moveTo>
                  <a:lnTo>
                    <a:pt x="48101" y="298609"/>
                  </a:lnTo>
                  <a:cubicBezTo>
                    <a:pt x="26194" y="298609"/>
                    <a:pt x="7144" y="280511"/>
                    <a:pt x="7144" y="257651"/>
                  </a:cubicBezTo>
                  <a:lnTo>
                    <a:pt x="7144" y="48101"/>
                  </a:lnTo>
                  <a:cubicBezTo>
                    <a:pt x="7144" y="26194"/>
                    <a:pt x="25241" y="7144"/>
                    <a:pt x="48101" y="7144"/>
                  </a:cubicBezTo>
                  <a:lnTo>
                    <a:pt x="393859" y="7144"/>
                  </a:lnTo>
                  <a:cubicBezTo>
                    <a:pt x="415766" y="7144"/>
                    <a:pt x="434816" y="25241"/>
                    <a:pt x="434816" y="48101"/>
                  </a:cubicBezTo>
                  <a:lnTo>
                    <a:pt x="434816" y="257651"/>
                  </a:lnTo>
                  <a:cubicBezTo>
                    <a:pt x="433864" y="280511"/>
                    <a:pt x="414814" y="298609"/>
                    <a:pt x="392906" y="2986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6" name="Google Shape;926;p43"/>
          <p:cNvSpPr txBox="1"/>
          <p:nvPr/>
        </p:nvSpPr>
        <p:spPr>
          <a:xfrm>
            <a:off x="985892" y="1699050"/>
            <a:ext cx="1033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i="1">
                <a:solidFill>
                  <a:schemeClr val="dk1"/>
                </a:solidFill>
              </a:rPr>
              <a:t>Who Benefits from CommuniqElevate?</a:t>
            </a:r>
            <a:endParaRPr sz="1200" i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4"/>
          <p:cNvSpPr txBox="1"/>
          <p:nvPr/>
        </p:nvSpPr>
        <p:spPr>
          <a:xfrm>
            <a:off x="387024" y="489000"/>
            <a:ext cx="3745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dirty="0">
                <a:solidFill>
                  <a:schemeClr val="lt1"/>
                </a:solidFill>
              </a:rPr>
              <a:t>What we already achieved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932" name="Google Shape;932;p44"/>
          <p:cNvSpPr/>
          <p:nvPr/>
        </p:nvSpPr>
        <p:spPr>
          <a:xfrm rot="2914269" flipH="1">
            <a:off x="6301418" y="818662"/>
            <a:ext cx="1568610" cy="723973"/>
          </a:xfrm>
          <a:custGeom>
            <a:avLst/>
            <a:gdLst/>
            <a:ahLst/>
            <a:cxnLst/>
            <a:rect l="l" t="t" r="r" b="b"/>
            <a:pathLst>
              <a:path w="371475" h="171450" extrusionOk="0">
                <a:moveTo>
                  <a:pt x="7144" y="145256"/>
                </a:moveTo>
                <a:lnTo>
                  <a:pt x="90011" y="32861"/>
                </a:lnTo>
                <a:lnTo>
                  <a:pt x="250984" y="7144"/>
                </a:lnTo>
                <a:lnTo>
                  <a:pt x="361474" y="103346"/>
                </a:lnTo>
                <a:lnTo>
                  <a:pt x="367189" y="139541"/>
                </a:lnTo>
                <a:lnTo>
                  <a:pt x="343376" y="143351"/>
                </a:lnTo>
                <a:lnTo>
                  <a:pt x="234791" y="58579"/>
                </a:lnTo>
                <a:lnTo>
                  <a:pt x="117634" y="76676"/>
                </a:lnTo>
                <a:lnTo>
                  <a:pt x="58579" y="1671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4"/>
          <p:cNvSpPr/>
          <p:nvPr/>
        </p:nvSpPr>
        <p:spPr>
          <a:xfrm rot="-3323434" flipH="1">
            <a:off x="6208478" y="1927874"/>
            <a:ext cx="1528391" cy="844633"/>
          </a:xfrm>
          <a:custGeom>
            <a:avLst/>
            <a:gdLst/>
            <a:ahLst/>
            <a:cxnLst/>
            <a:rect l="l" t="t" r="r" b="b"/>
            <a:pathLst>
              <a:path w="361950" h="200025" extrusionOk="0">
                <a:moveTo>
                  <a:pt x="7144" y="114776"/>
                </a:moveTo>
                <a:lnTo>
                  <a:pt x="120491" y="194786"/>
                </a:lnTo>
                <a:lnTo>
                  <a:pt x="281464" y="169069"/>
                </a:lnTo>
                <a:lnTo>
                  <a:pt x="355759" y="43339"/>
                </a:lnTo>
                <a:lnTo>
                  <a:pt x="350044" y="7144"/>
                </a:lnTo>
                <a:lnTo>
                  <a:pt x="327184" y="10954"/>
                </a:lnTo>
                <a:lnTo>
                  <a:pt x="250031" y="125254"/>
                </a:lnTo>
                <a:lnTo>
                  <a:pt x="132874" y="144304"/>
                </a:lnTo>
                <a:lnTo>
                  <a:pt x="48101" y="7762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4" name="Google Shape;934;p44"/>
          <p:cNvGrpSpPr/>
          <p:nvPr/>
        </p:nvGrpSpPr>
        <p:grpSpPr>
          <a:xfrm>
            <a:off x="6846943" y="1555985"/>
            <a:ext cx="2297057" cy="3453673"/>
            <a:chOff x="8071338" y="1797556"/>
            <a:chExt cx="3062742" cy="4604897"/>
          </a:xfrm>
        </p:grpSpPr>
        <p:sp>
          <p:nvSpPr>
            <p:cNvPr id="935" name="Google Shape;935;p44"/>
            <p:cNvSpPr/>
            <p:nvPr/>
          </p:nvSpPr>
          <p:spPr>
            <a:xfrm flipH="1">
              <a:off x="8563708" y="2003884"/>
              <a:ext cx="2440002" cy="1449856"/>
            </a:xfrm>
            <a:custGeom>
              <a:avLst/>
              <a:gdLst/>
              <a:ahLst/>
              <a:cxnLst/>
              <a:rect l="l" t="t" r="r" b="b"/>
              <a:pathLst>
                <a:path w="657225" h="390525" extrusionOk="0">
                  <a:moveTo>
                    <a:pt x="558641" y="7144"/>
                  </a:moveTo>
                  <a:lnTo>
                    <a:pt x="7144" y="382429"/>
                  </a:lnTo>
                  <a:lnTo>
                    <a:pt x="220504" y="390049"/>
                  </a:lnTo>
                  <a:lnTo>
                    <a:pt x="651986" y="10048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44"/>
            <p:cNvSpPr/>
            <p:nvPr/>
          </p:nvSpPr>
          <p:spPr>
            <a:xfrm flipH="1">
              <a:off x="8215716" y="3284575"/>
              <a:ext cx="2918364" cy="1377468"/>
            </a:xfrm>
            <a:custGeom>
              <a:avLst/>
              <a:gdLst/>
              <a:ahLst/>
              <a:cxnLst/>
              <a:rect l="l" t="t" r="r" b="b"/>
              <a:pathLst>
                <a:path w="1190625" h="561975" extrusionOk="0">
                  <a:moveTo>
                    <a:pt x="1037597" y="429536"/>
                  </a:moveTo>
                  <a:cubicBezTo>
                    <a:pt x="1043312" y="375243"/>
                    <a:pt x="1091889" y="335238"/>
                    <a:pt x="1146182" y="340953"/>
                  </a:cubicBezTo>
                  <a:cubicBezTo>
                    <a:pt x="1158564" y="341906"/>
                    <a:pt x="1169994" y="345716"/>
                    <a:pt x="1179519" y="350478"/>
                  </a:cubicBezTo>
                  <a:lnTo>
                    <a:pt x="1187139" y="328571"/>
                  </a:lnTo>
                  <a:lnTo>
                    <a:pt x="167012" y="13293"/>
                  </a:lnTo>
                  <a:cubicBezTo>
                    <a:pt x="103194" y="-7662"/>
                    <a:pt x="34614" y="26628"/>
                    <a:pt x="13659" y="90446"/>
                  </a:cubicBezTo>
                  <a:cubicBezTo>
                    <a:pt x="-8248" y="155216"/>
                    <a:pt x="26994" y="223796"/>
                    <a:pt x="90812" y="244751"/>
                  </a:cubicBezTo>
                  <a:lnTo>
                    <a:pt x="1111892" y="560028"/>
                  </a:lnTo>
                  <a:lnTo>
                    <a:pt x="1119512" y="537168"/>
                  </a:lnTo>
                  <a:cubicBezTo>
                    <a:pt x="1068077" y="527643"/>
                    <a:pt x="1032834" y="481923"/>
                    <a:pt x="1037597" y="429536"/>
                  </a:cubicBezTo>
                  <a:close/>
                  <a:moveTo>
                    <a:pt x="153677" y="163788"/>
                  </a:moveTo>
                  <a:cubicBezTo>
                    <a:pt x="103194" y="194268"/>
                    <a:pt x="56522" y="136166"/>
                    <a:pt x="96527" y="93303"/>
                  </a:cubicBezTo>
                  <a:cubicBezTo>
                    <a:pt x="147009" y="62823"/>
                    <a:pt x="194634" y="120926"/>
                    <a:pt x="153677" y="163788"/>
                  </a:cubicBezTo>
                  <a:close/>
                </a:path>
              </a:pathLst>
            </a:custGeom>
            <a:solidFill>
              <a:srgbClr val="DCDED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44"/>
            <p:cNvSpPr/>
            <p:nvPr/>
          </p:nvSpPr>
          <p:spPr>
            <a:xfrm flipH="1">
              <a:off x="8363825" y="1797556"/>
              <a:ext cx="726668" cy="726668"/>
            </a:xfrm>
            <a:custGeom>
              <a:avLst/>
              <a:gdLst/>
              <a:ahLst/>
              <a:cxnLst/>
              <a:rect l="l" t="t" r="r" b="b"/>
              <a:pathLst>
                <a:path w="238125" h="238125" extrusionOk="0">
                  <a:moveTo>
                    <a:pt x="102790" y="8493"/>
                  </a:moveTo>
                  <a:cubicBezTo>
                    <a:pt x="40878" y="18018"/>
                    <a:pt x="-1032" y="77073"/>
                    <a:pt x="8493" y="138985"/>
                  </a:cubicBezTo>
                  <a:cubicBezTo>
                    <a:pt x="18018" y="200898"/>
                    <a:pt x="77073" y="242808"/>
                    <a:pt x="138985" y="233283"/>
                  </a:cubicBezTo>
                  <a:cubicBezTo>
                    <a:pt x="200898" y="223758"/>
                    <a:pt x="242808" y="164703"/>
                    <a:pt x="233283" y="102790"/>
                  </a:cubicBezTo>
                  <a:cubicBezTo>
                    <a:pt x="222805" y="40878"/>
                    <a:pt x="164703" y="-1032"/>
                    <a:pt x="102790" y="8493"/>
                  </a:cubicBezTo>
                  <a:close/>
                  <a:moveTo>
                    <a:pt x="128508" y="164703"/>
                  </a:moveTo>
                  <a:cubicBezTo>
                    <a:pt x="104695" y="168513"/>
                    <a:pt x="81835" y="152320"/>
                    <a:pt x="78025" y="128508"/>
                  </a:cubicBezTo>
                  <a:cubicBezTo>
                    <a:pt x="74215" y="104695"/>
                    <a:pt x="90408" y="81835"/>
                    <a:pt x="114220" y="78025"/>
                  </a:cubicBezTo>
                  <a:cubicBezTo>
                    <a:pt x="138033" y="74215"/>
                    <a:pt x="160893" y="90408"/>
                    <a:pt x="164703" y="114220"/>
                  </a:cubicBezTo>
                  <a:cubicBezTo>
                    <a:pt x="169465" y="138033"/>
                    <a:pt x="152320" y="160893"/>
                    <a:pt x="128508" y="16470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44"/>
            <p:cNvSpPr/>
            <p:nvPr/>
          </p:nvSpPr>
          <p:spPr>
            <a:xfrm flipH="1">
              <a:off x="8071338" y="4014940"/>
              <a:ext cx="1494202" cy="1634284"/>
            </a:xfrm>
            <a:custGeom>
              <a:avLst/>
              <a:gdLst/>
              <a:ahLst/>
              <a:cxnLst/>
              <a:rect l="l" t="t" r="r" b="b"/>
              <a:pathLst>
                <a:path w="609600" h="666750" extrusionOk="0">
                  <a:moveTo>
                    <a:pt x="564356" y="35362"/>
                  </a:moveTo>
                  <a:cubicBezTo>
                    <a:pt x="512921" y="-7501"/>
                    <a:pt x="436721" y="-833"/>
                    <a:pt x="392906" y="50602"/>
                  </a:cubicBezTo>
                  <a:lnTo>
                    <a:pt x="7144" y="512564"/>
                  </a:lnTo>
                  <a:lnTo>
                    <a:pt x="193834" y="668774"/>
                  </a:lnTo>
                  <a:lnTo>
                    <a:pt x="579596" y="206812"/>
                  </a:lnTo>
                  <a:cubicBezTo>
                    <a:pt x="623411" y="155377"/>
                    <a:pt x="615791" y="78224"/>
                    <a:pt x="564356" y="35362"/>
                  </a:cubicBezTo>
                  <a:close/>
                  <a:moveTo>
                    <a:pt x="497681" y="168712"/>
                  </a:moveTo>
                  <a:cubicBezTo>
                    <a:pt x="473869" y="170617"/>
                    <a:pt x="451961" y="153472"/>
                    <a:pt x="450056" y="128707"/>
                  </a:cubicBezTo>
                  <a:cubicBezTo>
                    <a:pt x="448151" y="104894"/>
                    <a:pt x="465296" y="82987"/>
                    <a:pt x="490061" y="81082"/>
                  </a:cubicBezTo>
                  <a:cubicBezTo>
                    <a:pt x="513874" y="79177"/>
                    <a:pt x="535781" y="96322"/>
                    <a:pt x="537686" y="121087"/>
                  </a:cubicBezTo>
                  <a:cubicBezTo>
                    <a:pt x="539591" y="145852"/>
                    <a:pt x="522446" y="166807"/>
                    <a:pt x="497681" y="168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44"/>
            <p:cNvSpPr/>
            <p:nvPr/>
          </p:nvSpPr>
          <p:spPr>
            <a:xfrm flipH="1">
              <a:off x="8960854" y="5081018"/>
              <a:ext cx="1447508" cy="1167346"/>
            </a:xfrm>
            <a:custGeom>
              <a:avLst/>
              <a:gdLst/>
              <a:ahLst/>
              <a:cxnLst/>
              <a:rect l="l" t="t" r="r" b="b"/>
              <a:pathLst>
                <a:path w="590550" h="476250" extrusionOk="0">
                  <a:moveTo>
                    <a:pt x="558641" y="470059"/>
                  </a:moveTo>
                  <a:lnTo>
                    <a:pt x="37624" y="470059"/>
                  </a:lnTo>
                  <a:cubicBezTo>
                    <a:pt x="20479" y="470059"/>
                    <a:pt x="7144" y="456724"/>
                    <a:pt x="7144" y="439579"/>
                  </a:cubicBezTo>
                  <a:lnTo>
                    <a:pt x="7144" y="98584"/>
                  </a:lnTo>
                  <a:cubicBezTo>
                    <a:pt x="7144" y="48101"/>
                    <a:pt x="48101" y="7144"/>
                    <a:pt x="98584" y="7144"/>
                  </a:cubicBezTo>
                  <a:lnTo>
                    <a:pt x="498634" y="7144"/>
                  </a:lnTo>
                  <a:cubicBezTo>
                    <a:pt x="549116" y="7144"/>
                    <a:pt x="590074" y="48101"/>
                    <a:pt x="590074" y="98584"/>
                  </a:cubicBezTo>
                  <a:lnTo>
                    <a:pt x="590074" y="440531"/>
                  </a:lnTo>
                  <a:cubicBezTo>
                    <a:pt x="589121" y="456724"/>
                    <a:pt x="574834" y="470059"/>
                    <a:pt x="558641" y="470059"/>
                  </a:cubicBezTo>
                  <a:close/>
                </a:path>
              </a:pathLst>
            </a:custGeom>
            <a:solidFill>
              <a:srgbClr val="DCDED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44"/>
            <p:cNvSpPr/>
            <p:nvPr/>
          </p:nvSpPr>
          <p:spPr>
            <a:xfrm flipH="1">
              <a:off x="8762407" y="6075596"/>
              <a:ext cx="1821059" cy="326857"/>
            </a:xfrm>
            <a:custGeom>
              <a:avLst/>
              <a:gdLst/>
              <a:ahLst/>
              <a:cxnLst/>
              <a:rect l="l" t="t" r="r" b="b"/>
              <a:pathLst>
                <a:path w="742950" h="133350" extrusionOk="0">
                  <a:moveTo>
                    <a:pt x="711994" y="129064"/>
                  </a:moveTo>
                  <a:lnTo>
                    <a:pt x="37624" y="129064"/>
                  </a:lnTo>
                  <a:cubicBezTo>
                    <a:pt x="20479" y="129064"/>
                    <a:pt x="7144" y="115729"/>
                    <a:pt x="7144" y="98584"/>
                  </a:cubicBezTo>
                  <a:lnTo>
                    <a:pt x="7144" y="98584"/>
                  </a:lnTo>
                  <a:cubicBezTo>
                    <a:pt x="7144" y="48101"/>
                    <a:pt x="48101" y="7144"/>
                    <a:pt x="98584" y="7144"/>
                  </a:cubicBezTo>
                  <a:lnTo>
                    <a:pt x="651986" y="7144"/>
                  </a:lnTo>
                  <a:cubicBezTo>
                    <a:pt x="702469" y="7144"/>
                    <a:pt x="743426" y="48101"/>
                    <a:pt x="743426" y="98584"/>
                  </a:cubicBezTo>
                  <a:lnTo>
                    <a:pt x="743426" y="98584"/>
                  </a:lnTo>
                  <a:cubicBezTo>
                    <a:pt x="742474" y="115729"/>
                    <a:pt x="729139" y="129064"/>
                    <a:pt x="711994" y="1290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44"/>
            <p:cNvSpPr/>
            <p:nvPr/>
          </p:nvSpPr>
          <p:spPr>
            <a:xfrm flipH="1">
              <a:off x="9084594" y="5209427"/>
              <a:ext cx="233469" cy="233469"/>
            </a:xfrm>
            <a:custGeom>
              <a:avLst/>
              <a:gdLst/>
              <a:ahLst/>
              <a:cxnLst/>
              <a:rect l="l" t="t" r="r" b="b"/>
              <a:pathLst>
                <a:path w="95250" h="95250" extrusionOk="0">
                  <a:moveTo>
                    <a:pt x="94774" y="50959"/>
                  </a:moveTo>
                  <a:cubicBezTo>
                    <a:pt x="94774" y="74771"/>
                    <a:pt x="74771" y="94774"/>
                    <a:pt x="50959" y="94774"/>
                  </a:cubicBezTo>
                  <a:cubicBezTo>
                    <a:pt x="27146" y="94774"/>
                    <a:pt x="7144" y="74771"/>
                    <a:pt x="7144" y="50959"/>
                  </a:cubicBezTo>
                  <a:cubicBezTo>
                    <a:pt x="7144" y="27146"/>
                    <a:pt x="27146" y="7144"/>
                    <a:pt x="50959" y="7144"/>
                  </a:cubicBezTo>
                  <a:cubicBezTo>
                    <a:pt x="74771" y="7144"/>
                    <a:pt x="94774" y="27146"/>
                    <a:pt x="94774" y="509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2" name="Google Shape;942;p44"/>
          <p:cNvGrpSpPr/>
          <p:nvPr/>
        </p:nvGrpSpPr>
        <p:grpSpPr>
          <a:xfrm>
            <a:off x="4925959" y="661791"/>
            <a:ext cx="2076972" cy="2076973"/>
            <a:chOff x="984620" y="2262130"/>
            <a:chExt cx="3448947" cy="3448948"/>
          </a:xfrm>
        </p:grpSpPr>
        <p:sp>
          <p:nvSpPr>
            <p:cNvPr id="943" name="Google Shape;943;p44"/>
            <p:cNvSpPr/>
            <p:nvPr/>
          </p:nvSpPr>
          <p:spPr>
            <a:xfrm>
              <a:off x="984620" y="2262130"/>
              <a:ext cx="3448947" cy="3448948"/>
            </a:xfrm>
            <a:prstGeom prst="ellipse">
              <a:avLst/>
            </a:prstGeom>
            <a:solidFill>
              <a:schemeClr val="lt1">
                <a:alpha val="49803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4"/>
            <p:cNvSpPr/>
            <p:nvPr/>
          </p:nvSpPr>
          <p:spPr>
            <a:xfrm>
              <a:off x="984620" y="2262130"/>
              <a:ext cx="3448947" cy="3448948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3304" r="-42565" b="5591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44"/>
          <p:cNvSpPr txBox="1"/>
          <p:nvPr/>
        </p:nvSpPr>
        <p:spPr>
          <a:xfrm>
            <a:off x="487735" y="1565231"/>
            <a:ext cx="3309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2FD1B6-8D58-16BD-B324-5756CF6B59CC}"/>
              </a:ext>
            </a:extLst>
          </p:cNvPr>
          <p:cNvSpPr txBox="1"/>
          <p:nvPr/>
        </p:nvSpPr>
        <p:spPr>
          <a:xfrm>
            <a:off x="812947" y="1153843"/>
            <a:ext cx="450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/>
              <a:t>Successful language model applied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A3BA62-4655-0D6C-D8CC-5BC866036D51}"/>
              </a:ext>
            </a:extLst>
          </p:cNvPr>
          <p:cNvSpPr txBox="1"/>
          <p:nvPr/>
        </p:nvSpPr>
        <p:spPr>
          <a:xfrm>
            <a:off x="1567358" y="1737976"/>
            <a:ext cx="6051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 Customized learning methods students.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228AB4-31F1-5763-95C5-CFFBACDE3096}"/>
              </a:ext>
            </a:extLst>
          </p:cNvPr>
          <p:cNvSpPr txBox="1"/>
          <p:nvPr/>
        </p:nvSpPr>
        <p:spPr>
          <a:xfrm>
            <a:off x="461597" y="2630290"/>
            <a:ext cx="6604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2. Applied integration on NLP model and platform.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274432-74FB-0315-00A5-314F7F33479A}"/>
              </a:ext>
            </a:extLst>
          </p:cNvPr>
          <p:cNvSpPr txBox="1"/>
          <p:nvPr/>
        </p:nvSpPr>
        <p:spPr>
          <a:xfrm>
            <a:off x="1589763" y="3498148"/>
            <a:ext cx="65414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3. </a:t>
            </a:r>
            <a:r>
              <a:rPr lang="en-US" altLang="zh-CN" sz="1600" dirty="0" err="1"/>
              <a:t>iFLYTEK</a:t>
            </a:r>
            <a:r>
              <a:rPr lang="en-US" altLang="zh-CN" sz="1600" dirty="0"/>
              <a:t> </a:t>
            </a:r>
            <a:r>
              <a:rPr lang="en-US" altLang="zh-CN" sz="1600" dirty="0" err="1"/>
              <a:t>Suntone</a:t>
            </a:r>
            <a:r>
              <a:rPr lang="en-US" altLang="zh-CN" sz="1600" dirty="0"/>
              <a:t> ISE integration with popular language models.</a:t>
            </a:r>
            <a:endParaRPr lang="zh-CN" altLang="en-US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A06BF6-1D4A-FE6B-1EA5-5283732CD44C}"/>
              </a:ext>
            </a:extLst>
          </p:cNvPr>
          <p:cNvSpPr txBox="1"/>
          <p:nvPr/>
        </p:nvSpPr>
        <p:spPr>
          <a:xfrm>
            <a:off x="805061" y="1160836"/>
            <a:ext cx="518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/>
              <a:t>Practice on Teacher-Student Interaction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83E1EA-5D54-F466-15DB-334CB65EA8B3}"/>
              </a:ext>
            </a:extLst>
          </p:cNvPr>
          <p:cNvSpPr txBox="1"/>
          <p:nvPr/>
        </p:nvSpPr>
        <p:spPr>
          <a:xfrm>
            <a:off x="1573887" y="1722586"/>
            <a:ext cx="6051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 Applications of multiple assessment on AI rating system.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17F461-B0B5-3B51-6D20-D935858B4357}"/>
              </a:ext>
            </a:extLst>
          </p:cNvPr>
          <p:cNvSpPr txBox="1"/>
          <p:nvPr/>
        </p:nvSpPr>
        <p:spPr>
          <a:xfrm>
            <a:off x="467033" y="2901557"/>
            <a:ext cx="6051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2. Provide experiences on future more intelligent educating tools. 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820C98-07C8-1719-F5D5-057D4404EE37}"/>
              </a:ext>
            </a:extLst>
          </p:cNvPr>
          <p:cNvSpPr txBox="1"/>
          <p:nvPr/>
        </p:nvSpPr>
        <p:spPr>
          <a:xfrm>
            <a:off x="791686" y="1146555"/>
            <a:ext cx="5185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/>
              <a:t>Connections with institutions or society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236E74-7152-BD40-45C5-89DF91534CCC}"/>
              </a:ext>
            </a:extLst>
          </p:cNvPr>
          <p:cNvSpPr txBox="1"/>
          <p:nvPr/>
        </p:nvSpPr>
        <p:spPr>
          <a:xfrm>
            <a:off x="707359" y="2623297"/>
            <a:ext cx="6180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 A cheaper learning method that is easily accessible and usable.</a:t>
            </a:r>
            <a:endParaRPr lang="zh-CN" altLang="en-US" sz="1600" dirty="0"/>
          </a:p>
        </p:txBody>
      </p:sp>
      <p:pic>
        <p:nvPicPr>
          <p:cNvPr id="12" name="图形 11" descr="储钱罐 纯色填充">
            <a:extLst>
              <a:ext uri="{FF2B5EF4-FFF2-40B4-BE49-F238E27FC236}">
                <a16:creationId xmlns:a16="http://schemas.microsoft.com/office/drawing/2014/main" id="{97C1D25E-C12B-C0F4-A4BD-4C789CC95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5959" y="3368902"/>
            <a:ext cx="1197829" cy="1115094"/>
          </a:xfrm>
          <a:prstGeom prst="rect">
            <a:avLst/>
          </a:prstGeom>
        </p:spPr>
      </p:pic>
      <p:pic>
        <p:nvPicPr>
          <p:cNvPr id="14" name="图形 13" descr="自由曲线 纯色填充">
            <a:extLst>
              <a:ext uri="{FF2B5EF4-FFF2-40B4-BE49-F238E27FC236}">
                <a16:creationId xmlns:a16="http://schemas.microsoft.com/office/drawing/2014/main" id="{34C06BDA-C060-3B6F-E22A-68FED97DE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897" y="1319149"/>
            <a:ext cx="1254684" cy="1254684"/>
          </a:xfrm>
          <a:prstGeom prst="rect">
            <a:avLst/>
          </a:prstGeom>
        </p:spPr>
      </p:pic>
      <p:pic>
        <p:nvPicPr>
          <p:cNvPr id="16" name="图形 15" descr="结婚戒指 纯色填充">
            <a:extLst>
              <a:ext uri="{FF2B5EF4-FFF2-40B4-BE49-F238E27FC236}">
                <a16:creationId xmlns:a16="http://schemas.microsoft.com/office/drawing/2014/main" id="{11D8098D-1D76-41A6-353A-D6211E75FC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624" y="3187799"/>
            <a:ext cx="1010646" cy="1010646"/>
          </a:xfrm>
          <a:prstGeom prst="rect">
            <a:avLst/>
          </a:prstGeom>
        </p:spPr>
      </p:pic>
      <p:pic>
        <p:nvPicPr>
          <p:cNvPr id="18" name="图形 17" descr="清单 纯色填充">
            <a:extLst>
              <a:ext uri="{FF2B5EF4-FFF2-40B4-BE49-F238E27FC236}">
                <a16:creationId xmlns:a16="http://schemas.microsoft.com/office/drawing/2014/main" id="{89FEF797-AFDF-B568-A01C-81D0CB5DC0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94057" y="2223239"/>
            <a:ext cx="1121145" cy="1121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5"/>
          <p:cNvSpPr txBox="1">
            <a:spLocks noGrp="1"/>
          </p:cNvSpPr>
          <p:nvPr>
            <p:ph type="body" idx="1"/>
          </p:nvPr>
        </p:nvSpPr>
        <p:spPr>
          <a:xfrm>
            <a:off x="1" y="254632"/>
            <a:ext cx="9144000" cy="59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100"/>
              <a:buNone/>
            </a:pPr>
            <a:r>
              <a:rPr lang="zh-CN" sz="3500" b="1" dirty="0"/>
              <a:t>What we learnt from this?</a:t>
            </a:r>
            <a:endParaRPr sz="3500" b="1" dirty="0"/>
          </a:p>
        </p:txBody>
      </p:sp>
      <p:cxnSp>
        <p:nvCxnSpPr>
          <p:cNvPr id="951" name="Google Shape;951;p45"/>
          <p:cNvCxnSpPr>
            <a:stCxn id="952" idx="6"/>
            <a:endCxn id="953" idx="3"/>
          </p:cNvCxnSpPr>
          <p:nvPr/>
        </p:nvCxnSpPr>
        <p:spPr>
          <a:xfrm rot="10800000" flipH="1">
            <a:off x="6259067" y="1633610"/>
            <a:ext cx="991800" cy="107940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954" name="Google Shape;954;p45"/>
          <p:cNvCxnSpPr>
            <a:stCxn id="952" idx="6"/>
            <a:endCxn id="955" idx="2"/>
          </p:cNvCxnSpPr>
          <p:nvPr/>
        </p:nvCxnSpPr>
        <p:spPr>
          <a:xfrm rot="10800000" flipH="1">
            <a:off x="6259066" y="2272910"/>
            <a:ext cx="1516200" cy="44010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956" name="Google Shape;956;p45"/>
          <p:cNvCxnSpPr>
            <a:stCxn id="952" idx="6"/>
            <a:endCxn id="957" idx="2"/>
          </p:cNvCxnSpPr>
          <p:nvPr/>
        </p:nvCxnSpPr>
        <p:spPr>
          <a:xfrm>
            <a:off x="6259066" y="2713010"/>
            <a:ext cx="1516200" cy="43020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958" name="Google Shape;958;p45"/>
          <p:cNvCxnSpPr>
            <a:stCxn id="952" idx="6"/>
            <a:endCxn id="959" idx="1"/>
          </p:cNvCxnSpPr>
          <p:nvPr/>
        </p:nvCxnSpPr>
        <p:spPr>
          <a:xfrm>
            <a:off x="6259067" y="2713010"/>
            <a:ext cx="991800" cy="1069800"/>
          </a:xfrm>
          <a:prstGeom prst="straightConnector1">
            <a:avLst/>
          </a:prstGeom>
          <a:noFill/>
          <a:ln w="25400" cap="flat" cmpd="sng">
            <a:solidFill>
              <a:schemeClr val="accent6"/>
            </a:solidFill>
            <a:prstDash val="dot"/>
            <a:miter lim="800000"/>
            <a:headEnd type="none" w="sm" len="sm"/>
            <a:tailEnd type="triangle" w="med" len="med"/>
          </a:ln>
        </p:spPr>
      </p:cxnSp>
      <p:sp>
        <p:nvSpPr>
          <p:cNvPr id="960" name="Google Shape;960;p45"/>
          <p:cNvSpPr/>
          <p:nvPr/>
        </p:nvSpPr>
        <p:spPr>
          <a:xfrm>
            <a:off x="2751178" y="2827293"/>
            <a:ext cx="473224" cy="4732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5"/>
          <p:cNvSpPr/>
          <p:nvPr/>
        </p:nvSpPr>
        <p:spPr>
          <a:xfrm>
            <a:off x="698944" y="2827293"/>
            <a:ext cx="473224" cy="4732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45"/>
          <p:cNvSpPr/>
          <p:nvPr/>
        </p:nvSpPr>
        <p:spPr>
          <a:xfrm>
            <a:off x="5267424" y="2217188"/>
            <a:ext cx="991643" cy="99164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5"/>
          <p:cNvSpPr/>
          <p:nvPr/>
        </p:nvSpPr>
        <p:spPr>
          <a:xfrm>
            <a:off x="7155280" y="1076216"/>
            <a:ext cx="652923" cy="6529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5"/>
          <p:cNvSpPr/>
          <p:nvPr/>
        </p:nvSpPr>
        <p:spPr>
          <a:xfrm>
            <a:off x="7775126" y="2816783"/>
            <a:ext cx="652923" cy="65292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5"/>
          <p:cNvSpPr/>
          <p:nvPr/>
        </p:nvSpPr>
        <p:spPr>
          <a:xfrm>
            <a:off x="7155280" y="3687068"/>
            <a:ext cx="652923" cy="6529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45"/>
          <p:cNvSpPr/>
          <p:nvPr/>
        </p:nvSpPr>
        <p:spPr>
          <a:xfrm>
            <a:off x="7775126" y="1946500"/>
            <a:ext cx="652923" cy="6529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5"/>
          <p:cNvSpPr txBox="1"/>
          <p:nvPr/>
        </p:nvSpPr>
        <p:spPr>
          <a:xfrm>
            <a:off x="1260381" y="3801536"/>
            <a:ext cx="1363910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altLang="zh-CN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ducation</a:t>
            </a:r>
            <a:endParaRPr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5"/>
          <p:cNvSpPr/>
          <p:nvPr/>
        </p:nvSpPr>
        <p:spPr>
          <a:xfrm>
            <a:off x="2751178" y="3707257"/>
            <a:ext cx="473224" cy="4732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5"/>
          <p:cNvSpPr/>
          <p:nvPr/>
        </p:nvSpPr>
        <p:spPr>
          <a:xfrm>
            <a:off x="698944" y="3707257"/>
            <a:ext cx="473224" cy="4732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6" name="Google Shape;976;p45"/>
          <p:cNvGrpSpPr/>
          <p:nvPr/>
        </p:nvGrpSpPr>
        <p:grpSpPr>
          <a:xfrm>
            <a:off x="727415" y="1188126"/>
            <a:ext cx="5351390" cy="807883"/>
            <a:chOff x="3017859" y="4223390"/>
            <a:chExt cx="1744701" cy="1077178"/>
          </a:xfrm>
        </p:grpSpPr>
        <p:sp>
          <p:nvSpPr>
            <p:cNvPr id="977" name="Google Shape;977;p45"/>
            <p:cNvSpPr txBox="1"/>
            <p:nvPr/>
          </p:nvSpPr>
          <p:spPr>
            <a:xfrm>
              <a:off x="3017859" y="4560313"/>
              <a:ext cx="1245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45"/>
            <p:cNvSpPr txBox="1"/>
            <p:nvPr/>
          </p:nvSpPr>
          <p:spPr>
            <a:xfrm>
              <a:off x="3017859" y="4223390"/>
              <a:ext cx="1744701" cy="1077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600" b="1" dirty="0"/>
                <a:t>Valuable experience</a:t>
              </a:r>
              <a:r>
                <a:rPr lang="en-US" altLang="zh-CN" sz="1600" dirty="0"/>
                <a:t>: integrating multiple technologies, including natural language processing and personalized learning systems. </a:t>
              </a:r>
              <a:endParaRPr sz="12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" name="Google Shape;979;p45"/>
          <p:cNvSpPr txBox="1"/>
          <p:nvPr/>
        </p:nvSpPr>
        <p:spPr>
          <a:xfrm>
            <a:off x="806956" y="2410189"/>
            <a:ext cx="3363262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dirty="0"/>
              <a:t>Interdisciplinary collaboration requires: </a:t>
            </a:r>
            <a:endParaRPr sz="11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5"/>
          <p:cNvSpPr/>
          <p:nvPr/>
        </p:nvSpPr>
        <p:spPr>
          <a:xfrm rot="-5400000">
            <a:off x="5543902" y="2486407"/>
            <a:ext cx="452903" cy="453201"/>
          </a:xfrm>
          <a:custGeom>
            <a:avLst/>
            <a:gdLst/>
            <a:ahLst/>
            <a:cxnLst/>
            <a:rect l="l" t="t" r="r" b="b"/>
            <a:pathLst>
              <a:path w="3185463" h="3187558" extrusionOk="0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7344372" y="1309042"/>
            <a:ext cx="249782" cy="183166"/>
          </a:xfrm>
          <a:custGeom>
            <a:avLst/>
            <a:gdLst/>
            <a:ahLst/>
            <a:cxnLst/>
            <a:rect l="l" t="t" r="r" b="b"/>
            <a:pathLst>
              <a:path w="3240001" h="2375905" extrusionOk="0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45"/>
          <p:cNvSpPr/>
          <p:nvPr/>
        </p:nvSpPr>
        <p:spPr>
          <a:xfrm>
            <a:off x="7975651" y="2147038"/>
            <a:ext cx="259499" cy="263829"/>
          </a:xfrm>
          <a:custGeom>
            <a:avLst/>
            <a:gdLst/>
            <a:ahLst/>
            <a:cxnLst/>
            <a:rect l="l" t="t" r="r" b="b"/>
            <a:pathLst>
              <a:path w="3186824" h="3060919" extrusionOk="0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45"/>
          <p:cNvSpPr/>
          <p:nvPr/>
        </p:nvSpPr>
        <p:spPr>
          <a:xfrm rot="-2794009">
            <a:off x="7978157" y="3003395"/>
            <a:ext cx="282647" cy="279697"/>
          </a:xfrm>
          <a:custGeom>
            <a:avLst/>
            <a:gdLst/>
            <a:ahLst/>
            <a:cxnLst/>
            <a:rect l="l" t="t" r="r" b="b"/>
            <a:pathLst>
              <a:path w="1807241" h="1788383" extrusionOk="0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7351843" y="3913750"/>
            <a:ext cx="259797" cy="199559"/>
          </a:xfrm>
          <a:custGeom>
            <a:avLst/>
            <a:gdLst/>
            <a:ahLst/>
            <a:cxnLst/>
            <a:rect l="l" t="t" r="r" b="b"/>
            <a:pathLst>
              <a:path w="3186824" h="2447912" extrusionOk="0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5"/>
          <p:cNvSpPr/>
          <p:nvPr/>
        </p:nvSpPr>
        <p:spPr>
          <a:xfrm>
            <a:off x="804811" y="2968532"/>
            <a:ext cx="249782" cy="183166"/>
          </a:xfrm>
          <a:custGeom>
            <a:avLst/>
            <a:gdLst/>
            <a:ahLst/>
            <a:cxnLst/>
            <a:rect l="l" t="t" r="r" b="b"/>
            <a:pathLst>
              <a:path w="3240001" h="2375905" extrusionOk="0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2870334" y="2938178"/>
            <a:ext cx="259499" cy="263829"/>
          </a:xfrm>
          <a:custGeom>
            <a:avLst/>
            <a:gdLst/>
            <a:ahLst/>
            <a:cxnLst/>
            <a:rect l="l" t="t" r="r" b="b"/>
            <a:pathLst>
              <a:path w="3186824" h="3060919" extrusionOk="0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5"/>
          <p:cNvSpPr/>
          <p:nvPr/>
        </p:nvSpPr>
        <p:spPr>
          <a:xfrm rot="-2794009">
            <a:off x="2849178" y="3808640"/>
            <a:ext cx="282647" cy="279697"/>
          </a:xfrm>
          <a:custGeom>
            <a:avLst/>
            <a:gdLst/>
            <a:ahLst/>
            <a:cxnLst/>
            <a:rect l="l" t="t" r="r" b="b"/>
            <a:pathLst>
              <a:path w="1807241" h="1788383" extrusionOk="0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45"/>
          <p:cNvSpPr/>
          <p:nvPr/>
        </p:nvSpPr>
        <p:spPr>
          <a:xfrm>
            <a:off x="806642" y="3844089"/>
            <a:ext cx="259797" cy="199559"/>
          </a:xfrm>
          <a:custGeom>
            <a:avLst/>
            <a:gdLst/>
            <a:ahLst/>
            <a:cxnLst/>
            <a:rect l="l" t="t" r="r" b="b"/>
            <a:pathLst>
              <a:path w="3186824" h="2447912" extrusionOk="0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63;p45">
            <a:extLst>
              <a:ext uri="{FF2B5EF4-FFF2-40B4-BE49-F238E27FC236}">
                <a16:creationId xmlns:a16="http://schemas.microsoft.com/office/drawing/2014/main" id="{FF767A8F-0942-6535-CC27-E4066684AF08}"/>
              </a:ext>
            </a:extLst>
          </p:cNvPr>
          <p:cNvSpPr txBox="1"/>
          <p:nvPr/>
        </p:nvSpPr>
        <p:spPr>
          <a:xfrm>
            <a:off x="1260381" y="2924168"/>
            <a:ext cx="1363910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Linguistics</a:t>
            </a:r>
            <a:endParaRPr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3;p45">
            <a:extLst>
              <a:ext uri="{FF2B5EF4-FFF2-40B4-BE49-F238E27FC236}">
                <a16:creationId xmlns:a16="http://schemas.microsoft.com/office/drawing/2014/main" id="{C982BB55-5D6F-E74B-CCB5-9130A7289516}"/>
              </a:ext>
            </a:extLst>
          </p:cNvPr>
          <p:cNvSpPr txBox="1"/>
          <p:nvPr/>
        </p:nvSpPr>
        <p:spPr>
          <a:xfrm>
            <a:off x="3369908" y="2924167"/>
            <a:ext cx="1811431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altLang="zh-CN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omputer Science</a:t>
            </a:r>
            <a:endParaRPr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63;p45">
            <a:extLst>
              <a:ext uri="{FF2B5EF4-FFF2-40B4-BE49-F238E27FC236}">
                <a16:creationId xmlns:a16="http://schemas.microsoft.com/office/drawing/2014/main" id="{C7D5AAC4-FDCA-4A66-96C2-BD29853265F9}"/>
              </a:ext>
            </a:extLst>
          </p:cNvPr>
          <p:cNvSpPr txBox="1"/>
          <p:nvPr/>
        </p:nvSpPr>
        <p:spPr>
          <a:xfrm>
            <a:off x="3381751" y="3801536"/>
            <a:ext cx="2447427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F3F3F"/>
                </a:solidFill>
              </a:rPr>
              <a:t>Practicing Flat management</a:t>
            </a:r>
            <a:endParaRPr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90D256-DDF5-F090-3E03-015DD3E91F81}"/>
              </a:ext>
            </a:extLst>
          </p:cNvPr>
          <p:cNvSpPr txBox="1"/>
          <p:nvPr/>
        </p:nvSpPr>
        <p:spPr>
          <a:xfrm>
            <a:off x="870200" y="1864165"/>
            <a:ext cx="4958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Communication and decision-making efficiency across  group members (parallel departments).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68602E-22CD-8AF5-4B4F-C5529E9927B3}"/>
              </a:ext>
            </a:extLst>
          </p:cNvPr>
          <p:cNvSpPr txBox="1"/>
          <p:nvPr/>
        </p:nvSpPr>
        <p:spPr>
          <a:xfrm>
            <a:off x="885062" y="2606092"/>
            <a:ext cx="4396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Manage complex task under tight timelines.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677386-0685-19D1-357A-D74A73272ACB}"/>
              </a:ext>
            </a:extLst>
          </p:cNvPr>
          <p:cNvSpPr txBox="1"/>
          <p:nvPr/>
        </p:nvSpPr>
        <p:spPr>
          <a:xfrm>
            <a:off x="1345264" y="3375425"/>
            <a:ext cx="4954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—&gt;&gt;Ensure project milestones were successfully achieved. </a:t>
            </a:r>
            <a:endParaRPr lang="zh-CN" altLang="en-US" dirty="0"/>
          </a:p>
        </p:txBody>
      </p:sp>
      <p:pic>
        <p:nvPicPr>
          <p:cNvPr id="9" name="图形 8" descr="叠石头 纯色填充">
            <a:extLst>
              <a:ext uri="{FF2B5EF4-FFF2-40B4-BE49-F238E27FC236}">
                <a16:creationId xmlns:a16="http://schemas.microsoft.com/office/drawing/2014/main" id="{ADEC427F-0DCE-B040-98AB-D85C2E77D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401" y="3185458"/>
            <a:ext cx="1043598" cy="104359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3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21667 -0.49568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33" y="-247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" grpId="0" animBg="1"/>
      <p:bldP spid="960" grpId="1" animBg="1"/>
      <p:bldP spid="961" grpId="0" animBg="1"/>
      <p:bldP spid="961" grpId="1" animBg="1"/>
      <p:bldP spid="963" grpId="0"/>
      <p:bldP spid="963" grpId="1"/>
      <p:bldP spid="968" grpId="0" animBg="1"/>
      <p:bldP spid="968" grpId="1" animBg="1"/>
      <p:bldP spid="969" grpId="0" animBg="1"/>
      <p:bldP spid="969" grpId="1" animBg="1"/>
      <p:bldP spid="979" grpId="0"/>
      <p:bldP spid="979" grpId="1"/>
      <p:bldP spid="985" grpId="0" animBg="1"/>
      <p:bldP spid="985" grpId="1" animBg="1"/>
      <p:bldP spid="986" grpId="0" animBg="1"/>
      <p:bldP spid="986" grpId="1" animBg="1"/>
      <p:bldP spid="987" grpId="0" animBg="1"/>
      <p:bldP spid="987" grpId="1" animBg="1"/>
      <p:bldP spid="988" grpId="0" animBg="1"/>
      <p:bldP spid="988" grpId="1" animBg="1"/>
      <p:bldP spid="2" grpId="0"/>
      <p:bldP spid="2" grpId="1"/>
      <p:bldP spid="3" grpId="0"/>
      <p:bldP spid="3" grpId="1"/>
      <p:bldP spid="4" grpId="0"/>
      <p:bldP spid="4" grpId="1"/>
      <p:bldP spid="4" grpId="2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6"/>
          <p:cNvSpPr txBox="1">
            <a:spLocks noGrp="1"/>
          </p:cNvSpPr>
          <p:nvPr>
            <p:ph type="body" idx="1"/>
          </p:nvPr>
        </p:nvSpPr>
        <p:spPr>
          <a:xfrm>
            <a:off x="1" y="254632"/>
            <a:ext cx="9144000" cy="594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zh-CN"/>
              <a:t>Conclusion &amp; Recommendations</a:t>
            </a:r>
            <a:endParaRPr/>
          </a:p>
        </p:txBody>
      </p:sp>
      <p:sp>
        <p:nvSpPr>
          <p:cNvPr id="994" name="Google Shape;994;p46"/>
          <p:cNvSpPr txBox="1"/>
          <p:nvPr/>
        </p:nvSpPr>
        <p:spPr>
          <a:xfrm>
            <a:off x="612300" y="1130900"/>
            <a:ext cx="7919400" cy="11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/>
              <a:t>Achieved goal: AI-based assessment for Listening, Speaking, Reading, and Writing</a:t>
            </a:r>
            <a:endParaRPr sz="1600"/>
          </a:p>
        </p:txBody>
      </p:sp>
      <p:sp>
        <p:nvSpPr>
          <p:cNvPr id="995" name="Google Shape;995;p46"/>
          <p:cNvSpPr txBox="1"/>
          <p:nvPr/>
        </p:nvSpPr>
        <p:spPr>
          <a:xfrm>
            <a:off x="792250" y="2745625"/>
            <a:ext cx="2159100" cy="17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800" b="1" dirty="0">
                <a:solidFill>
                  <a:srgbClr val="1F2728"/>
                </a:solidFill>
                <a:highlight>
                  <a:srgbClr val="FFFFFF"/>
                </a:highlight>
              </a:rPr>
              <a:t>Improve AI scoring explainability</a:t>
            </a:r>
            <a:endParaRPr sz="1800" b="1" dirty="0">
              <a:solidFill>
                <a:srgbClr val="1F2728"/>
              </a:solidFill>
              <a:highlight>
                <a:srgbClr val="FFFFFF"/>
              </a:highlight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dirty="0">
              <a:solidFill>
                <a:srgbClr val="1F27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6" name="Google Shape;996;p46"/>
          <p:cNvSpPr txBox="1"/>
          <p:nvPr/>
        </p:nvSpPr>
        <p:spPr>
          <a:xfrm>
            <a:off x="3492450" y="2745625"/>
            <a:ext cx="2159100" cy="11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750" b="1" dirty="0">
                <a:solidFill>
                  <a:srgbClr val="1F2728"/>
                </a:solidFill>
                <a:highlight>
                  <a:srgbClr val="FFFFFF"/>
                </a:highlight>
              </a:rPr>
              <a:t>Include human review options</a:t>
            </a:r>
            <a:endParaRPr sz="1750" b="1" dirty="0">
              <a:solidFill>
                <a:srgbClr val="1F2728"/>
              </a:solidFill>
              <a:highlight>
                <a:srgbClr val="FFFFFF"/>
              </a:highlight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50" dirty="0">
              <a:solidFill>
                <a:srgbClr val="1F27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7" name="Google Shape;997;p46"/>
          <p:cNvSpPr txBox="1"/>
          <p:nvPr/>
        </p:nvSpPr>
        <p:spPr>
          <a:xfrm>
            <a:off x="6616100" y="2745625"/>
            <a:ext cx="20319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750" b="1" dirty="0">
                <a:solidFill>
                  <a:srgbClr val="1F2728"/>
                </a:solidFill>
                <a:highlight>
                  <a:srgbClr val="FFFFFF"/>
                </a:highlight>
              </a:rPr>
              <a:t>Create an AI ethics group</a:t>
            </a:r>
            <a:endParaRPr sz="1750" b="1" dirty="0">
              <a:solidFill>
                <a:srgbClr val="1F27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98" name="Google Shape;9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151" y="1766450"/>
            <a:ext cx="1741725" cy="9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0875" y="2018025"/>
            <a:ext cx="10287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7475" y="2032313"/>
            <a:ext cx="12287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7"/>
          <p:cNvSpPr/>
          <p:nvPr/>
        </p:nvSpPr>
        <p:spPr>
          <a:xfrm>
            <a:off x="3351762" y="2301600"/>
            <a:ext cx="914945" cy="2877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47"/>
          <p:cNvSpPr/>
          <p:nvPr/>
        </p:nvSpPr>
        <p:spPr>
          <a:xfrm>
            <a:off x="2408548" y="3156278"/>
            <a:ext cx="914945" cy="2877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47"/>
          <p:cNvSpPr/>
          <p:nvPr/>
        </p:nvSpPr>
        <p:spPr>
          <a:xfrm>
            <a:off x="1838921" y="3312883"/>
            <a:ext cx="989272" cy="989272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47"/>
          <p:cNvSpPr/>
          <p:nvPr/>
        </p:nvSpPr>
        <p:spPr>
          <a:xfrm>
            <a:off x="0" y="4008236"/>
            <a:ext cx="2391584" cy="2877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47"/>
          <p:cNvSpPr txBox="1"/>
          <p:nvPr/>
        </p:nvSpPr>
        <p:spPr>
          <a:xfrm>
            <a:off x="5267774" y="1806075"/>
            <a:ext cx="34710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>
                <a:solidFill>
                  <a:srgbClr val="3F3F3F"/>
                </a:solidFill>
              </a:rPr>
              <a:t>Mobile App Integration</a:t>
            </a:r>
            <a:endParaRPr sz="20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0" name="Google Shape;1010;p47"/>
          <p:cNvGrpSpPr/>
          <p:nvPr/>
        </p:nvGrpSpPr>
        <p:grpSpPr>
          <a:xfrm>
            <a:off x="4330175" y="2814950"/>
            <a:ext cx="3746398" cy="419941"/>
            <a:chOff x="741793" y="3277684"/>
            <a:chExt cx="2663821" cy="559922"/>
          </a:xfrm>
        </p:grpSpPr>
        <p:sp>
          <p:nvSpPr>
            <p:cNvPr id="1011" name="Google Shape;1011;p47"/>
            <p:cNvSpPr txBox="1"/>
            <p:nvPr/>
          </p:nvSpPr>
          <p:spPr>
            <a:xfrm>
              <a:off x="873014" y="3277684"/>
              <a:ext cx="25326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 b="1">
                  <a:solidFill>
                    <a:srgbClr val="3F3F3F"/>
                  </a:solidFill>
                </a:rPr>
                <a:t>Multi-language Support</a:t>
              </a:r>
              <a:endParaRPr sz="2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47"/>
            <p:cNvSpPr txBox="1"/>
            <p:nvPr/>
          </p:nvSpPr>
          <p:spPr>
            <a:xfrm>
              <a:off x="741793" y="3560705"/>
              <a:ext cx="1962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3" name="Google Shape;1013;p47"/>
          <p:cNvSpPr/>
          <p:nvPr/>
        </p:nvSpPr>
        <p:spPr>
          <a:xfrm>
            <a:off x="4152811" y="1841610"/>
            <a:ext cx="256060" cy="306074"/>
          </a:xfrm>
          <a:custGeom>
            <a:avLst/>
            <a:gdLst/>
            <a:ahLst/>
            <a:cxnLst/>
            <a:rect l="l" t="t" r="r" b="b"/>
            <a:pathLst>
              <a:path w="2688046" h="3213079" extrusionOk="0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7"/>
          <p:cNvSpPr/>
          <p:nvPr/>
        </p:nvSpPr>
        <p:spPr>
          <a:xfrm>
            <a:off x="2302130" y="3553367"/>
            <a:ext cx="212834" cy="307482"/>
          </a:xfrm>
          <a:custGeom>
            <a:avLst/>
            <a:gdLst/>
            <a:ahLst/>
            <a:cxnLst/>
            <a:rect l="l" t="t" r="r" b="b"/>
            <a:pathLst>
              <a:path w="2215656" h="3200962" extrusionOk="0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5" name="Google Shape;1015;p47"/>
          <p:cNvGrpSpPr/>
          <p:nvPr/>
        </p:nvGrpSpPr>
        <p:grpSpPr>
          <a:xfrm>
            <a:off x="3351781" y="3688175"/>
            <a:ext cx="4470870" cy="432360"/>
            <a:chOff x="1065207" y="1185369"/>
            <a:chExt cx="2429160" cy="382620"/>
          </a:xfrm>
        </p:grpSpPr>
        <p:sp>
          <p:nvSpPr>
            <p:cNvPr id="1016" name="Google Shape;1016;p47"/>
            <p:cNvSpPr txBox="1"/>
            <p:nvPr/>
          </p:nvSpPr>
          <p:spPr>
            <a:xfrm>
              <a:off x="1132468" y="1185369"/>
              <a:ext cx="23619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00" b="1">
                  <a:solidFill>
                    <a:srgbClr val="3F3F3F"/>
                  </a:solidFill>
                </a:rPr>
                <a:t>Learning Analytics Dashboard</a:t>
              </a:r>
              <a:endParaRPr sz="20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47"/>
            <p:cNvSpPr txBox="1"/>
            <p:nvPr/>
          </p:nvSpPr>
          <p:spPr>
            <a:xfrm>
              <a:off x="1065207" y="1384089"/>
              <a:ext cx="19626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8" name="Google Shape;1018;p47"/>
          <p:cNvSpPr txBox="1"/>
          <p:nvPr/>
        </p:nvSpPr>
        <p:spPr>
          <a:xfrm>
            <a:off x="1241375" y="434400"/>
            <a:ext cx="4912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00" b="1">
                <a:solidFill>
                  <a:srgbClr val="262626"/>
                </a:solidFill>
              </a:rPr>
              <a:t>Future steps</a:t>
            </a:r>
            <a:endParaRPr sz="3300" b="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7"/>
          <p:cNvSpPr txBox="1"/>
          <p:nvPr/>
        </p:nvSpPr>
        <p:spPr>
          <a:xfrm>
            <a:off x="656297" y="1605513"/>
            <a:ext cx="1680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0" name="Google Shape;102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927" y="3553375"/>
            <a:ext cx="531235" cy="377100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pic>
      <p:sp>
        <p:nvSpPr>
          <p:cNvPr id="1021" name="Google Shape;1021;p47"/>
          <p:cNvSpPr/>
          <p:nvPr/>
        </p:nvSpPr>
        <p:spPr>
          <a:xfrm>
            <a:off x="1824563" y="3156278"/>
            <a:ext cx="1139700" cy="11397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2" name="Google Shape;102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6935" y="1780713"/>
            <a:ext cx="467802" cy="472125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pic>
      <p:sp>
        <p:nvSpPr>
          <p:cNvPr id="1023" name="Google Shape;1023;p47"/>
          <p:cNvSpPr/>
          <p:nvPr/>
        </p:nvSpPr>
        <p:spPr>
          <a:xfrm>
            <a:off x="3710992" y="1446922"/>
            <a:ext cx="1139700" cy="11397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4" name="Google Shape;102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3702" y="2614225"/>
            <a:ext cx="467825" cy="517174"/>
          </a:xfrm>
          <a:prstGeom prst="rect">
            <a:avLst/>
          </a:prstGeom>
          <a:solidFill>
            <a:srgbClr val="3F3F3F"/>
          </a:solidFill>
          <a:ln>
            <a:noFill/>
          </a:ln>
        </p:spPr>
      </p:pic>
      <p:sp>
        <p:nvSpPr>
          <p:cNvPr id="1025" name="Google Shape;1025;p47"/>
          <p:cNvSpPr/>
          <p:nvPr/>
        </p:nvSpPr>
        <p:spPr>
          <a:xfrm>
            <a:off x="2767778" y="2301600"/>
            <a:ext cx="1139700" cy="1139700"/>
          </a:xfrm>
          <a:prstGeom prst="donu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8"/>
          <p:cNvSpPr txBox="1"/>
          <p:nvPr/>
        </p:nvSpPr>
        <p:spPr>
          <a:xfrm>
            <a:off x="5059279" y="1792343"/>
            <a:ext cx="4084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00">
                <a:solidFill>
                  <a:srgbClr val="3F3F3F"/>
                </a:solidFill>
              </a:rPr>
              <a:t>Q&amp;A</a:t>
            </a:r>
            <a:endParaRPr sz="45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48"/>
          <p:cNvSpPr txBox="1"/>
          <p:nvPr/>
        </p:nvSpPr>
        <p:spPr>
          <a:xfrm>
            <a:off x="5089411" y="2878308"/>
            <a:ext cx="40848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300">
                <a:solidFill>
                  <a:srgbClr val="3F3F3F"/>
                </a:solidFill>
              </a:rPr>
              <a:t>Thanks</a:t>
            </a:r>
            <a:endParaRPr sz="33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48"/>
          <p:cNvSpPr/>
          <p:nvPr/>
        </p:nvSpPr>
        <p:spPr>
          <a:xfrm>
            <a:off x="1199081" y="1461338"/>
            <a:ext cx="3815078" cy="2346656"/>
          </a:xfrm>
          <a:custGeom>
            <a:avLst/>
            <a:gdLst/>
            <a:ahLst/>
            <a:cxnLst/>
            <a:rect l="l" t="t" r="r" b="b"/>
            <a:pathLst>
              <a:path w="5086770" h="3128874" extrusionOk="0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ver and End Slide Master">
  <a:themeElements>
    <a:clrScheme name="AI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s Slide Master">
  <a:themeElements>
    <a:clrScheme name="ALLPPT-Artificial Intelligen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4C93DF"/>
      </a:accent3>
      <a:accent4>
        <a:srgbClr val="F77660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ection Break Slide Master">
  <a:themeElements>
    <a:clrScheme name="ALLPPT-Artificial Intelligen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3C47A5894E0545BB3AEA53944C09E1" ma:contentTypeVersion="8" ma:contentTypeDescription="Create a new document." ma:contentTypeScope="" ma:versionID="c3e2f06b7b73c98f3291db8522117535">
  <xsd:schema xmlns:xsd="http://www.w3.org/2001/XMLSchema" xmlns:xs="http://www.w3.org/2001/XMLSchema" xmlns:p="http://schemas.microsoft.com/office/2006/metadata/properties" xmlns:ns3="04acab28-a76d-4f16-b7cb-076bb865caec" xmlns:ns4="34e792e6-9c94-468f-b366-a3110d8e863b" targetNamespace="http://schemas.microsoft.com/office/2006/metadata/properties" ma:root="true" ma:fieldsID="bcac2d56875249d91e50e373c37e2cc5" ns3:_="" ns4:_="">
    <xsd:import namespace="04acab28-a76d-4f16-b7cb-076bb865caec"/>
    <xsd:import namespace="34e792e6-9c94-468f-b366-a3110d8e86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acab28-a76d-4f16-b7cb-076bb865ca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92e6-9c94-468f-b366-a3110d8e863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acab28-a76d-4f16-b7cb-076bb865caec" xsi:nil="true"/>
  </documentManagement>
</p:properties>
</file>

<file path=customXml/itemProps1.xml><?xml version="1.0" encoding="utf-8"?>
<ds:datastoreItem xmlns:ds="http://schemas.openxmlformats.org/officeDocument/2006/customXml" ds:itemID="{C1BAD5FA-AB5F-4E72-AD27-9D63EECFED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A86167-8C74-45AC-B4C1-782E32A806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acab28-a76d-4f16-b7cb-076bb865caec"/>
    <ds:schemaRef ds:uri="34e792e6-9c94-468f-b366-a3110d8e86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F8C723-48DD-4A3F-B4CA-EBB98DE290BA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34e792e6-9c94-468f-b366-a3110d8e863b"/>
    <ds:schemaRef ds:uri="04acab28-a76d-4f16-b7cb-076bb865cae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458</Words>
  <Application>Microsoft Office PowerPoint</Application>
  <PresentationFormat>On-screen Show (16:9)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Schibsted Grotesk</vt:lpstr>
      <vt:lpstr>Calibri</vt:lpstr>
      <vt:lpstr>Figtree</vt:lpstr>
      <vt:lpstr>Arial</vt:lpstr>
      <vt:lpstr>Simple Light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Ian YIN</dc:creator>
  <cp:lastModifiedBy>Meijing.Chen</cp:lastModifiedBy>
  <cp:revision>13</cp:revision>
  <dcterms:modified xsi:type="dcterms:W3CDTF">2025-05-02T09:06:12Z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0x010100E03C47A5894E0545BB3AEA53944C09E1</vt:lpwstr>
  </property>
</Properties>
</file>